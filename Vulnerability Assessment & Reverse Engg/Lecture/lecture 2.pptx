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522" y="-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E0AE9-AF8A-4D66-BC6A-FBE1F23EBAC8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4FEC3-F140-4CAA-A0C8-5F00BBEA9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6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B4FEC3-F140-4CAA-A0C8-5F00BBEA99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4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7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:\Users\Mr.Laptop point\Downloads\Screenshot_2024-03-12-22-13-07-88_f9ee0578fe1cc94de7482bd41accb329 (1)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81" r="10679"/>
          <a:stretch/>
        </p:blipFill>
        <p:spPr bwMode="auto">
          <a:xfrm>
            <a:off x="-1828800" y="0"/>
            <a:ext cx="12344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28600" y="457200"/>
            <a:ext cx="27432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470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Mr.Laptop point\Downloads\Screenshot_2024-03-12-22-13-11-73_f9ee0578fe1cc94de7482bd41accb32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801" r="11900"/>
          <a:stretch/>
        </p:blipFill>
        <p:spPr bwMode="auto">
          <a:xfrm>
            <a:off x="-1402080" y="0"/>
            <a:ext cx="117805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505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Mr.Laptop point\Downloads\Screenshot_2024-03-12-22-13-18-50_f9ee0578fe1cc94de7482bd41accb32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800" r="11300"/>
          <a:stretch/>
        </p:blipFill>
        <p:spPr bwMode="auto">
          <a:xfrm>
            <a:off x="-1402080" y="0"/>
            <a:ext cx="1187196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929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Mr.Laptop point\Downloads\Screenshot_2024-03-12-22-13-22-68_f9ee0578fe1cc94de7482bd41accb32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r="12600"/>
          <a:stretch/>
        </p:blipFill>
        <p:spPr bwMode="auto">
          <a:xfrm>
            <a:off x="-1325880" y="0"/>
            <a:ext cx="115976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2771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Mr.Laptop point\Downloads\Screenshot_2024-03-12-22-13-32-89_f9ee0578fe1cc94de7482bd41accb32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00" r="11500"/>
          <a:stretch/>
        </p:blipFill>
        <p:spPr bwMode="auto">
          <a:xfrm>
            <a:off x="-1295400" y="0"/>
            <a:ext cx="11734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051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Mr.Laptop point\Downloads\Screenshot_2024-03-12-22-13-50-72_f9ee0578fe1cc94de7482bd41accb32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00" r="11500"/>
          <a:stretch/>
        </p:blipFill>
        <p:spPr bwMode="auto">
          <a:xfrm>
            <a:off x="-1356360" y="0"/>
            <a:ext cx="1179576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148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Mr.Laptop point\Downloads\Screenshot_2024-03-12-22-14-01-51_f9ee0578fe1cc94de7482bd41accb32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700" r="11300"/>
          <a:stretch/>
        </p:blipFill>
        <p:spPr bwMode="auto">
          <a:xfrm>
            <a:off x="-1417320" y="0"/>
            <a:ext cx="11887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6825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Mr.Laptop point\Downloads\Screenshot_2024-03-12-22-14-11-85_f9ee0578fe1cc94de7482bd41accb329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301" r="10500"/>
          <a:stretch/>
        </p:blipFill>
        <p:spPr bwMode="auto">
          <a:xfrm>
            <a:off x="-1325880" y="0"/>
            <a:ext cx="119176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391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Mr.Laptop point\Downloads\Screenshot_2024-03-12-22-14-22-72_f9ee0578fe1cc94de7482bd41accb32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0" r="10700"/>
          <a:stretch/>
        </p:blipFill>
        <p:spPr bwMode="auto">
          <a:xfrm>
            <a:off x="-1402080" y="0"/>
            <a:ext cx="11963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616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Mr.Laptop point\Downloads\Screenshot_2024-03-12-22-14-31-22_f9ee0578fe1cc94de7482bd41accb32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800" r="10300"/>
          <a:stretch/>
        </p:blipFill>
        <p:spPr bwMode="auto">
          <a:xfrm>
            <a:off x="-1554480" y="0"/>
            <a:ext cx="1217676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209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Mr.Laptop point\Downloads\Screenshot_2024-03-12-22-14-49-43_f9ee0578fe1cc94de7482bd41accb32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400" r="10400"/>
          <a:stretch/>
        </p:blipFill>
        <p:spPr bwMode="auto">
          <a:xfrm>
            <a:off x="-1463040" y="0"/>
            <a:ext cx="120700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465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Users\Mr.Laptop point\Downloads\Screenshot_2024-03-12-22-14-55-25_f9ee0578fe1cc94de7482bd41accb32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095" r="10914"/>
          <a:stretch/>
        </p:blipFill>
        <p:spPr bwMode="auto">
          <a:xfrm>
            <a:off x="-1173480" y="0"/>
            <a:ext cx="119329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195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Mr.Laptop point\Downloads\Screenshot_2024-03-12-22-15-01-89_f9ee0578fe1cc94de7482bd41accb32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800" r="15000"/>
          <a:stretch/>
        </p:blipFill>
        <p:spPr bwMode="auto">
          <a:xfrm>
            <a:off x="-1097280" y="0"/>
            <a:ext cx="110032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800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Mr.Laptop point\Downloads\Screenshot_2024-03-12-22-15-19-43_f9ee0578fe1cc94de7482bd41accb32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800" r="10200"/>
          <a:stretch/>
        </p:blipFill>
        <p:spPr bwMode="auto">
          <a:xfrm>
            <a:off x="-1402080" y="0"/>
            <a:ext cx="12039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051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</Words>
  <Application>Microsoft Office PowerPoint</Application>
  <PresentationFormat>On-screen Show (4:3)</PresentationFormat>
  <Paragraphs>1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Mr.Laptop point</dc:creator>
  <cp:lastModifiedBy>Mr.Laptop point</cp:lastModifiedBy>
  <cp:revision>4</cp:revision>
  <dcterms:created xsi:type="dcterms:W3CDTF">2006-08-16T00:00:00Z</dcterms:created>
  <dcterms:modified xsi:type="dcterms:W3CDTF">2024-03-12T17:37:33Z</dcterms:modified>
</cp:coreProperties>
</file>