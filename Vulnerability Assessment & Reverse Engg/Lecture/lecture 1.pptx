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7" d="100"/>
          <a:sy n="57" d="100"/>
        </p:scale>
        <p:origin x="16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3/9/2024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2F1F57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2F1F57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3/9/2024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2F1F57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3/9/2024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2F1F57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3/9/2024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3/9/2024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57200" y="457200"/>
            <a:ext cx="9143999" cy="68580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57200" y="2058924"/>
            <a:ext cx="9144000" cy="5256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046378" y="324173"/>
            <a:ext cx="5981700" cy="16103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rgbClr val="2F1F57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44084" y="1930431"/>
            <a:ext cx="8695055" cy="24631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2F1F57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3/9/2024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14400" y="1143000"/>
            <a:ext cx="7924800" cy="5257800"/>
            <a:chOff x="914400" y="1143000"/>
            <a:chExt cx="7924800" cy="5257800"/>
          </a:xfrm>
        </p:grpSpPr>
        <p:sp>
          <p:nvSpPr>
            <p:cNvPr id="3" name="object 3"/>
            <p:cNvSpPr/>
            <p:nvPr/>
          </p:nvSpPr>
          <p:spPr>
            <a:xfrm>
              <a:off x="7461503" y="1143000"/>
              <a:ext cx="13970" cy="5257800"/>
            </a:xfrm>
            <a:custGeom>
              <a:avLst/>
              <a:gdLst/>
              <a:ahLst/>
              <a:cxnLst/>
              <a:rect l="l" t="t" r="r" b="b"/>
              <a:pathLst>
                <a:path w="13970" h="5257800">
                  <a:moveTo>
                    <a:pt x="13716" y="5257800"/>
                  </a:moveTo>
                  <a:lnTo>
                    <a:pt x="0" y="5257800"/>
                  </a:lnTo>
                  <a:lnTo>
                    <a:pt x="0" y="0"/>
                  </a:lnTo>
                  <a:lnTo>
                    <a:pt x="13716" y="0"/>
                  </a:lnTo>
                  <a:lnTo>
                    <a:pt x="13716" y="5257800"/>
                  </a:lnTo>
                  <a:close/>
                </a:path>
              </a:pathLst>
            </a:custGeom>
            <a:solidFill>
              <a:srgbClr val="9090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14400" y="2959607"/>
              <a:ext cx="7924800" cy="26034"/>
            </a:xfrm>
            <a:custGeom>
              <a:avLst/>
              <a:gdLst/>
              <a:ahLst/>
              <a:cxnLst/>
              <a:rect l="l" t="t" r="r" b="b"/>
              <a:pathLst>
                <a:path w="7924800" h="26035">
                  <a:moveTo>
                    <a:pt x="7924800" y="25908"/>
                  </a:moveTo>
                  <a:lnTo>
                    <a:pt x="0" y="25908"/>
                  </a:lnTo>
                  <a:lnTo>
                    <a:pt x="0" y="0"/>
                  </a:lnTo>
                  <a:lnTo>
                    <a:pt x="7924800" y="0"/>
                  </a:lnTo>
                  <a:lnTo>
                    <a:pt x="7924800" y="25908"/>
                  </a:lnTo>
                  <a:close/>
                </a:path>
              </a:pathLst>
            </a:custGeom>
            <a:solidFill>
              <a:srgbClr val="4900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7851018" y="1598137"/>
            <a:ext cx="876300" cy="11671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855"/>
              </a:lnSpc>
              <a:spcBef>
                <a:spcPts val="95"/>
              </a:spcBef>
            </a:pPr>
            <a:r>
              <a:rPr sz="1600" b="1" spc="-5" dirty="0">
                <a:solidFill>
                  <a:srgbClr val="490093"/>
                </a:solidFill>
                <a:latin typeface="Arial"/>
                <a:cs typeface="Arial"/>
              </a:rPr>
              <a:t>Lecture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7134"/>
              </a:lnSpc>
            </a:pPr>
            <a:r>
              <a:rPr sz="6000" b="1" spc="20" dirty="0">
                <a:solidFill>
                  <a:srgbClr val="490093"/>
                </a:solidFill>
                <a:latin typeface="Arial"/>
                <a:cs typeface="Arial"/>
              </a:rPr>
              <a:t>0</a:t>
            </a:r>
            <a:r>
              <a:rPr sz="6000" b="1" dirty="0">
                <a:solidFill>
                  <a:srgbClr val="490093"/>
                </a:solidFill>
                <a:latin typeface="Arial"/>
                <a:cs typeface="Arial"/>
              </a:rPr>
              <a:t>1</a:t>
            </a:r>
            <a:endParaRPr sz="60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40749" y="5511054"/>
            <a:ext cx="2792730" cy="25590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989"/>
              </a:lnSpc>
            </a:pPr>
            <a:r>
              <a:rPr sz="1800" spc="-5" dirty="0">
                <a:latin typeface="Arial MT"/>
                <a:cs typeface="Arial MT"/>
              </a:rPr>
              <a:t>Dr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Syed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Muhammad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Sajjad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1051102" y="1375719"/>
            <a:ext cx="620331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3340" marR="5080" indent="-41275">
              <a:lnSpc>
                <a:spcPct val="100000"/>
              </a:lnSpc>
              <a:spcBef>
                <a:spcPts val="95"/>
              </a:spcBef>
            </a:pPr>
            <a:r>
              <a:rPr sz="4000" b="1" spc="-5" dirty="0">
                <a:solidFill>
                  <a:srgbClr val="9900CC"/>
                </a:solidFill>
                <a:latin typeface="Arial"/>
                <a:cs typeface="Arial"/>
              </a:rPr>
              <a:t>Vulnerability </a:t>
            </a:r>
            <a:r>
              <a:rPr sz="4000" b="1" spc="-10" dirty="0">
                <a:solidFill>
                  <a:srgbClr val="9900CC"/>
                </a:solidFill>
                <a:latin typeface="Arial"/>
                <a:cs typeface="Arial"/>
              </a:rPr>
              <a:t>Assessment </a:t>
            </a:r>
            <a:r>
              <a:rPr sz="4000" b="1" spc="-1100" dirty="0">
                <a:solidFill>
                  <a:srgbClr val="9900CC"/>
                </a:solidFill>
                <a:latin typeface="Arial"/>
                <a:cs typeface="Arial"/>
              </a:rPr>
              <a:t> </a:t>
            </a:r>
            <a:r>
              <a:rPr sz="4000" b="1" dirty="0">
                <a:solidFill>
                  <a:srgbClr val="9900CC"/>
                </a:solidFill>
                <a:latin typeface="Arial"/>
                <a:cs typeface="Arial"/>
              </a:rPr>
              <a:t>and</a:t>
            </a:r>
            <a:r>
              <a:rPr sz="4000" b="1" spc="-60" dirty="0">
                <a:solidFill>
                  <a:srgbClr val="9900CC"/>
                </a:solidFill>
                <a:latin typeface="Arial"/>
                <a:cs typeface="Arial"/>
              </a:rPr>
              <a:t> </a:t>
            </a:r>
            <a:r>
              <a:rPr sz="4000" b="1" spc="-5" dirty="0">
                <a:solidFill>
                  <a:srgbClr val="9900CC"/>
                </a:solidFill>
                <a:latin typeface="Arial"/>
                <a:cs typeface="Arial"/>
              </a:rPr>
              <a:t>Reverse</a:t>
            </a:r>
            <a:r>
              <a:rPr sz="4000" b="1" dirty="0">
                <a:solidFill>
                  <a:srgbClr val="9900CC"/>
                </a:solidFill>
                <a:latin typeface="Arial"/>
                <a:cs typeface="Arial"/>
              </a:rPr>
              <a:t> </a:t>
            </a:r>
            <a:r>
              <a:rPr sz="4000" b="1" spc="-5" dirty="0">
                <a:solidFill>
                  <a:srgbClr val="9900CC"/>
                </a:solidFill>
                <a:latin typeface="Arial"/>
                <a:cs typeface="Arial"/>
              </a:rPr>
              <a:t>Engineering</a:t>
            </a:r>
            <a:endParaRPr sz="40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87345" y="3526097"/>
            <a:ext cx="4474845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39520" marR="5080" indent="-1227455">
              <a:lnSpc>
                <a:spcPct val="100000"/>
              </a:lnSpc>
              <a:spcBef>
                <a:spcPts val="95"/>
              </a:spcBef>
            </a:pPr>
            <a:r>
              <a:rPr sz="2800" b="1" spc="-5" dirty="0">
                <a:latin typeface="Times New Roman"/>
                <a:cs typeface="Times New Roman"/>
              </a:rPr>
              <a:t>Introduction</a:t>
            </a:r>
            <a:r>
              <a:rPr sz="2800" b="1" spc="1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to</a:t>
            </a:r>
            <a:r>
              <a:rPr sz="2800" b="1" spc="5" dirty="0">
                <a:latin typeface="Times New Roman"/>
                <a:cs typeface="Times New Roman"/>
              </a:rPr>
              <a:t> </a:t>
            </a:r>
            <a:r>
              <a:rPr sz="2800" b="1" spc="-5" dirty="0">
                <a:latin typeface="Times New Roman"/>
                <a:cs typeface="Times New Roman"/>
              </a:rPr>
              <a:t>Vulnerability </a:t>
            </a:r>
            <a:r>
              <a:rPr sz="2800" b="1" spc="-685" dirty="0">
                <a:latin typeface="Times New Roman"/>
                <a:cs typeface="Times New Roman"/>
              </a:rPr>
              <a:t> </a:t>
            </a:r>
            <a:r>
              <a:rPr sz="2800" b="1" spc="-5" dirty="0">
                <a:latin typeface="Times New Roman"/>
                <a:cs typeface="Times New Roman"/>
              </a:rPr>
              <a:t>Management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819400" y="5508098"/>
            <a:ext cx="2859405" cy="257810"/>
          </a:xfrm>
          <a:custGeom>
            <a:avLst/>
            <a:gdLst/>
            <a:ahLst/>
            <a:cxnLst/>
            <a:rect l="l" t="t" r="r" b="b"/>
            <a:pathLst>
              <a:path w="2859404" h="257810">
                <a:moveTo>
                  <a:pt x="2858872" y="0"/>
                </a:moveTo>
                <a:lnTo>
                  <a:pt x="0" y="0"/>
                </a:lnTo>
                <a:lnTo>
                  <a:pt x="0" y="257701"/>
                </a:lnTo>
                <a:lnTo>
                  <a:pt x="2858872" y="257701"/>
                </a:lnTo>
                <a:lnTo>
                  <a:pt x="285887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64BEED-3B10-5190-9448-7A87E5016584}"/>
              </a:ext>
            </a:extLst>
          </p:cNvPr>
          <p:cNvSpPr txBox="1"/>
          <p:nvPr/>
        </p:nvSpPr>
        <p:spPr>
          <a:xfrm>
            <a:off x="1676400" y="5029200"/>
            <a:ext cx="5181600" cy="19812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596559" y="324173"/>
            <a:ext cx="4876800" cy="161036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120140" marR="5080" indent="-1108075">
              <a:lnSpc>
                <a:spcPts val="6000"/>
              </a:lnSpc>
              <a:spcBef>
                <a:spcPts val="675"/>
              </a:spcBef>
              <a:tabLst>
                <a:tab pos="2851785" algn="l"/>
              </a:tabLst>
            </a:pPr>
            <a:r>
              <a:rPr spc="-325" dirty="0"/>
              <a:t>T</a:t>
            </a:r>
            <a:r>
              <a:rPr spc="-20" dirty="0"/>
              <a:t>e</a:t>
            </a:r>
            <a:r>
              <a:rPr spc="-10" dirty="0"/>
              <a:t>n</a:t>
            </a:r>
            <a:r>
              <a:rPr spc="5" dirty="0"/>
              <a:t>t</a:t>
            </a:r>
            <a:r>
              <a:rPr spc="50" dirty="0"/>
              <a:t>a</a:t>
            </a:r>
            <a:r>
              <a:rPr spc="5" dirty="0"/>
              <a:t>t</a:t>
            </a:r>
            <a:r>
              <a:rPr spc="-45" dirty="0"/>
              <a:t>i</a:t>
            </a:r>
            <a:r>
              <a:rPr spc="-5" dirty="0"/>
              <a:t>v</a:t>
            </a:r>
            <a:r>
              <a:rPr dirty="0"/>
              <a:t>e	C</a:t>
            </a:r>
            <a:r>
              <a:rPr spc="5" dirty="0"/>
              <a:t>o</a:t>
            </a:r>
            <a:r>
              <a:rPr spc="20" dirty="0"/>
              <a:t>u</a:t>
            </a:r>
            <a:r>
              <a:rPr spc="-25" dirty="0"/>
              <a:t>r</a:t>
            </a:r>
            <a:r>
              <a:rPr spc="5" dirty="0"/>
              <a:t>s</a:t>
            </a:r>
            <a:r>
              <a:rPr dirty="0"/>
              <a:t>e  </a:t>
            </a:r>
            <a:r>
              <a:rPr spc="-5" dirty="0"/>
              <a:t>Contents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38885" y="1903517"/>
            <a:ext cx="7978775" cy="421703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348615" indent="-336550">
              <a:lnSpc>
                <a:spcPct val="100000"/>
              </a:lnSpc>
              <a:spcBef>
                <a:spcPts val="7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Introduction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 to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Vulnerability</a:t>
            </a:r>
            <a:r>
              <a:rPr sz="2000" spc="5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Management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Sources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0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endParaRPr sz="2000">
              <a:latin typeface="Candara"/>
              <a:cs typeface="Candara"/>
            </a:endParaRPr>
          </a:p>
          <a:p>
            <a:pPr marL="404495" indent="-392430">
              <a:lnSpc>
                <a:spcPct val="100000"/>
              </a:lnSpc>
              <a:spcBef>
                <a:spcPts val="600"/>
              </a:spcBef>
              <a:buChar char="•"/>
              <a:tabLst>
                <a:tab pos="404495" algn="l"/>
                <a:tab pos="40513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Program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and Organization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15" dirty="0">
                <a:solidFill>
                  <a:srgbClr val="2F1F57"/>
                </a:solidFill>
                <a:latin typeface="Candara"/>
                <a:cs typeface="Candara"/>
              </a:rPr>
              <a:t>Technology-</a:t>
            </a:r>
            <a:r>
              <a:rPr sz="20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Vulnerability</a:t>
            </a:r>
            <a:r>
              <a:rPr sz="20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Scanners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Automating</a:t>
            </a:r>
            <a:r>
              <a:rPr sz="20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Vulnerability</a:t>
            </a:r>
            <a:r>
              <a:rPr sz="2000" spc="6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Management</a:t>
            </a:r>
            <a:r>
              <a:rPr sz="20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0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Dealing</a:t>
            </a:r>
            <a:r>
              <a:rPr sz="2000" spc="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With</a:t>
            </a:r>
            <a:r>
              <a:rPr sz="20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Vulnerabilities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Hands-On</a:t>
            </a:r>
            <a:r>
              <a:rPr sz="20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Vulnerability</a:t>
            </a:r>
            <a:r>
              <a:rPr sz="20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Management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Preparing</a:t>
            </a:r>
            <a:r>
              <a:rPr sz="20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000" spc="-4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Reverse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Identification</a:t>
            </a:r>
            <a:r>
              <a:rPr sz="20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0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Extraction</a:t>
            </a:r>
            <a:r>
              <a:rPr sz="20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0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Hidden</a:t>
            </a:r>
            <a:r>
              <a:rPr sz="20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Components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0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Low-Level</a:t>
            </a:r>
            <a:r>
              <a:rPr sz="2000" spc="-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Language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Static</a:t>
            </a:r>
            <a:r>
              <a:rPr sz="20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 Dynamic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 Reversing</a:t>
            </a:r>
            <a:endParaRPr sz="2000">
              <a:latin typeface="Candara"/>
              <a:cs typeface="Candara"/>
            </a:endParaRPr>
          </a:p>
          <a:p>
            <a:pPr marL="348615" indent="-336550">
              <a:lnSpc>
                <a:spcPct val="100000"/>
              </a:lnSpc>
              <a:spcBef>
                <a:spcPts val="600"/>
              </a:spcBef>
              <a:buChar char="•"/>
              <a:tabLst>
                <a:tab pos="347980" algn="l"/>
                <a:tab pos="349250" algn="l"/>
              </a:tabLst>
            </a:pP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RE</a:t>
            </a:r>
            <a:r>
              <a:rPr sz="20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dirty="0">
                <a:solidFill>
                  <a:srgbClr val="2F1F57"/>
                </a:solidFill>
                <a:latin typeface="Candara"/>
                <a:cs typeface="Candara"/>
              </a:rPr>
              <a:t>in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Windows</a:t>
            </a:r>
            <a:r>
              <a:rPr sz="20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0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Linux</a:t>
            </a:r>
            <a:r>
              <a:rPr sz="20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spc="-5" dirty="0">
                <a:solidFill>
                  <a:srgbClr val="2F1F57"/>
                </a:solidFill>
                <a:latin typeface="Candara"/>
                <a:cs typeface="Candara"/>
              </a:rPr>
              <a:t>Platforms</a:t>
            </a:r>
            <a:endParaRPr sz="20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31491" y="705248"/>
            <a:ext cx="829881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Marks</a:t>
            </a:r>
            <a:r>
              <a:rPr spc="-50" dirty="0"/>
              <a:t> </a:t>
            </a:r>
            <a:r>
              <a:rPr spc="-5" dirty="0"/>
              <a:t>Distribution</a:t>
            </a:r>
            <a:r>
              <a:rPr spc="-10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dirty="0"/>
              <a:t>Course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89915" y="2070590"/>
            <a:ext cx="4792345" cy="3073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  <a:tab pos="435737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Assignments	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8%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  <a:tab pos="4357370" algn="l"/>
              </a:tabLst>
            </a:pP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Quizzes	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8%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  <a:tab pos="4357370" algn="l"/>
              </a:tabLst>
            </a:pP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P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p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e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r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wr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i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e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-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u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p	</a:t>
            </a:r>
            <a:r>
              <a:rPr sz="2400" spc="-25" dirty="0">
                <a:solidFill>
                  <a:srgbClr val="2F1F57"/>
                </a:solidFill>
                <a:latin typeface="Candara"/>
                <a:cs typeface="Candara"/>
              </a:rPr>
              <a:t>1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4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%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  <a:tab pos="432689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Mid-term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Exam	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25%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  <a:tab pos="4286885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Final	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45%</a:t>
            </a:r>
            <a:endParaRPr sz="24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54214" y="705248"/>
            <a:ext cx="725360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Recommended</a:t>
            </a:r>
            <a:r>
              <a:rPr spc="15" dirty="0"/>
              <a:t> </a:t>
            </a:r>
            <a:r>
              <a:rPr spc="-5" dirty="0"/>
              <a:t>Readings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89806" y="2073694"/>
            <a:ext cx="8034655" cy="2159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481330" indent="-343535">
              <a:lnSpc>
                <a:spcPct val="100000"/>
              </a:lnSpc>
              <a:spcBef>
                <a:spcPts val="105"/>
              </a:spcBef>
              <a:buClr>
                <a:srgbClr val="BAAAE2"/>
              </a:buClr>
              <a:buFont typeface="Candara"/>
              <a:buChar char="•"/>
              <a:tabLst>
                <a:tab pos="355600" algn="l"/>
                <a:tab pos="356235" algn="l"/>
                <a:tab pos="927735" algn="l"/>
              </a:tabLst>
            </a:pP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•	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Practical Vulnerability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Management: A Strategic 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Approach to </a:t>
            </a:r>
            <a:r>
              <a:rPr sz="2000" b="1" spc="-4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Managing</a:t>
            </a:r>
            <a:r>
              <a:rPr sz="2000" b="1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Cyber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 Risk</a:t>
            </a:r>
            <a:r>
              <a:rPr sz="2000" b="1" spc="5" dirty="0">
                <a:solidFill>
                  <a:srgbClr val="2F1F57"/>
                </a:solidFill>
                <a:latin typeface="Candara"/>
                <a:cs typeface="Candara"/>
              </a:rPr>
              <a:t> by</a:t>
            </a:r>
            <a:r>
              <a:rPr sz="2000" b="1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Andrew</a:t>
            </a:r>
            <a:r>
              <a:rPr sz="2000" b="1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Magnusson</a:t>
            </a:r>
            <a:endParaRPr sz="20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3535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5600" algn="l"/>
                <a:tab pos="356235" algn="l"/>
                <a:tab pos="927735" algn="l"/>
              </a:tabLst>
            </a:pP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•	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Vulnerability</a:t>
            </a:r>
            <a:r>
              <a:rPr sz="2000" b="1" spc="-4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Management</a:t>
            </a:r>
            <a:r>
              <a:rPr sz="2000" b="1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2nd</a:t>
            </a:r>
            <a:r>
              <a:rPr sz="2000" b="1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Edition</a:t>
            </a:r>
            <a:r>
              <a:rPr sz="2000" b="1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spc="5" dirty="0">
                <a:solidFill>
                  <a:srgbClr val="2F1F57"/>
                </a:solidFill>
                <a:latin typeface="Candara"/>
                <a:cs typeface="Candara"/>
              </a:rPr>
              <a:t>by</a:t>
            </a:r>
            <a:r>
              <a:rPr sz="2000" b="1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Park</a:t>
            </a:r>
            <a:r>
              <a:rPr sz="2000" b="1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Foreman</a:t>
            </a:r>
            <a:endParaRPr sz="20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marR="5080" indent="-343535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5600" algn="l"/>
                <a:tab pos="356235" algn="l"/>
                <a:tab pos="927735" algn="l"/>
              </a:tabLst>
            </a:pP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•	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Mastering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Reverse Engineering: 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Re-engineer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your ethical 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hacking </a:t>
            </a:r>
            <a:r>
              <a:rPr sz="2000" b="1" spc="-4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spc="-5" dirty="0">
                <a:solidFill>
                  <a:srgbClr val="2F1F57"/>
                </a:solidFill>
                <a:latin typeface="Candara"/>
                <a:cs typeface="Candara"/>
              </a:rPr>
              <a:t>skills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spc="5" dirty="0">
                <a:solidFill>
                  <a:srgbClr val="2F1F57"/>
                </a:solidFill>
                <a:latin typeface="Candara"/>
                <a:cs typeface="Candara"/>
              </a:rPr>
              <a:t>by</a:t>
            </a:r>
            <a:r>
              <a:rPr sz="2000" b="1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dirty="0">
                <a:solidFill>
                  <a:srgbClr val="2F1F57"/>
                </a:solidFill>
                <a:latin typeface="Candara"/>
                <a:cs typeface="Candara"/>
              </a:rPr>
              <a:t>Reginald</a:t>
            </a:r>
            <a:r>
              <a:rPr sz="2000" b="1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000" b="1" spc="-20" dirty="0">
                <a:solidFill>
                  <a:srgbClr val="2F1F57"/>
                </a:solidFill>
                <a:latin typeface="Candara"/>
                <a:cs typeface="Candara"/>
              </a:rPr>
              <a:t>Wong</a:t>
            </a:r>
            <a:endParaRPr sz="20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38197" y="705248"/>
            <a:ext cx="299720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Security</a:t>
            </a:r>
            <a:r>
              <a:rPr spc="-95" dirty="0"/>
              <a:t> </a:t>
            </a:r>
            <a:r>
              <a:rPr spc="15" dirty="0"/>
              <a:t>??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30016" y="2135964"/>
            <a:ext cx="6783705" cy="2967990"/>
          </a:xfrm>
          <a:prstGeom prst="rect">
            <a:avLst/>
          </a:prstGeom>
        </p:spPr>
        <p:txBody>
          <a:bodyPr vert="horz" wrap="square" lIns="0" tIns="102870" rIns="0" bIns="0" rtlCol="0">
            <a:spAutoFit/>
          </a:bodyPr>
          <a:lstStyle/>
          <a:p>
            <a:pPr marL="342900" marR="815975" indent="-342900" algn="r">
              <a:lnSpc>
                <a:spcPct val="100000"/>
              </a:lnSpc>
              <a:spcBef>
                <a:spcPts val="810"/>
              </a:spcBef>
              <a:buClr>
                <a:srgbClr val="BAAAE2"/>
              </a:buClr>
              <a:buChar char="•"/>
              <a:tabLst>
                <a:tab pos="342900" algn="l"/>
              </a:tabLst>
            </a:pPr>
            <a:r>
              <a:rPr sz="32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32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3200" spc="-5" dirty="0">
                <a:solidFill>
                  <a:srgbClr val="2F1F57"/>
                </a:solidFill>
                <a:latin typeface="Candara"/>
                <a:cs typeface="Candara"/>
              </a:rPr>
              <a:t>condition</a:t>
            </a:r>
            <a:r>
              <a:rPr sz="32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3200" spc="5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32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3200" spc="-5" dirty="0">
                <a:solidFill>
                  <a:srgbClr val="2F1F57"/>
                </a:solidFill>
                <a:latin typeface="Candara"/>
                <a:cs typeface="Candara"/>
              </a:rPr>
              <a:t>results</a:t>
            </a:r>
            <a:r>
              <a:rPr sz="32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3200" spc="-5" dirty="0">
                <a:solidFill>
                  <a:srgbClr val="2F1F57"/>
                </a:solidFill>
                <a:latin typeface="Candara"/>
                <a:cs typeface="Candara"/>
              </a:rPr>
              <a:t>from</a:t>
            </a:r>
            <a:r>
              <a:rPr sz="32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3200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endParaRPr sz="3200">
              <a:latin typeface="Candara"/>
              <a:cs typeface="Candara"/>
            </a:endParaRPr>
          </a:p>
          <a:p>
            <a:pPr marL="337820" marR="892810" lvl="1" indent="-337820" algn="r">
              <a:lnSpc>
                <a:spcPct val="100000"/>
              </a:lnSpc>
              <a:spcBef>
                <a:spcPts val="620"/>
              </a:spcBef>
              <a:buChar char="•"/>
              <a:tabLst>
                <a:tab pos="337820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establishment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maintenance</a:t>
            </a:r>
            <a:r>
              <a:rPr sz="28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endParaRPr sz="2800">
              <a:latin typeface="Candara"/>
              <a:cs typeface="Candara"/>
            </a:endParaRPr>
          </a:p>
          <a:p>
            <a:pPr marL="697865">
              <a:lnSpc>
                <a:spcPct val="100000"/>
              </a:lnSpc>
            </a:pP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protective</a:t>
            </a:r>
            <a:r>
              <a:rPr sz="2800" b="1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b="1" spc="-10" dirty="0">
                <a:solidFill>
                  <a:srgbClr val="2F1F57"/>
                </a:solidFill>
                <a:latin typeface="Candara"/>
                <a:cs typeface="Candara"/>
              </a:rPr>
              <a:t>measures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enables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an enterprise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perform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its</a:t>
            </a:r>
            <a:endParaRPr sz="2800">
              <a:latin typeface="Candara"/>
              <a:cs typeface="Candara"/>
            </a:endParaRPr>
          </a:p>
          <a:p>
            <a:pPr marL="697865">
              <a:lnSpc>
                <a:spcPct val="100000"/>
              </a:lnSpc>
            </a:pP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mission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despite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risks</a:t>
            </a:r>
            <a:r>
              <a:rPr sz="2800" b="1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posed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5" dirty="0">
                <a:solidFill>
                  <a:srgbClr val="2F1F57"/>
                </a:solidFill>
                <a:latin typeface="Candara"/>
                <a:cs typeface="Candara"/>
              </a:rPr>
              <a:t>by</a:t>
            </a:r>
            <a:r>
              <a:rPr sz="28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 threats.</a:t>
            </a:r>
            <a:endParaRPr sz="2800">
              <a:latin typeface="Candara"/>
              <a:cs typeface="Candar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678965" y="5882735"/>
            <a:ext cx="6198235" cy="60515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349250" indent="-337185">
              <a:lnSpc>
                <a:spcPct val="100000"/>
              </a:lnSpc>
              <a:spcBef>
                <a:spcPts val="700"/>
              </a:spcBef>
              <a:buChar char="•"/>
              <a:tabLst>
                <a:tab pos="349250" algn="l"/>
                <a:tab pos="349885" algn="l"/>
              </a:tabLst>
            </a:pPr>
            <a:r>
              <a:rPr sz="1400" dirty="0">
                <a:solidFill>
                  <a:srgbClr val="2F1F57"/>
                </a:solidFill>
                <a:latin typeface="Candara"/>
                <a:cs typeface="Candara"/>
              </a:rPr>
              <a:t>Ref:</a:t>
            </a:r>
            <a:r>
              <a:rPr sz="1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NIST</a:t>
            </a:r>
            <a:r>
              <a:rPr sz="1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Glossary</a:t>
            </a:r>
            <a:r>
              <a:rPr sz="1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dirty="0">
                <a:solidFill>
                  <a:srgbClr val="2F1F57"/>
                </a:solidFill>
                <a:latin typeface="Candara"/>
                <a:cs typeface="Candara"/>
              </a:rPr>
              <a:t>Key</a:t>
            </a:r>
            <a:r>
              <a:rPr sz="1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1400" spc="4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Security</a:t>
            </a:r>
            <a:r>
              <a:rPr sz="1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15" dirty="0">
                <a:solidFill>
                  <a:srgbClr val="2F1F57"/>
                </a:solidFill>
                <a:latin typeface="Candara"/>
                <a:cs typeface="Candara"/>
              </a:rPr>
              <a:t>Terms</a:t>
            </a:r>
            <a:r>
              <a:rPr sz="1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NIST</a:t>
            </a:r>
            <a:r>
              <a:rPr sz="1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dirty="0">
                <a:solidFill>
                  <a:srgbClr val="2F1F57"/>
                </a:solidFill>
                <a:latin typeface="Candara"/>
                <a:cs typeface="Candara"/>
              </a:rPr>
              <a:t>IR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7298</a:t>
            </a:r>
            <a:r>
              <a:rPr sz="1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Rev.</a:t>
            </a:r>
            <a:r>
              <a:rPr sz="1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2,</a:t>
            </a:r>
            <a:r>
              <a:rPr sz="1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dirty="0">
                <a:solidFill>
                  <a:srgbClr val="2F1F57"/>
                </a:solidFill>
                <a:latin typeface="Candara"/>
                <a:cs typeface="Candara"/>
              </a:rPr>
              <a:t>2013</a:t>
            </a:r>
            <a:endParaRPr sz="1400">
              <a:latin typeface="Candara"/>
              <a:cs typeface="Candara"/>
            </a:endParaRPr>
          </a:p>
          <a:p>
            <a:pPr marL="349250" indent="-337185">
              <a:lnSpc>
                <a:spcPct val="100000"/>
              </a:lnSpc>
              <a:spcBef>
                <a:spcPts val="600"/>
              </a:spcBef>
              <a:buChar char="•"/>
              <a:tabLst>
                <a:tab pos="349250" algn="l"/>
                <a:tab pos="349885" algn="l"/>
              </a:tabLst>
            </a:pP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National</a:t>
            </a:r>
            <a:r>
              <a:rPr sz="1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Institute</a:t>
            </a:r>
            <a:r>
              <a:rPr sz="14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1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1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Standards</a:t>
            </a:r>
            <a:r>
              <a:rPr sz="1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10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1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10" dirty="0">
                <a:solidFill>
                  <a:srgbClr val="2F1F57"/>
                </a:solidFill>
                <a:latin typeface="Candara"/>
                <a:cs typeface="Candara"/>
              </a:rPr>
              <a:t>Technology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dirty="0">
                <a:solidFill>
                  <a:srgbClr val="2F1F57"/>
                </a:solidFill>
                <a:latin typeface="Candara"/>
                <a:cs typeface="Candara"/>
              </a:rPr>
              <a:t>(NIST),</a:t>
            </a:r>
            <a:r>
              <a:rPr sz="1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1400" spc="-5" dirty="0">
                <a:solidFill>
                  <a:srgbClr val="2F1F57"/>
                </a:solidFill>
                <a:latin typeface="Candara"/>
                <a:cs typeface="Candara"/>
              </a:rPr>
              <a:t>USA</a:t>
            </a:r>
            <a:endParaRPr sz="14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38197" y="705248"/>
            <a:ext cx="299720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Security</a:t>
            </a:r>
            <a:r>
              <a:rPr spc="-95" dirty="0"/>
              <a:t> </a:t>
            </a:r>
            <a:r>
              <a:rPr spc="15" dirty="0"/>
              <a:t>??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55164" y="2302764"/>
            <a:ext cx="5161787" cy="4038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080" indent="490220">
              <a:lnSpc>
                <a:spcPts val="6000"/>
              </a:lnSpc>
              <a:spcBef>
                <a:spcPts val="675"/>
              </a:spcBef>
              <a:tabLst>
                <a:tab pos="2004695" algn="l"/>
              </a:tabLst>
            </a:pPr>
            <a:r>
              <a:rPr spc="-5" dirty="0"/>
              <a:t>Core	Concepts</a:t>
            </a:r>
            <a:r>
              <a:rPr dirty="0"/>
              <a:t> </a:t>
            </a:r>
            <a:r>
              <a:rPr spc="-25" dirty="0"/>
              <a:t>of </a:t>
            </a:r>
            <a:r>
              <a:rPr spc="-20" dirty="0"/>
              <a:t> </a:t>
            </a:r>
            <a:r>
              <a:rPr spc="-5" dirty="0"/>
              <a:t>Information</a:t>
            </a:r>
            <a:r>
              <a:rPr spc="-70" dirty="0"/>
              <a:t> </a:t>
            </a:r>
            <a:r>
              <a:rPr dirty="0"/>
              <a:t>Security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2119630" indent="-343535">
              <a:lnSpc>
                <a:spcPct val="100000"/>
              </a:lnSpc>
              <a:spcBef>
                <a:spcPts val="95"/>
              </a:spcBef>
              <a:buClr>
                <a:srgbClr val="BAAAE2"/>
              </a:buClr>
              <a:buChar char="•"/>
              <a:tabLst>
                <a:tab pos="356235" algn="l"/>
              </a:tabLst>
            </a:pPr>
            <a:r>
              <a:rPr spc="-10" dirty="0"/>
              <a:t>Core </a:t>
            </a:r>
            <a:r>
              <a:rPr spc="-5" dirty="0"/>
              <a:t>concepts of information </a:t>
            </a:r>
            <a:r>
              <a:rPr dirty="0"/>
              <a:t>security are </a:t>
            </a:r>
            <a:r>
              <a:rPr spc="-595" dirty="0"/>
              <a:t> </a:t>
            </a:r>
            <a:r>
              <a:rPr spc="-5" dirty="0"/>
              <a:t>Confidentiality,</a:t>
            </a:r>
            <a:r>
              <a:rPr dirty="0"/>
              <a:t> </a:t>
            </a:r>
            <a:r>
              <a:rPr spc="-5" dirty="0"/>
              <a:t>Integrity,</a:t>
            </a:r>
            <a:r>
              <a:rPr dirty="0"/>
              <a:t> </a:t>
            </a:r>
            <a:r>
              <a:rPr spc="-10" dirty="0"/>
              <a:t>and</a:t>
            </a:r>
            <a:r>
              <a:rPr spc="5" dirty="0"/>
              <a:t> </a:t>
            </a:r>
            <a:r>
              <a:rPr spc="-10" dirty="0"/>
              <a:t>Availability</a:t>
            </a:r>
          </a:p>
          <a:p>
            <a:pPr marL="355600" marR="5080" indent="-343535">
              <a:lnSpc>
                <a:spcPct val="100000"/>
              </a:lnSpc>
              <a:spcBef>
                <a:spcPts val="2400"/>
              </a:spcBef>
              <a:buClr>
                <a:srgbClr val="BAAAE2"/>
              </a:buClr>
              <a:buChar char="•"/>
              <a:tabLst>
                <a:tab pos="356235" algn="l"/>
              </a:tabLst>
            </a:pPr>
            <a:r>
              <a:rPr dirty="0"/>
              <a:t>These</a:t>
            </a:r>
            <a:r>
              <a:rPr spc="-15" dirty="0"/>
              <a:t> </a:t>
            </a:r>
            <a:r>
              <a:rPr spc="-10" dirty="0"/>
              <a:t>must</a:t>
            </a:r>
            <a:r>
              <a:rPr spc="5" dirty="0"/>
              <a:t> </a:t>
            </a:r>
            <a:r>
              <a:rPr spc="-15" dirty="0"/>
              <a:t>be</a:t>
            </a:r>
            <a:r>
              <a:rPr spc="20" dirty="0"/>
              <a:t> </a:t>
            </a:r>
            <a:r>
              <a:rPr spc="-5" dirty="0"/>
              <a:t>supported</a:t>
            </a:r>
            <a:r>
              <a:rPr spc="-35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spc="-5" dirty="0"/>
              <a:t>adequate</a:t>
            </a:r>
            <a:r>
              <a:rPr spc="20" dirty="0"/>
              <a:t> </a:t>
            </a:r>
            <a:r>
              <a:rPr spc="-5" dirty="0"/>
              <a:t>security</a:t>
            </a:r>
            <a:r>
              <a:rPr spc="-20" dirty="0"/>
              <a:t> </a:t>
            </a:r>
            <a:r>
              <a:rPr spc="-5" dirty="0"/>
              <a:t>controls </a:t>
            </a:r>
            <a:r>
              <a:rPr spc="-590" dirty="0"/>
              <a:t> </a:t>
            </a:r>
            <a:r>
              <a:rPr spc="-5" dirty="0"/>
              <a:t>to</a:t>
            </a:r>
            <a:r>
              <a:rPr spc="10" dirty="0"/>
              <a:t> </a:t>
            </a:r>
            <a:r>
              <a:rPr spc="-5" dirty="0"/>
              <a:t>mitigate</a:t>
            </a:r>
            <a:r>
              <a:rPr spc="-30" dirty="0"/>
              <a:t> </a:t>
            </a:r>
            <a:r>
              <a:rPr spc="-5" dirty="0"/>
              <a:t>the</a:t>
            </a:r>
            <a:r>
              <a:rPr spc="30" dirty="0"/>
              <a:t> </a:t>
            </a:r>
            <a:r>
              <a:rPr spc="-5" dirty="0"/>
              <a:t>risks</a:t>
            </a:r>
            <a:r>
              <a:rPr spc="-20" dirty="0"/>
              <a:t> </a:t>
            </a:r>
            <a:r>
              <a:rPr spc="-5" dirty="0"/>
              <a:t>of</a:t>
            </a:r>
            <a:r>
              <a:rPr spc="10" dirty="0"/>
              <a:t> </a:t>
            </a:r>
            <a:r>
              <a:rPr spc="-5" dirty="0"/>
              <a:t>disclosure,</a:t>
            </a:r>
            <a:r>
              <a:rPr spc="-25" dirty="0"/>
              <a:t> </a:t>
            </a:r>
            <a:r>
              <a:rPr spc="-5" dirty="0"/>
              <a:t>corruption,</a:t>
            </a:r>
            <a:r>
              <a:rPr dirty="0"/>
              <a:t> </a:t>
            </a:r>
            <a:r>
              <a:rPr spc="-10" dirty="0"/>
              <a:t>and </a:t>
            </a:r>
            <a:r>
              <a:rPr spc="-5" dirty="0"/>
              <a:t> disruption.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84448" y="4169664"/>
            <a:ext cx="3201923" cy="302971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640081" y="5368501"/>
            <a:ext cx="10039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34315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Calibri"/>
                <a:cs typeface="Calibri"/>
              </a:rPr>
              <a:t>Data/ </a:t>
            </a:r>
            <a:r>
              <a:rPr sz="1600" spc="-5" dirty="0">
                <a:latin typeface="Calibri"/>
                <a:cs typeface="Calibri"/>
              </a:rPr>
              <a:t> </a:t>
            </a:r>
            <a:r>
              <a:rPr sz="1600" spc="5" dirty="0">
                <a:latin typeface="Calibri"/>
                <a:cs typeface="Calibri"/>
              </a:rPr>
              <a:t>I</a:t>
            </a:r>
            <a:r>
              <a:rPr sz="1600" spc="-30" dirty="0">
                <a:latin typeface="Calibri"/>
                <a:cs typeface="Calibri"/>
              </a:rPr>
              <a:t>nf</a:t>
            </a:r>
            <a:r>
              <a:rPr sz="1600" spc="-5" dirty="0">
                <a:latin typeface="Calibri"/>
                <a:cs typeface="Calibri"/>
              </a:rPr>
              <a:t>o</a:t>
            </a:r>
            <a:r>
              <a:rPr sz="1600" spc="-20" dirty="0">
                <a:latin typeface="Calibri"/>
                <a:cs typeface="Calibri"/>
              </a:rPr>
              <a:t>r</a:t>
            </a:r>
            <a:r>
              <a:rPr sz="1600" spc="-5" dirty="0">
                <a:latin typeface="Calibri"/>
                <a:cs typeface="Calibri"/>
              </a:rPr>
              <a:t>m</a:t>
            </a:r>
            <a:r>
              <a:rPr sz="1600" spc="-20" dirty="0">
                <a:latin typeface="Calibri"/>
                <a:cs typeface="Calibri"/>
              </a:rPr>
              <a:t>a</a:t>
            </a:r>
            <a:r>
              <a:rPr sz="1600" dirty="0">
                <a:latin typeface="Calibri"/>
                <a:cs typeface="Calibri"/>
              </a:rPr>
              <a:t>t</a:t>
            </a:r>
            <a:r>
              <a:rPr sz="1600" spc="-5" dirty="0">
                <a:latin typeface="Calibri"/>
                <a:cs typeface="Calibri"/>
              </a:rPr>
              <a:t>ion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913341" y="705248"/>
            <a:ext cx="424688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</a:t>
            </a:r>
            <a:r>
              <a:rPr spc="5" dirty="0"/>
              <a:t>o</a:t>
            </a:r>
            <a:r>
              <a:rPr spc="-10" dirty="0"/>
              <a:t>n</a:t>
            </a:r>
            <a:r>
              <a:rPr spc="5" dirty="0"/>
              <a:t>f</a:t>
            </a:r>
            <a:r>
              <a:rPr spc="-45" dirty="0"/>
              <a:t>i</a:t>
            </a:r>
            <a:r>
              <a:rPr spc="50" dirty="0"/>
              <a:t>d</a:t>
            </a:r>
            <a:r>
              <a:rPr spc="-20" dirty="0"/>
              <a:t>e</a:t>
            </a:r>
            <a:r>
              <a:rPr spc="-10" dirty="0"/>
              <a:t>n</a:t>
            </a:r>
            <a:r>
              <a:rPr spc="5" dirty="0"/>
              <a:t>t</a:t>
            </a:r>
            <a:r>
              <a:rPr spc="10" dirty="0"/>
              <a:t>i</a:t>
            </a:r>
            <a:r>
              <a:rPr spc="-5" dirty="0"/>
              <a:t>a</a:t>
            </a:r>
            <a:r>
              <a:rPr spc="5" dirty="0"/>
              <a:t>l</a:t>
            </a:r>
            <a:r>
              <a:rPr spc="10" dirty="0"/>
              <a:t>i</a:t>
            </a:r>
            <a:r>
              <a:rPr spc="5" dirty="0"/>
              <a:t>t</a:t>
            </a:r>
            <a:r>
              <a:rPr dirty="0"/>
              <a:t>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875" y="2232217"/>
            <a:ext cx="7254875" cy="4536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68325" indent="-342900">
              <a:lnSpc>
                <a:spcPct val="100000"/>
              </a:lnSpc>
              <a:spcBef>
                <a:spcPts val="100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Only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authorized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individual/processes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should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have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access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2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on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need-to-know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basis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Supports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principle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least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privilege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Data</a:t>
            </a:r>
            <a:r>
              <a:rPr sz="2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Classification</a:t>
            </a:r>
            <a:r>
              <a:rPr sz="2400" spc="-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helps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enforce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least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privilege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508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Access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Control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through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identification,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authentication, </a:t>
            </a:r>
            <a:r>
              <a:rPr sz="2400" spc="-509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authorization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helps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stop</a:t>
            </a:r>
            <a:r>
              <a:rPr sz="2400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access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 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unauthorized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persons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349885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Encryption helps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 protect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information even if </a:t>
            </a:r>
            <a:r>
              <a:rPr sz="2400" spc="-509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attacker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has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access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data</a:t>
            </a:r>
            <a:endParaRPr sz="24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778964" y="705248"/>
            <a:ext cx="251142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Integrity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875" y="2232217"/>
            <a:ext cx="7361555" cy="4536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621665" indent="-342900">
              <a:lnSpc>
                <a:spcPct val="100000"/>
              </a:lnSpc>
              <a:spcBef>
                <a:spcPts val="100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should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be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protected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from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intentional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unauthorized,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or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 accidental</a:t>
            </a:r>
            <a:r>
              <a:rPr sz="24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changes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Integrity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is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related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to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 Accuracy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508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Transactions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that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retain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integrity of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system are </a:t>
            </a:r>
            <a:r>
              <a:rPr sz="2400" spc="-509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sometimes</a:t>
            </a:r>
            <a:r>
              <a:rPr sz="2400" spc="-4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termed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Well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formed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Transactions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615315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Change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Control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helps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Integrity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 </a:t>
            </a:r>
            <a:r>
              <a:rPr sz="2400" spc="-509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system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285115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Segregation</a:t>
            </a:r>
            <a:r>
              <a:rPr sz="24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Duties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Approval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Checkpoints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are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administrative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maintain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integrity</a:t>
            </a:r>
            <a:endParaRPr sz="24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58834" y="705248"/>
            <a:ext cx="31565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Availability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997" y="2229174"/>
            <a:ext cx="7370445" cy="5102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00000"/>
              </a:lnSpc>
              <a:spcBef>
                <a:spcPts val="95"/>
              </a:spcBef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is</a:t>
            </a:r>
            <a:r>
              <a:rPr sz="28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available</a:t>
            </a:r>
            <a:r>
              <a:rPr sz="2800" spc="6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accessible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8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users </a:t>
            </a:r>
            <a:r>
              <a:rPr sz="2800" spc="-59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when needed</a:t>
            </a:r>
            <a:endParaRPr sz="2800">
              <a:latin typeface="Candara"/>
              <a:cs typeface="Candara"/>
            </a:endParaRPr>
          </a:p>
          <a:p>
            <a:pPr marL="354965" indent="-342900">
              <a:lnSpc>
                <a:spcPct val="100000"/>
              </a:lnSpc>
              <a:spcBef>
                <a:spcPts val="2400"/>
              </a:spcBef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Factors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effecting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availability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Denial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6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Service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Attacks</a:t>
            </a:r>
            <a:endParaRPr sz="2600">
              <a:latin typeface="Candara"/>
              <a:cs typeface="Candara"/>
            </a:endParaRPr>
          </a:p>
          <a:p>
            <a:pPr marL="697865" marR="388620" lvl="1" indent="-337185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Loss</a:t>
            </a:r>
            <a:r>
              <a:rPr sz="26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6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Service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due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Disaster (man-made</a:t>
            </a:r>
            <a:r>
              <a:rPr sz="26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or </a:t>
            </a:r>
            <a:r>
              <a:rPr sz="2600" spc="-5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natural)</a:t>
            </a:r>
            <a:endParaRPr sz="2600">
              <a:latin typeface="Candara"/>
              <a:cs typeface="Candara"/>
            </a:endParaRPr>
          </a:p>
          <a:p>
            <a:pPr lvl="1">
              <a:lnSpc>
                <a:spcPct val="100000"/>
              </a:lnSpc>
              <a:buClr>
                <a:srgbClr val="2F1F57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support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Availability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Incident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Management</a:t>
            </a:r>
            <a:r>
              <a:rPr sz="26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Plans,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Disaster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Recovery Plans,</a:t>
            </a:r>
            <a:endParaRPr sz="2600">
              <a:latin typeface="Candara"/>
              <a:cs typeface="Candara"/>
            </a:endParaRPr>
          </a:p>
          <a:p>
            <a:pPr marL="698500" lvl="1" indent="-337185">
              <a:lnSpc>
                <a:spcPct val="100000"/>
              </a:lnSpc>
              <a:spcBef>
                <a:spcPts val="600"/>
              </a:spcBef>
              <a:buChar char="•"/>
              <a:tabLst>
                <a:tab pos="698500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Business</a:t>
            </a:r>
            <a:r>
              <a:rPr sz="26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Continuity</a:t>
            </a:r>
            <a:r>
              <a:rPr sz="26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Plan</a:t>
            </a:r>
            <a:endParaRPr sz="2600">
              <a:latin typeface="Candara"/>
              <a:cs typeface="Candar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76900" y="6509003"/>
            <a:ext cx="847725" cy="178435"/>
          </a:xfrm>
          <a:custGeom>
            <a:avLst/>
            <a:gdLst/>
            <a:ahLst/>
            <a:cxnLst/>
            <a:rect l="l" t="t" r="r" b="b"/>
            <a:pathLst>
              <a:path w="847725" h="178434">
                <a:moveTo>
                  <a:pt x="0" y="108203"/>
                </a:moveTo>
                <a:lnTo>
                  <a:pt x="25908" y="117347"/>
                </a:lnTo>
                <a:lnTo>
                  <a:pt x="54864" y="117347"/>
                </a:lnTo>
                <a:lnTo>
                  <a:pt x="94488" y="117347"/>
                </a:lnTo>
                <a:lnTo>
                  <a:pt x="132588" y="112775"/>
                </a:lnTo>
                <a:lnTo>
                  <a:pt x="158495" y="108203"/>
                </a:lnTo>
                <a:lnTo>
                  <a:pt x="198119" y="103631"/>
                </a:lnTo>
                <a:lnTo>
                  <a:pt x="240792" y="99059"/>
                </a:lnTo>
                <a:lnTo>
                  <a:pt x="292607" y="96011"/>
                </a:lnTo>
                <a:lnTo>
                  <a:pt x="330708" y="91439"/>
                </a:lnTo>
                <a:lnTo>
                  <a:pt x="361187" y="91439"/>
                </a:lnTo>
                <a:lnTo>
                  <a:pt x="400812" y="86867"/>
                </a:lnTo>
                <a:lnTo>
                  <a:pt x="443484" y="86867"/>
                </a:lnTo>
                <a:lnTo>
                  <a:pt x="667512" y="86867"/>
                </a:lnTo>
                <a:lnTo>
                  <a:pt x="696468" y="82295"/>
                </a:lnTo>
                <a:lnTo>
                  <a:pt x="722375" y="77723"/>
                </a:lnTo>
                <a:lnTo>
                  <a:pt x="743712" y="73151"/>
                </a:lnTo>
                <a:lnTo>
                  <a:pt x="762000" y="70103"/>
                </a:lnTo>
                <a:lnTo>
                  <a:pt x="774191" y="65531"/>
                </a:lnTo>
                <a:lnTo>
                  <a:pt x="787908" y="56387"/>
                </a:lnTo>
                <a:lnTo>
                  <a:pt x="795527" y="51815"/>
                </a:lnTo>
                <a:lnTo>
                  <a:pt x="800100" y="44195"/>
                </a:lnTo>
                <a:lnTo>
                  <a:pt x="804672" y="35051"/>
                </a:lnTo>
                <a:lnTo>
                  <a:pt x="804672" y="30479"/>
                </a:lnTo>
                <a:lnTo>
                  <a:pt x="804672" y="21335"/>
                </a:lnTo>
                <a:lnTo>
                  <a:pt x="804672" y="16763"/>
                </a:lnTo>
                <a:lnTo>
                  <a:pt x="800100" y="13715"/>
                </a:lnTo>
                <a:lnTo>
                  <a:pt x="792479" y="9143"/>
                </a:lnTo>
                <a:lnTo>
                  <a:pt x="774191" y="4571"/>
                </a:lnTo>
                <a:lnTo>
                  <a:pt x="757427" y="0"/>
                </a:lnTo>
                <a:lnTo>
                  <a:pt x="688847" y="0"/>
                </a:lnTo>
                <a:lnTo>
                  <a:pt x="696468" y="0"/>
                </a:lnTo>
                <a:lnTo>
                  <a:pt x="714756" y="4571"/>
                </a:lnTo>
                <a:lnTo>
                  <a:pt x="736091" y="9143"/>
                </a:lnTo>
                <a:lnTo>
                  <a:pt x="757427" y="13715"/>
                </a:lnTo>
                <a:lnTo>
                  <a:pt x="774191" y="16763"/>
                </a:lnTo>
                <a:lnTo>
                  <a:pt x="792479" y="21335"/>
                </a:lnTo>
                <a:lnTo>
                  <a:pt x="809243" y="25907"/>
                </a:lnTo>
                <a:lnTo>
                  <a:pt x="826008" y="35051"/>
                </a:lnTo>
                <a:lnTo>
                  <a:pt x="835152" y="39623"/>
                </a:lnTo>
                <a:lnTo>
                  <a:pt x="842772" y="44195"/>
                </a:lnTo>
                <a:lnTo>
                  <a:pt x="847343" y="47243"/>
                </a:lnTo>
                <a:lnTo>
                  <a:pt x="847343" y="56387"/>
                </a:lnTo>
                <a:lnTo>
                  <a:pt x="847343" y="65531"/>
                </a:lnTo>
                <a:lnTo>
                  <a:pt x="813816" y="121919"/>
                </a:lnTo>
                <a:lnTo>
                  <a:pt x="783335" y="147827"/>
                </a:lnTo>
                <a:lnTo>
                  <a:pt x="731520" y="178307"/>
                </a:lnTo>
              </a:path>
            </a:pathLst>
          </a:custGeom>
          <a:ln w="19811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6557010" y="6204965"/>
            <a:ext cx="584200" cy="439420"/>
            <a:chOff x="6557010" y="6204965"/>
            <a:chExt cx="584200" cy="439420"/>
          </a:xfrm>
        </p:grpSpPr>
        <p:sp>
          <p:nvSpPr>
            <p:cNvPr id="7" name="object 7"/>
            <p:cNvSpPr/>
            <p:nvPr/>
          </p:nvSpPr>
          <p:spPr>
            <a:xfrm>
              <a:off x="6566916" y="6214871"/>
              <a:ext cx="487680" cy="66040"/>
            </a:xfrm>
            <a:custGeom>
              <a:avLst/>
              <a:gdLst/>
              <a:ahLst/>
              <a:cxnLst/>
              <a:rect l="l" t="t" r="r" b="b"/>
              <a:pathLst>
                <a:path w="487679" h="66039">
                  <a:moveTo>
                    <a:pt x="99059" y="9143"/>
                  </a:moveTo>
                  <a:lnTo>
                    <a:pt x="91439" y="13715"/>
                  </a:lnTo>
                  <a:lnTo>
                    <a:pt x="82295" y="16763"/>
                  </a:lnTo>
                  <a:lnTo>
                    <a:pt x="70103" y="21335"/>
                  </a:lnTo>
                  <a:lnTo>
                    <a:pt x="56387" y="25907"/>
                  </a:lnTo>
                  <a:lnTo>
                    <a:pt x="44195" y="30479"/>
                  </a:lnTo>
                  <a:lnTo>
                    <a:pt x="30479" y="35051"/>
                  </a:lnTo>
                  <a:lnTo>
                    <a:pt x="22859" y="39623"/>
                  </a:lnTo>
                  <a:lnTo>
                    <a:pt x="13715" y="42671"/>
                  </a:lnTo>
                  <a:lnTo>
                    <a:pt x="9143" y="47243"/>
                  </a:lnTo>
                  <a:lnTo>
                    <a:pt x="4571" y="51815"/>
                  </a:lnTo>
                  <a:lnTo>
                    <a:pt x="0" y="56387"/>
                  </a:lnTo>
                  <a:lnTo>
                    <a:pt x="4571" y="60959"/>
                  </a:lnTo>
                  <a:lnTo>
                    <a:pt x="13715" y="60959"/>
                  </a:lnTo>
                  <a:lnTo>
                    <a:pt x="35051" y="65531"/>
                  </a:lnTo>
                  <a:lnTo>
                    <a:pt x="60959" y="65531"/>
                  </a:lnTo>
                  <a:lnTo>
                    <a:pt x="86867" y="65531"/>
                  </a:lnTo>
                  <a:lnTo>
                    <a:pt x="124967" y="60959"/>
                  </a:lnTo>
                  <a:lnTo>
                    <a:pt x="176783" y="56387"/>
                  </a:lnTo>
                  <a:lnTo>
                    <a:pt x="228599" y="51815"/>
                  </a:lnTo>
                  <a:lnTo>
                    <a:pt x="268223" y="47243"/>
                  </a:lnTo>
                  <a:lnTo>
                    <a:pt x="297179" y="39623"/>
                  </a:lnTo>
                  <a:lnTo>
                    <a:pt x="336803" y="30479"/>
                  </a:lnTo>
                  <a:lnTo>
                    <a:pt x="374903" y="21335"/>
                  </a:lnTo>
                  <a:lnTo>
                    <a:pt x="409955" y="16763"/>
                  </a:lnTo>
                  <a:lnTo>
                    <a:pt x="440435" y="13715"/>
                  </a:lnTo>
                  <a:lnTo>
                    <a:pt x="461772" y="9143"/>
                  </a:lnTo>
                  <a:lnTo>
                    <a:pt x="473964" y="4571"/>
                  </a:lnTo>
                  <a:lnTo>
                    <a:pt x="483107" y="0"/>
                  </a:lnTo>
                  <a:lnTo>
                    <a:pt x="487679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774180" y="6266687"/>
              <a:ext cx="40005" cy="367665"/>
            </a:xfrm>
            <a:custGeom>
              <a:avLst/>
              <a:gdLst/>
              <a:ahLst/>
              <a:cxnLst/>
              <a:rect l="l" t="t" r="r" b="b"/>
              <a:pathLst>
                <a:path w="40004" h="367665">
                  <a:moveTo>
                    <a:pt x="0" y="0"/>
                  </a:moveTo>
                  <a:lnTo>
                    <a:pt x="4572" y="9144"/>
                  </a:lnTo>
                  <a:lnTo>
                    <a:pt x="13716" y="30480"/>
                  </a:lnTo>
                  <a:lnTo>
                    <a:pt x="21336" y="56387"/>
                  </a:lnTo>
                  <a:lnTo>
                    <a:pt x="30480" y="86868"/>
                  </a:lnTo>
                  <a:lnTo>
                    <a:pt x="35052" y="121920"/>
                  </a:lnTo>
                  <a:lnTo>
                    <a:pt x="39624" y="160019"/>
                  </a:lnTo>
                  <a:lnTo>
                    <a:pt x="39624" y="199643"/>
                  </a:lnTo>
                  <a:lnTo>
                    <a:pt x="39624" y="237743"/>
                  </a:lnTo>
                  <a:lnTo>
                    <a:pt x="39624" y="367284"/>
                  </a:lnTo>
                </a:path>
              </a:pathLst>
            </a:custGeom>
            <a:ln w="198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937248" y="6396227"/>
              <a:ext cx="193675" cy="234950"/>
            </a:xfrm>
            <a:custGeom>
              <a:avLst/>
              <a:gdLst/>
              <a:ahLst/>
              <a:cxnLst/>
              <a:rect l="l" t="t" r="r" b="b"/>
              <a:pathLst>
                <a:path w="193675" h="234950">
                  <a:moveTo>
                    <a:pt x="0" y="134112"/>
                  </a:moveTo>
                  <a:lnTo>
                    <a:pt x="9144" y="138684"/>
                  </a:lnTo>
                  <a:lnTo>
                    <a:pt x="21336" y="138684"/>
                  </a:lnTo>
                  <a:lnTo>
                    <a:pt x="39624" y="138684"/>
                  </a:lnTo>
                  <a:lnTo>
                    <a:pt x="60960" y="138684"/>
                  </a:lnTo>
                  <a:lnTo>
                    <a:pt x="82296" y="134112"/>
                  </a:lnTo>
                  <a:lnTo>
                    <a:pt x="99060" y="126492"/>
                  </a:lnTo>
                  <a:lnTo>
                    <a:pt x="117348" y="117348"/>
                  </a:lnTo>
                  <a:lnTo>
                    <a:pt x="134112" y="103632"/>
                  </a:lnTo>
                  <a:lnTo>
                    <a:pt x="150876" y="91440"/>
                  </a:lnTo>
                  <a:lnTo>
                    <a:pt x="164592" y="77724"/>
                  </a:lnTo>
                  <a:lnTo>
                    <a:pt x="172211" y="65532"/>
                  </a:lnTo>
                  <a:lnTo>
                    <a:pt x="181356" y="51816"/>
                  </a:lnTo>
                  <a:lnTo>
                    <a:pt x="190500" y="39624"/>
                  </a:lnTo>
                  <a:lnTo>
                    <a:pt x="193548" y="30480"/>
                  </a:lnTo>
                  <a:lnTo>
                    <a:pt x="193548" y="22860"/>
                  </a:lnTo>
                  <a:lnTo>
                    <a:pt x="193548" y="13716"/>
                  </a:lnTo>
                  <a:lnTo>
                    <a:pt x="193548" y="9144"/>
                  </a:lnTo>
                  <a:lnTo>
                    <a:pt x="190500" y="4572"/>
                  </a:lnTo>
                  <a:lnTo>
                    <a:pt x="185928" y="0"/>
                  </a:lnTo>
                  <a:lnTo>
                    <a:pt x="181356" y="0"/>
                  </a:lnTo>
                  <a:lnTo>
                    <a:pt x="172211" y="0"/>
                  </a:lnTo>
                  <a:lnTo>
                    <a:pt x="160019" y="4572"/>
                  </a:lnTo>
                  <a:lnTo>
                    <a:pt x="143256" y="9144"/>
                  </a:lnTo>
                  <a:lnTo>
                    <a:pt x="124968" y="22860"/>
                  </a:lnTo>
                  <a:lnTo>
                    <a:pt x="91439" y="60960"/>
                  </a:lnTo>
                  <a:lnTo>
                    <a:pt x="74676" y="96012"/>
                  </a:lnTo>
                  <a:lnTo>
                    <a:pt x="51816" y="152400"/>
                  </a:lnTo>
                  <a:lnTo>
                    <a:pt x="48768" y="178308"/>
                  </a:lnTo>
                  <a:lnTo>
                    <a:pt x="48768" y="195072"/>
                  </a:lnTo>
                  <a:lnTo>
                    <a:pt x="48768" y="208788"/>
                  </a:lnTo>
                  <a:lnTo>
                    <a:pt x="51816" y="220980"/>
                  </a:lnTo>
                  <a:lnTo>
                    <a:pt x="65532" y="230124"/>
                  </a:lnTo>
                  <a:lnTo>
                    <a:pt x="82296" y="234696"/>
                  </a:lnTo>
                  <a:lnTo>
                    <a:pt x="99060" y="234696"/>
                  </a:lnTo>
                  <a:lnTo>
                    <a:pt x="120396" y="230124"/>
                  </a:lnTo>
                  <a:lnTo>
                    <a:pt x="150876" y="220980"/>
                  </a:lnTo>
                  <a:lnTo>
                    <a:pt x="185928" y="208788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7238238" y="6054090"/>
            <a:ext cx="449580" cy="551815"/>
            <a:chOff x="7238238" y="6054090"/>
            <a:chExt cx="449580" cy="551815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8238" y="6351270"/>
              <a:ext cx="196595" cy="24079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467600" y="6063996"/>
              <a:ext cx="210820" cy="532130"/>
            </a:xfrm>
            <a:custGeom>
              <a:avLst/>
              <a:gdLst/>
              <a:ahLst/>
              <a:cxnLst/>
              <a:rect l="l" t="t" r="r" b="b"/>
              <a:pathLst>
                <a:path w="210820" h="532129">
                  <a:moveTo>
                    <a:pt x="94488" y="0"/>
                  </a:moveTo>
                  <a:lnTo>
                    <a:pt x="89916" y="0"/>
                  </a:lnTo>
                  <a:lnTo>
                    <a:pt x="85344" y="3048"/>
                  </a:lnTo>
                  <a:lnTo>
                    <a:pt x="80772" y="7620"/>
                  </a:lnTo>
                  <a:lnTo>
                    <a:pt x="73152" y="21336"/>
                  </a:lnTo>
                  <a:lnTo>
                    <a:pt x="59436" y="42672"/>
                  </a:lnTo>
                  <a:lnTo>
                    <a:pt x="47244" y="73152"/>
                  </a:lnTo>
                  <a:lnTo>
                    <a:pt x="38100" y="106679"/>
                  </a:lnTo>
                  <a:lnTo>
                    <a:pt x="30480" y="150876"/>
                  </a:lnTo>
                  <a:lnTo>
                    <a:pt x="21336" y="202692"/>
                  </a:lnTo>
                  <a:lnTo>
                    <a:pt x="12192" y="254507"/>
                  </a:lnTo>
                  <a:lnTo>
                    <a:pt x="7620" y="297180"/>
                  </a:lnTo>
                  <a:lnTo>
                    <a:pt x="4572" y="336804"/>
                  </a:lnTo>
                  <a:lnTo>
                    <a:pt x="0" y="381000"/>
                  </a:lnTo>
                  <a:lnTo>
                    <a:pt x="0" y="409956"/>
                  </a:lnTo>
                  <a:lnTo>
                    <a:pt x="0" y="432815"/>
                  </a:lnTo>
                  <a:lnTo>
                    <a:pt x="0" y="449580"/>
                  </a:lnTo>
                  <a:lnTo>
                    <a:pt x="4572" y="461772"/>
                  </a:lnTo>
                  <a:lnTo>
                    <a:pt x="7620" y="470915"/>
                  </a:lnTo>
                  <a:lnTo>
                    <a:pt x="12192" y="480060"/>
                  </a:lnTo>
                  <a:lnTo>
                    <a:pt x="16764" y="484632"/>
                  </a:lnTo>
                  <a:lnTo>
                    <a:pt x="21336" y="489204"/>
                  </a:lnTo>
                  <a:lnTo>
                    <a:pt x="25908" y="484632"/>
                  </a:lnTo>
                  <a:lnTo>
                    <a:pt x="33528" y="475487"/>
                  </a:lnTo>
                  <a:lnTo>
                    <a:pt x="42672" y="466343"/>
                  </a:lnTo>
                  <a:lnTo>
                    <a:pt x="56388" y="454152"/>
                  </a:lnTo>
                  <a:lnTo>
                    <a:pt x="64008" y="440436"/>
                  </a:lnTo>
                  <a:lnTo>
                    <a:pt x="77724" y="432815"/>
                  </a:lnTo>
                  <a:lnTo>
                    <a:pt x="85344" y="423672"/>
                  </a:lnTo>
                  <a:lnTo>
                    <a:pt x="94488" y="419100"/>
                  </a:lnTo>
                  <a:lnTo>
                    <a:pt x="103632" y="414528"/>
                  </a:lnTo>
                  <a:lnTo>
                    <a:pt x="111252" y="414528"/>
                  </a:lnTo>
                  <a:lnTo>
                    <a:pt x="120396" y="419100"/>
                  </a:lnTo>
                  <a:lnTo>
                    <a:pt x="129540" y="428243"/>
                  </a:lnTo>
                  <a:lnTo>
                    <a:pt x="137160" y="435863"/>
                  </a:lnTo>
                  <a:lnTo>
                    <a:pt x="146304" y="454152"/>
                  </a:lnTo>
                  <a:lnTo>
                    <a:pt x="155448" y="470915"/>
                  </a:lnTo>
                  <a:lnTo>
                    <a:pt x="167640" y="489204"/>
                  </a:lnTo>
                  <a:lnTo>
                    <a:pt x="176784" y="501395"/>
                  </a:lnTo>
                  <a:lnTo>
                    <a:pt x="184404" y="515112"/>
                  </a:lnTo>
                  <a:lnTo>
                    <a:pt x="193548" y="522732"/>
                  </a:lnTo>
                  <a:lnTo>
                    <a:pt x="198120" y="527304"/>
                  </a:lnTo>
                  <a:lnTo>
                    <a:pt x="202692" y="531876"/>
                  </a:lnTo>
                  <a:lnTo>
                    <a:pt x="210312" y="53187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7743444" y="6435851"/>
            <a:ext cx="455930" cy="186055"/>
          </a:xfrm>
          <a:custGeom>
            <a:avLst/>
            <a:gdLst/>
            <a:ahLst/>
            <a:cxnLst/>
            <a:rect l="l" t="t" r="r" b="b"/>
            <a:pathLst>
              <a:path w="455929" h="186054">
                <a:moveTo>
                  <a:pt x="0" y="42672"/>
                </a:moveTo>
                <a:lnTo>
                  <a:pt x="0" y="38100"/>
                </a:lnTo>
                <a:lnTo>
                  <a:pt x="0" y="30480"/>
                </a:lnTo>
                <a:lnTo>
                  <a:pt x="0" y="21336"/>
                </a:lnTo>
                <a:lnTo>
                  <a:pt x="0" y="16764"/>
                </a:lnTo>
                <a:lnTo>
                  <a:pt x="0" y="12192"/>
                </a:lnTo>
                <a:lnTo>
                  <a:pt x="0" y="9144"/>
                </a:lnTo>
                <a:lnTo>
                  <a:pt x="4572" y="4572"/>
                </a:lnTo>
                <a:lnTo>
                  <a:pt x="7620" y="0"/>
                </a:lnTo>
                <a:lnTo>
                  <a:pt x="12192" y="0"/>
                </a:lnTo>
                <a:lnTo>
                  <a:pt x="21336" y="0"/>
                </a:lnTo>
                <a:lnTo>
                  <a:pt x="33528" y="4572"/>
                </a:lnTo>
                <a:lnTo>
                  <a:pt x="73152" y="42672"/>
                </a:lnTo>
                <a:lnTo>
                  <a:pt x="94488" y="82296"/>
                </a:lnTo>
                <a:lnTo>
                  <a:pt x="106679" y="129540"/>
                </a:lnTo>
                <a:lnTo>
                  <a:pt x="111252" y="138684"/>
                </a:lnTo>
                <a:lnTo>
                  <a:pt x="115824" y="146304"/>
                </a:lnTo>
                <a:lnTo>
                  <a:pt x="115824" y="155448"/>
                </a:lnTo>
                <a:lnTo>
                  <a:pt x="115824" y="160020"/>
                </a:lnTo>
                <a:lnTo>
                  <a:pt x="120396" y="160020"/>
                </a:lnTo>
                <a:lnTo>
                  <a:pt x="123444" y="155448"/>
                </a:lnTo>
                <a:lnTo>
                  <a:pt x="132588" y="146304"/>
                </a:lnTo>
                <a:lnTo>
                  <a:pt x="141732" y="134112"/>
                </a:lnTo>
                <a:lnTo>
                  <a:pt x="149352" y="117348"/>
                </a:lnTo>
                <a:lnTo>
                  <a:pt x="158495" y="99060"/>
                </a:lnTo>
                <a:lnTo>
                  <a:pt x="167640" y="82296"/>
                </a:lnTo>
                <a:lnTo>
                  <a:pt x="172211" y="68580"/>
                </a:lnTo>
                <a:lnTo>
                  <a:pt x="175260" y="60960"/>
                </a:lnTo>
                <a:lnTo>
                  <a:pt x="179831" y="51816"/>
                </a:lnTo>
                <a:lnTo>
                  <a:pt x="184404" y="42672"/>
                </a:lnTo>
                <a:lnTo>
                  <a:pt x="188976" y="38100"/>
                </a:lnTo>
                <a:lnTo>
                  <a:pt x="193548" y="35052"/>
                </a:lnTo>
                <a:lnTo>
                  <a:pt x="198119" y="35052"/>
                </a:lnTo>
                <a:lnTo>
                  <a:pt x="202692" y="35052"/>
                </a:lnTo>
                <a:lnTo>
                  <a:pt x="210311" y="35052"/>
                </a:lnTo>
                <a:lnTo>
                  <a:pt x="214883" y="38100"/>
                </a:lnTo>
                <a:lnTo>
                  <a:pt x="222504" y="42672"/>
                </a:lnTo>
                <a:lnTo>
                  <a:pt x="231648" y="51816"/>
                </a:lnTo>
                <a:lnTo>
                  <a:pt x="240792" y="64008"/>
                </a:lnTo>
                <a:lnTo>
                  <a:pt x="248411" y="82296"/>
                </a:lnTo>
                <a:lnTo>
                  <a:pt x="257556" y="94488"/>
                </a:lnTo>
                <a:lnTo>
                  <a:pt x="266700" y="112776"/>
                </a:lnTo>
                <a:lnTo>
                  <a:pt x="274319" y="124968"/>
                </a:lnTo>
                <a:lnTo>
                  <a:pt x="278892" y="134112"/>
                </a:lnTo>
                <a:lnTo>
                  <a:pt x="288036" y="146304"/>
                </a:lnTo>
                <a:lnTo>
                  <a:pt x="292607" y="155448"/>
                </a:lnTo>
                <a:lnTo>
                  <a:pt x="297180" y="164592"/>
                </a:lnTo>
                <a:lnTo>
                  <a:pt x="300228" y="169164"/>
                </a:lnTo>
                <a:lnTo>
                  <a:pt x="309372" y="172212"/>
                </a:lnTo>
                <a:lnTo>
                  <a:pt x="313943" y="176784"/>
                </a:lnTo>
                <a:lnTo>
                  <a:pt x="318515" y="181356"/>
                </a:lnTo>
                <a:lnTo>
                  <a:pt x="321563" y="185928"/>
                </a:lnTo>
                <a:lnTo>
                  <a:pt x="330708" y="185928"/>
                </a:lnTo>
                <a:lnTo>
                  <a:pt x="335280" y="185928"/>
                </a:lnTo>
                <a:lnTo>
                  <a:pt x="344423" y="185928"/>
                </a:lnTo>
                <a:lnTo>
                  <a:pt x="352043" y="181356"/>
                </a:lnTo>
                <a:lnTo>
                  <a:pt x="356615" y="176784"/>
                </a:lnTo>
                <a:lnTo>
                  <a:pt x="361187" y="172212"/>
                </a:lnTo>
                <a:lnTo>
                  <a:pt x="365760" y="169164"/>
                </a:lnTo>
                <a:lnTo>
                  <a:pt x="370332" y="164592"/>
                </a:lnTo>
                <a:lnTo>
                  <a:pt x="373380" y="160020"/>
                </a:lnTo>
                <a:lnTo>
                  <a:pt x="377952" y="155448"/>
                </a:lnTo>
                <a:lnTo>
                  <a:pt x="382523" y="150876"/>
                </a:lnTo>
                <a:lnTo>
                  <a:pt x="387095" y="146304"/>
                </a:lnTo>
                <a:lnTo>
                  <a:pt x="391667" y="143256"/>
                </a:lnTo>
                <a:lnTo>
                  <a:pt x="396239" y="138684"/>
                </a:lnTo>
                <a:lnTo>
                  <a:pt x="399287" y="134112"/>
                </a:lnTo>
                <a:lnTo>
                  <a:pt x="403860" y="129540"/>
                </a:lnTo>
                <a:lnTo>
                  <a:pt x="408432" y="124968"/>
                </a:lnTo>
                <a:lnTo>
                  <a:pt x="408432" y="120396"/>
                </a:lnTo>
                <a:lnTo>
                  <a:pt x="408432" y="89916"/>
                </a:lnTo>
                <a:lnTo>
                  <a:pt x="413004" y="86868"/>
                </a:lnTo>
                <a:lnTo>
                  <a:pt x="413004" y="82296"/>
                </a:lnTo>
                <a:lnTo>
                  <a:pt x="417576" y="89916"/>
                </a:lnTo>
                <a:lnTo>
                  <a:pt x="422148" y="99060"/>
                </a:lnTo>
                <a:lnTo>
                  <a:pt x="425195" y="108204"/>
                </a:lnTo>
                <a:lnTo>
                  <a:pt x="429767" y="112776"/>
                </a:lnTo>
                <a:lnTo>
                  <a:pt x="434339" y="117348"/>
                </a:lnTo>
                <a:lnTo>
                  <a:pt x="438912" y="124968"/>
                </a:lnTo>
                <a:lnTo>
                  <a:pt x="443484" y="129540"/>
                </a:lnTo>
                <a:lnTo>
                  <a:pt x="446532" y="134112"/>
                </a:lnTo>
                <a:lnTo>
                  <a:pt x="451104" y="134112"/>
                </a:lnTo>
                <a:lnTo>
                  <a:pt x="455676" y="134112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380476" y="6184392"/>
            <a:ext cx="701040" cy="441959"/>
          </a:xfrm>
          <a:custGeom>
            <a:avLst/>
            <a:gdLst/>
            <a:ahLst/>
            <a:cxnLst/>
            <a:rect l="l" t="t" r="r" b="b"/>
            <a:pathLst>
              <a:path w="701040" h="441959">
                <a:moveTo>
                  <a:pt x="115824" y="176783"/>
                </a:moveTo>
                <a:lnTo>
                  <a:pt x="120396" y="176783"/>
                </a:lnTo>
                <a:lnTo>
                  <a:pt x="124968" y="176783"/>
                </a:lnTo>
                <a:lnTo>
                  <a:pt x="132588" y="173735"/>
                </a:lnTo>
                <a:lnTo>
                  <a:pt x="137160" y="169163"/>
                </a:lnTo>
                <a:lnTo>
                  <a:pt x="141732" y="164591"/>
                </a:lnTo>
                <a:lnTo>
                  <a:pt x="146304" y="160019"/>
                </a:lnTo>
                <a:lnTo>
                  <a:pt x="150876" y="155447"/>
                </a:lnTo>
                <a:lnTo>
                  <a:pt x="146304" y="155447"/>
                </a:lnTo>
                <a:lnTo>
                  <a:pt x="137160" y="160019"/>
                </a:lnTo>
                <a:lnTo>
                  <a:pt x="120396" y="173735"/>
                </a:lnTo>
                <a:lnTo>
                  <a:pt x="99060" y="190499"/>
                </a:lnTo>
                <a:lnTo>
                  <a:pt x="77724" y="208787"/>
                </a:lnTo>
                <a:lnTo>
                  <a:pt x="59436" y="230123"/>
                </a:lnTo>
                <a:lnTo>
                  <a:pt x="42672" y="256031"/>
                </a:lnTo>
                <a:lnTo>
                  <a:pt x="25908" y="289559"/>
                </a:lnTo>
                <a:lnTo>
                  <a:pt x="12192" y="315467"/>
                </a:lnTo>
                <a:lnTo>
                  <a:pt x="3048" y="341375"/>
                </a:lnTo>
                <a:lnTo>
                  <a:pt x="0" y="364235"/>
                </a:lnTo>
                <a:lnTo>
                  <a:pt x="0" y="385571"/>
                </a:lnTo>
                <a:lnTo>
                  <a:pt x="25908" y="428243"/>
                </a:lnTo>
                <a:lnTo>
                  <a:pt x="73152" y="441959"/>
                </a:lnTo>
                <a:lnTo>
                  <a:pt x="102108" y="441959"/>
                </a:lnTo>
                <a:lnTo>
                  <a:pt x="141732" y="437387"/>
                </a:lnTo>
                <a:lnTo>
                  <a:pt x="184404" y="423671"/>
                </a:lnTo>
                <a:lnTo>
                  <a:pt x="219456" y="411479"/>
                </a:lnTo>
                <a:lnTo>
                  <a:pt x="252984" y="394715"/>
                </a:lnTo>
                <a:lnTo>
                  <a:pt x="292607" y="376427"/>
                </a:lnTo>
                <a:lnTo>
                  <a:pt x="323088" y="359663"/>
                </a:lnTo>
                <a:lnTo>
                  <a:pt x="348996" y="345947"/>
                </a:lnTo>
                <a:lnTo>
                  <a:pt x="374904" y="333755"/>
                </a:lnTo>
                <a:lnTo>
                  <a:pt x="391667" y="324611"/>
                </a:lnTo>
                <a:lnTo>
                  <a:pt x="403860" y="315467"/>
                </a:lnTo>
                <a:lnTo>
                  <a:pt x="413004" y="312419"/>
                </a:lnTo>
                <a:lnTo>
                  <a:pt x="420624" y="307847"/>
                </a:lnTo>
                <a:lnTo>
                  <a:pt x="417576" y="307847"/>
                </a:lnTo>
                <a:lnTo>
                  <a:pt x="408431" y="312419"/>
                </a:lnTo>
                <a:lnTo>
                  <a:pt x="391667" y="320039"/>
                </a:lnTo>
                <a:lnTo>
                  <a:pt x="370331" y="333755"/>
                </a:lnTo>
                <a:lnTo>
                  <a:pt x="348996" y="350519"/>
                </a:lnTo>
                <a:lnTo>
                  <a:pt x="326136" y="364235"/>
                </a:lnTo>
                <a:lnTo>
                  <a:pt x="313943" y="371855"/>
                </a:lnTo>
                <a:lnTo>
                  <a:pt x="304800" y="380999"/>
                </a:lnTo>
                <a:lnTo>
                  <a:pt x="297180" y="385571"/>
                </a:lnTo>
                <a:lnTo>
                  <a:pt x="292607" y="390143"/>
                </a:lnTo>
                <a:lnTo>
                  <a:pt x="297180" y="390143"/>
                </a:lnTo>
                <a:lnTo>
                  <a:pt x="304800" y="385571"/>
                </a:lnTo>
                <a:lnTo>
                  <a:pt x="339852" y="364235"/>
                </a:lnTo>
                <a:lnTo>
                  <a:pt x="356616" y="345947"/>
                </a:lnTo>
                <a:lnTo>
                  <a:pt x="365760" y="341375"/>
                </a:lnTo>
                <a:lnTo>
                  <a:pt x="370331" y="338327"/>
                </a:lnTo>
                <a:lnTo>
                  <a:pt x="374904" y="333755"/>
                </a:lnTo>
                <a:lnTo>
                  <a:pt x="377952" y="329183"/>
                </a:lnTo>
                <a:lnTo>
                  <a:pt x="382524" y="338327"/>
                </a:lnTo>
                <a:lnTo>
                  <a:pt x="382524" y="345947"/>
                </a:lnTo>
                <a:lnTo>
                  <a:pt x="403860" y="390143"/>
                </a:lnTo>
                <a:lnTo>
                  <a:pt x="438911" y="402335"/>
                </a:lnTo>
                <a:lnTo>
                  <a:pt x="469391" y="402335"/>
                </a:lnTo>
                <a:lnTo>
                  <a:pt x="498348" y="394715"/>
                </a:lnTo>
                <a:lnTo>
                  <a:pt x="524256" y="380999"/>
                </a:lnTo>
                <a:lnTo>
                  <a:pt x="550163" y="359663"/>
                </a:lnTo>
                <a:lnTo>
                  <a:pt x="576072" y="338327"/>
                </a:lnTo>
                <a:lnTo>
                  <a:pt x="627887" y="281939"/>
                </a:lnTo>
                <a:lnTo>
                  <a:pt x="649224" y="246887"/>
                </a:lnTo>
                <a:lnTo>
                  <a:pt x="667511" y="211835"/>
                </a:lnTo>
                <a:lnTo>
                  <a:pt x="684276" y="173735"/>
                </a:lnTo>
                <a:lnTo>
                  <a:pt x="696467" y="112775"/>
                </a:lnTo>
                <a:lnTo>
                  <a:pt x="701039" y="86867"/>
                </a:lnTo>
                <a:lnTo>
                  <a:pt x="701039" y="65531"/>
                </a:lnTo>
                <a:lnTo>
                  <a:pt x="696467" y="44195"/>
                </a:lnTo>
                <a:lnTo>
                  <a:pt x="688848" y="25907"/>
                </a:lnTo>
                <a:lnTo>
                  <a:pt x="679704" y="12191"/>
                </a:lnTo>
                <a:lnTo>
                  <a:pt x="670560" y="4571"/>
                </a:lnTo>
                <a:lnTo>
                  <a:pt x="662939" y="0"/>
                </a:lnTo>
                <a:lnTo>
                  <a:pt x="653796" y="0"/>
                </a:lnTo>
                <a:lnTo>
                  <a:pt x="618743" y="30479"/>
                </a:lnTo>
                <a:lnTo>
                  <a:pt x="597408" y="108203"/>
                </a:lnTo>
                <a:lnTo>
                  <a:pt x="594360" y="150875"/>
                </a:lnTo>
                <a:lnTo>
                  <a:pt x="594360" y="195071"/>
                </a:lnTo>
                <a:lnTo>
                  <a:pt x="601980" y="246887"/>
                </a:lnTo>
                <a:lnTo>
                  <a:pt x="615696" y="286511"/>
                </a:lnTo>
                <a:lnTo>
                  <a:pt x="637032" y="315467"/>
                </a:lnTo>
                <a:lnTo>
                  <a:pt x="667511" y="341375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5" name="object 15"/>
          <p:cNvGrpSpPr/>
          <p:nvPr/>
        </p:nvGrpSpPr>
        <p:grpSpPr>
          <a:xfrm>
            <a:off x="5773673" y="6901433"/>
            <a:ext cx="708660" cy="297180"/>
            <a:chOff x="5773673" y="6901433"/>
            <a:chExt cx="708660" cy="297180"/>
          </a:xfrm>
        </p:grpSpPr>
        <p:sp>
          <p:nvSpPr>
            <p:cNvPr id="16" name="object 16"/>
            <p:cNvSpPr/>
            <p:nvPr/>
          </p:nvSpPr>
          <p:spPr>
            <a:xfrm>
              <a:off x="5783579" y="7014972"/>
              <a:ext cx="681355" cy="60960"/>
            </a:xfrm>
            <a:custGeom>
              <a:avLst/>
              <a:gdLst/>
              <a:ahLst/>
              <a:cxnLst/>
              <a:rect l="l" t="t" r="r" b="b"/>
              <a:pathLst>
                <a:path w="681354" h="60959">
                  <a:moveTo>
                    <a:pt x="0" y="4572"/>
                  </a:moveTo>
                  <a:lnTo>
                    <a:pt x="4572" y="9144"/>
                  </a:lnTo>
                  <a:lnTo>
                    <a:pt x="9144" y="13716"/>
                  </a:lnTo>
                  <a:lnTo>
                    <a:pt x="13716" y="18288"/>
                  </a:lnTo>
                  <a:lnTo>
                    <a:pt x="18288" y="22860"/>
                  </a:lnTo>
                  <a:lnTo>
                    <a:pt x="25908" y="27432"/>
                  </a:lnTo>
                  <a:lnTo>
                    <a:pt x="35052" y="30480"/>
                  </a:lnTo>
                  <a:lnTo>
                    <a:pt x="44195" y="35052"/>
                  </a:lnTo>
                  <a:lnTo>
                    <a:pt x="56387" y="39624"/>
                  </a:lnTo>
                  <a:lnTo>
                    <a:pt x="70104" y="44196"/>
                  </a:lnTo>
                  <a:lnTo>
                    <a:pt x="86868" y="48768"/>
                  </a:lnTo>
                  <a:lnTo>
                    <a:pt x="112775" y="53340"/>
                  </a:lnTo>
                  <a:lnTo>
                    <a:pt x="146304" y="56388"/>
                  </a:lnTo>
                  <a:lnTo>
                    <a:pt x="185928" y="60960"/>
                  </a:lnTo>
                  <a:lnTo>
                    <a:pt x="219456" y="60960"/>
                  </a:lnTo>
                  <a:lnTo>
                    <a:pt x="249936" y="56388"/>
                  </a:lnTo>
                  <a:lnTo>
                    <a:pt x="284988" y="56388"/>
                  </a:lnTo>
                  <a:lnTo>
                    <a:pt x="327660" y="56388"/>
                  </a:lnTo>
                  <a:lnTo>
                    <a:pt x="374904" y="53340"/>
                  </a:lnTo>
                  <a:lnTo>
                    <a:pt x="417576" y="48768"/>
                  </a:lnTo>
                  <a:lnTo>
                    <a:pt x="448056" y="44196"/>
                  </a:lnTo>
                  <a:lnTo>
                    <a:pt x="478536" y="39624"/>
                  </a:lnTo>
                  <a:lnTo>
                    <a:pt x="512063" y="39624"/>
                  </a:lnTo>
                  <a:lnTo>
                    <a:pt x="551687" y="35052"/>
                  </a:lnTo>
                  <a:lnTo>
                    <a:pt x="586739" y="30480"/>
                  </a:lnTo>
                  <a:lnTo>
                    <a:pt x="612647" y="27432"/>
                  </a:lnTo>
                  <a:lnTo>
                    <a:pt x="650747" y="18288"/>
                  </a:lnTo>
                  <a:lnTo>
                    <a:pt x="681227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339840" y="6911339"/>
              <a:ext cx="132715" cy="277495"/>
            </a:xfrm>
            <a:custGeom>
              <a:avLst/>
              <a:gdLst/>
              <a:ahLst/>
              <a:cxnLst/>
              <a:rect l="l" t="t" r="r" b="b"/>
              <a:pathLst>
                <a:path w="132714" h="277495">
                  <a:moveTo>
                    <a:pt x="7620" y="0"/>
                  </a:moveTo>
                  <a:lnTo>
                    <a:pt x="4572" y="4572"/>
                  </a:lnTo>
                  <a:lnTo>
                    <a:pt x="4572" y="9144"/>
                  </a:lnTo>
                  <a:lnTo>
                    <a:pt x="7620" y="13716"/>
                  </a:lnTo>
                  <a:lnTo>
                    <a:pt x="16764" y="22859"/>
                  </a:lnTo>
                  <a:lnTo>
                    <a:pt x="30480" y="30480"/>
                  </a:lnTo>
                  <a:lnTo>
                    <a:pt x="47244" y="39624"/>
                  </a:lnTo>
                  <a:lnTo>
                    <a:pt x="64008" y="51816"/>
                  </a:lnTo>
                  <a:lnTo>
                    <a:pt x="80772" y="60960"/>
                  </a:lnTo>
                  <a:lnTo>
                    <a:pt x="94488" y="70104"/>
                  </a:lnTo>
                  <a:lnTo>
                    <a:pt x="106680" y="77724"/>
                  </a:lnTo>
                  <a:lnTo>
                    <a:pt x="115824" y="86868"/>
                  </a:lnTo>
                  <a:lnTo>
                    <a:pt x="124968" y="96012"/>
                  </a:lnTo>
                  <a:lnTo>
                    <a:pt x="129540" y="103632"/>
                  </a:lnTo>
                  <a:lnTo>
                    <a:pt x="132588" y="117348"/>
                  </a:lnTo>
                  <a:lnTo>
                    <a:pt x="132588" y="131064"/>
                  </a:lnTo>
                  <a:lnTo>
                    <a:pt x="99060" y="187452"/>
                  </a:lnTo>
                  <a:lnTo>
                    <a:pt x="47244" y="234695"/>
                  </a:lnTo>
                  <a:lnTo>
                    <a:pt x="30480" y="251459"/>
                  </a:lnTo>
                  <a:lnTo>
                    <a:pt x="16764" y="265176"/>
                  </a:lnTo>
                  <a:lnTo>
                    <a:pt x="7620" y="272795"/>
                  </a:lnTo>
                  <a:lnTo>
                    <a:pt x="0" y="277368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617970" y="6849618"/>
            <a:ext cx="548640" cy="340360"/>
            <a:chOff x="6617970" y="6849618"/>
            <a:chExt cx="548640" cy="340360"/>
          </a:xfrm>
        </p:grpSpPr>
        <p:sp>
          <p:nvSpPr>
            <p:cNvPr id="19" name="object 19"/>
            <p:cNvSpPr/>
            <p:nvPr/>
          </p:nvSpPr>
          <p:spPr>
            <a:xfrm>
              <a:off x="6627876" y="6859524"/>
              <a:ext cx="302260" cy="312420"/>
            </a:xfrm>
            <a:custGeom>
              <a:avLst/>
              <a:gdLst/>
              <a:ahLst/>
              <a:cxnLst/>
              <a:rect l="l" t="t" r="r" b="b"/>
              <a:pathLst>
                <a:path w="302259" h="312420">
                  <a:moveTo>
                    <a:pt x="0" y="312419"/>
                  </a:moveTo>
                  <a:lnTo>
                    <a:pt x="0" y="312419"/>
                  </a:lnTo>
                  <a:lnTo>
                    <a:pt x="0" y="242315"/>
                  </a:lnTo>
                  <a:lnTo>
                    <a:pt x="4572" y="225551"/>
                  </a:lnTo>
                  <a:lnTo>
                    <a:pt x="9144" y="208787"/>
                  </a:lnTo>
                  <a:lnTo>
                    <a:pt x="12192" y="190499"/>
                  </a:lnTo>
                  <a:lnTo>
                    <a:pt x="21336" y="169163"/>
                  </a:lnTo>
                  <a:lnTo>
                    <a:pt x="30480" y="152399"/>
                  </a:lnTo>
                  <a:lnTo>
                    <a:pt x="38100" y="134111"/>
                  </a:lnTo>
                  <a:lnTo>
                    <a:pt x="47244" y="121919"/>
                  </a:lnTo>
                  <a:lnTo>
                    <a:pt x="56387" y="108203"/>
                  </a:lnTo>
                  <a:lnTo>
                    <a:pt x="60960" y="100583"/>
                  </a:lnTo>
                  <a:lnTo>
                    <a:pt x="64008" y="96011"/>
                  </a:lnTo>
                  <a:lnTo>
                    <a:pt x="68580" y="91439"/>
                  </a:lnTo>
                  <a:lnTo>
                    <a:pt x="73152" y="91439"/>
                  </a:lnTo>
                  <a:lnTo>
                    <a:pt x="82296" y="96011"/>
                  </a:lnTo>
                  <a:lnTo>
                    <a:pt x="89916" y="108203"/>
                  </a:lnTo>
                  <a:lnTo>
                    <a:pt x="99060" y="126491"/>
                  </a:lnTo>
                  <a:lnTo>
                    <a:pt x="108204" y="143255"/>
                  </a:lnTo>
                  <a:lnTo>
                    <a:pt x="111252" y="164591"/>
                  </a:lnTo>
                  <a:lnTo>
                    <a:pt x="115824" y="185927"/>
                  </a:lnTo>
                  <a:lnTo>
                    <a:pt x="115824" y="208787"/>
                  </a:lnTo>
                  <a:lnTo>
                    <a:pt x="115824" y="220979"/>
                  </a:lnTo>
                  <a:lnTo>
                    <a:pt x="115824" y="230123"/>
                  </a:lnTo>
                  <a:lnTo>
                    <a:pt x="115824" y="234695"/>
                  </a:lnTo>
                  <a:lnTo>
                    <a:pt x="120396" y="225551"/>
                  </a:lnTo>
                  <a:lnTo>
                    <a:pt x="124968" y="204215"/>
                  </a:lnTo>
                  <a:lnTo>
                    <a:pt x="134112" y="173735"/>
                  </a:lnTo>
                  <a:lnTo>
                    <a:pt x="141732" y="138683"/>
                  </a:lnTo>
                  <a:lnTo>
                    <a:pt x="150876" y="108203"/>
                  </a:lnTo>
                  <a:lnTo>
                    <a:pt x="163068" y="82295"/>
                  </a:lnTo>
                  <a:lnTo>
                    <a:pt x="172211" y="60959"/>
                  </a:lnTo>
                  <a:lnTo>
                    <a:pt x="185928" y="39623"/>
                  </a:lnTo>
                  <a:lnTo>
                    <a:pt x="193548" y="25907"/>
                  </a:lnTo>
                  <a:lnTo>
                    <a:pt x="202692" y="13715"/>
                  </a:lnTo>
                  <a:lnTo>
                    <a:pt x="210311" y="4571"/>
                  </a:lnTo>
                  <a:lnTo>
                    <a:pt x="219456" y="0"/>
                  </a:lnTo>
                  <a:lnTo>
                    <a:pt x="228600" y="0"/>
                  </a:lnTo>
                  <a:lnTo>
                    <a:pt x="236219" y="0"/>
                  </a:lnTo>
                  <a:lnTo>
                    <a:pt x="262128" y="30479"/>
                  </a:lnTo>
                  <a:lnTo>
                    <a:pt x="280416" y="86867"/>
                  </a:lnTo>
                  <a:lnTo>
                    <a:pt x="288036" y="138683"/>
                  </a:lnTo>
                  <a:lnTo>
                    <a:pt x="288036" y="160019"/>
                  </a:lnTo>
                  <a:lnTo>
                    <a:pt x="292607" y="178307"/>
                  </a:lnTo>
                  <a:lnTo>
                    <a:pt x="292607" y="190499"/>
                  </a:lnTo>
                  <a:lnTo>
                    <a:pt x="297180" y="204215"/>
                  </a:lnTo>
                  <a:lnTo>
                    <a:pt x="301752" y="208787"/>
                  </a:lnTo>
                  <a:lnTo>
                    <a:pt x="301752" y="21183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71538" y="7018781"/>
              <a:ext cx="195071" cy="170687"/>
            </a:xfrm>
            <a:prstGeom prst="rect">
              <a:avLst/>
            </a:prstGeom>
          </p:spPr>
        </p:pic>
      </p:grpSp>
      <p:sp>
        <p:nvSpPr>
          <p:cNvPr id="21" name="object 21"/>
          <p:cNvSpPr/>
          <p:nvPr/>
        </p:nvSpPr>
        <p:spPr>
          <a:xfrm>
            <a:off x="7260335" y="6908292"/>
            <a:ext cx="882650" cy="407034"/>
          </a:xfrm>
          <a:custGeom>
            <a:avLst/>
            <a:gdLst/>
            <a:ahLst/>
            <a:cxnLst/>
            <a:rect l="l" t="t" r="r" b="b"/>
            <a:pathLst>
              <a:path w="882650" h="407034">
                <a:moveTo>
                  <a:pt x="0" y="181356"/>
                </a:moveTo>
                <a:lnTo>
                  <a:pt x="4572" y="176784"/>
                </a:lnTo>
                <a:lnTo>
                  <a:pt x="9144" y="167640"/>
                </a:lnTo>
                <a:lnTo>
                  <a:pt x="18288" y="160020"/>
                </a:lnTo>
                <a:lnTo>
                  <a:pt x="25908" y="150876"/>
                </a:lnTo>
                <a:lnTo>
                  <a:pt x="35052" y="146304"/>
                </a:lnTo>
                <a:lnTo>
                  <a:pt x="44195" y="141732"/>
                </a:lnTo>
                <a:lnTo>
                  <a:pt x="51816" y="137160"/>
                </a:lnTo>
                <a:lnTo>
                  <a:pt x="56387" y="137160"/>
                </a:lnTo>
                <a:lnTo>
                  <a:pt x="60960" y="137160"/>
                </a:lnTo>
                <a:lnTo>
                  <a:pt x="70104" y="137160"/>
                </a:lnTo>
                <a:lnTo>
                  <a:pt x="73152" y="141732"/>
                </a:lnTo>
                <a:lnTo>
                  <a:pt x="82296" y="150876"/>
                </a:lnTo>
                <a:lnTo>
                  <a:pt x="86868" y="160020"/>
                </a:lnTo>
                <a:lnTo>
                  <a:pt x="91439" y="172212"/>
                </a:lnTo>
                <a:lnTo>
                  <a:pt x="94488" y="190500"/>
                </a:lnTo>
                <a:lnTo>
                  <a:pt x="99060" y="202692"/>
                </a:lnTo>
                <a:lnTo>
                  <a:pt x="99060" y="216408"/>
                </a:lnTo>
                <a:lnTo>
                  <a:pt x="99060" y="224028"/>
                </a:lnTo>
                <a:lnTo>
                  <a:pt x="99060" y="228600"/>
                </a:lnTo>
                <a:lnTo>
                  <a:pt x="99060" y="233172"/>
                </a:lnTo>
                <a:lnTo>
                  <a:pt x="103632" y="224028"/>
                </a:lnTo>
                <a:lnTo>
                  <a:pt x="112775" y="211836"/>
                </a:lnTo>
                <a:lnTo>
                  <a:pt x="120396" y="198120"/>
                </a:lnTo>
                <a:lnTo>
                  <a:pt x="129539" y="181356"/>
                </a:lnTo>
                <a:lnTo>
                  <a:pt x="143256" y="160020"/>
                </a:lnTo>
                <a:lnTo>
                  <a:pt x="155448" y="141732"/>
                </a:lnTo>
                <a:lnTo>
                  <a:pt x="169164" y="129540"/>
                </a:lnTo>
                <a:lnTo>
                  <a:pt x="176783" y="120396"/>
                </a:lnTo>
                <a:lnTo>
                  <a:pt x="185928" y="115824"/>
                </a:lnTo>
                <a:lnTo>
                  <a:pt x="188976" y="115824"/>
                </a:lnTo>
                <a:lnTo>
                  <a:pt x="198119" y="115824"/>
                </a:lnTo>
                <a:lnTo>
                  <a:pt x="202692" y="120396"/>
                </a:lnTo>
                <a:lnTo>
                  <a:pt x="211836" y="129540"/>
                </a:lnTo>
                <a:lnTo>
                  <a:pt x="214883" y="137160"/>
                </a:lnTo>
                <a:lnTo>
                  <a:pt x="219456" y="155448"/>
                </a:lnTo>
                <a:lnTo>
                  <a:pt x="228600" y="172212"/>
                </a:lnTo>
                <a:lnTo>
                  <a:pt x="233172" y="190500"/>
                </a:lnTo>
                <a:lnTo>
                  <a:pt x="237743" y="202692"/>
                </a:lnTo>
                <a:lnTo>
                  <a:pt x="240792" y="216408"/>
                </a:lnTo>
                <a:lnTo>
                  <a:pt x="245364" y="224028"/>
                </a:lnTo>
                <a:lnTo>
                  <a:pt x="249936" y="228600"/>
                </a:lnTo>
                <a:lnTo>
                  <a:pt x="259080" y="233172"/>
                </a:lnTo>
                <a:lnTo>
                  <a:pt x="266700" y="233172"/>
                </a:lnTo>
                <a:lnTo>
                  <a:pt x="280416" y="228600"/>
                </a:lnTo>
                <a:lnTo>
                  <a:pt x="297180" y="224028"/>
                </a:lnTo>
                <a:lnTo>
                  <a:pt x="318515" y="219456"/>
                </a:lnTo>
                <a:lnTo>
                  <a:pt x="336804" y="211836"/>
                </a:lnTo>
                <a:lnTo>
                  <a:pt x="353567" y="198120"/>
                </a:lnTo>
                <a:lnTo>
                  <a:pt x="370332" y="185928"/>
                </a:lnTo>
                <a:lnTo>
                  <a:pt x="387095" y="172212"/>
                </a:lnTo>
                <a:lnTo>
                  <a:pt x="400812" y="163068"/>
                </a:lnTo>
                <a:lnTo>
                  <a:pt x="413004" y="155448"/>
                </a:lnTo>
                <a:lnTo>
                  <a:pt x="422148" y="146304"/>
                </a:lnTo>
                <a:lnTo>
                  <a:pt x="431291" y="141732"/>
                </a:lnTo>
                <a:lnTo>
                  <a:pt x="435863" y="137160"/>
                </a:lnTo>
                <a:lnTo>
                  <a:pt x="438912" y="129540"/>
                </a:lnTo>
                <a:lnTo>
                  <a:pt x="443484" y="124968"/>
                </a:lnTo>
                <a:lnTo>
                  <a:pt x="443484" y="120396"/>
                </a:lnTo>
                <a:lnTo>
                  <a:pt x="443484" y="115824"/>
                </a:lnTo>
                <a:lnTo>
                  <a:pt x="443484" y="111252"/>
                </a:lnTo>
                <a:lnTo>
                  <a:pt x="438912" y="106680"/>
                </a:lnTo>
                <a:lnTo>
                  <a:pt x="431291" y="103632"/>
                </a:lnTo>
                <a:lnTo>
                  <a:pt x="417576" y="103632"/>
                </a:lnTo>
                <a:lnTo>
                  <a:pt x="379476" y="111252"/>
                </a:lnTo>
                <a:lnTo>
                  <a:pt x="336804" y="141732"/>
                </a:lnTo>
                <a:lnTo>
                  <a:pt x="327660" y="155448"/>
                </a:lnTo>
                <a:lnTo>
                  <a:pt x="318515" y="163068"/>
                </a:lnTo>
                <a:lnTo>
                  <a:pt x="313943" y="172212"/>
                </a:lnTo>
                <a:lnTo>
                  <a:pt x="313943" y="176784"/>
                </a:lnTo>
                <a:lnTo>
                  <a:pt x="313943" y="181356"/>
                </a:lnTo>
                <a:lnTo>
                  <a:pt x="323087" y="181356"/>
                </a:lnTo>
                <a:lnTo>
                  <a:pt x="332232" y="176784"/>
                </a:lnTo>
                <a:lnTo>
                  <a:pt x="344423" y="172212"/>
                </a:lnTo>
                <a:lnTo>
                  <a:pt x="358139" y="167640"/>
                </a:lnTo>
                <a:lnTo>
                  <a:pt x="370332" y="160020"/>
                </a:lnTo>
                <a:lnTo>
                  <a:pt x="384048" y="155448"/>
                </a:lnTo>
                <a:lnTo>
                  <a:pt x="391667" y="150876"/>
                </a:lnTo>
                <a:lnTo>
                  <a:pt x="400812" y="146304"/>
                </a:lnTo>
                <a:lnTo>
                  <a:pt x="409956" y="146304"/>
                </a:lnTo>
                <a:lnTo>
                  <a:pt x="417576" y="146304"/>
                </a:lnTo>
                <a:lnTo>
                  <a:pt x="422148" y="146304"/>
                </a:lnTo>
                <a:lnTo>
                  <a:pt x="426719" y="150876"/>
                </a:lnTo>
                <a:lnTo>
                  <a:pt x="435863" y="160020"/>
                </a:lnTo>
                <a:lnTo>
                  <a:pt x="438912" y="167640"/>
                </a:lnTo>
                <a:lnTo>
                  <a:pt x="448056" y="176784"/>
                </a:lnTo>
                <a:lnTo>
                  <a:pt x="452628" y="185928"/>
                </a:lnTo>
                <a:lnTo>
                  <a:pt x="457200" y="193548"/>
                </a:lnTo>
                <a:lnTo>
                  <a:pt x="464819" y="198120"/>
                </a:lnTo>
                <a:lnTo>
                  <a:pt x="473963" y="202692"/>
                </a:lnTo>
                <a:lnTo>
                  <a:pt x="483108" y="202692"/>
                </a:lnTo>
                <a:lnTo>
                  <a:pt x="495300" y="198120"/>
                </a:lnTo>
                <a:lnTo>
                  <a:pt x="512063" y="190500"/>
                </a:lnTo>
                <a:lnTo>
                  <a:pt x="534924" y="181356"/>
                </a:lnTo>
                <a:lnTo>
                  <a:pt x="556260" y="167640"/>
                </a:lnTo>
                <a:lnTo>
                  <a:pt x="577595" y="155448"/>
                </a:lnTo>
                <a:lnTo>
                  <a:pt x="598932" y="137160"/>
                </a:lnTo>
                <a:lnTo>
                  <a:pt x="615695" y="120396"/>
                </a:lnTo>
                <a:lnTo>
                  <a:pt x="632460" y="103632"/>
                </a:lnTo>
                <a:lnTo>
                  <a:pt x="650747" y="80772"/>
                </a:lnTo>
                <a:lnTo>
                  <a:pt x="662939" y="59436"/>
                </a:lnTo>
                <a:lnTo>
                  <a:pt x="672083" y="42672"/>
                </a:lnTo>
                <a:lnTo>
                  <a:pt x="681227" y="28956"/>
                </a:lnTo>
                <a:lnTo>
                  <a:pt x="685800" y="21336"/>
                </a:lnTo>
                <a:lnTo>
                  <a:pt x="688847" y="12192"/>
                </a:lnTo>
                <a:lnTo>
                  <a:pt x="688847" y="3048"/>
                </a:lnTo>
                <a:lnTo>
                  <a:pt x="688847" y="0"/>
                </a:lnTo>
                <a:lnTo>
                  <a:pt x="650747" y="38100"/>
                </a:lnTo>
                <a:lnTo>
                  <a:pt x="611124" y="94488"/>
                </a:lnTo>
                <a:lnTo>
                  <a:pt x="598932" y="120396"/>
                </a:lnTo>
                <a:lnTo>
                  <a:pt x="586739" y="141732"/>
                </a:lnTo>
                <a:lnTo>
                  <a:pt x="577595" y="160020"/>
                </a:lnTo>
                <a:lnTo>
                  <a:pt x="573024" y="172212"/>
                </a:lnTo>
                <a:lnTo>
                  <a:pt x="573024" y="185928"/>
                </a:lnTo>
                <a:lnTo>
                  <a:pt x="573024" y="193548"/>
                </a:lnTo>
                <a:lnTo>
                  <a:pt x="573024" y="202692"/>
                </a:lnTo>
                <a:lnTo>
                  <a:pt x="577595" y="211836"/>
                </a:lnTo>
                <a:lnTo>
                  <a:pt x="582167" y="216408"/>
                </a:lnTo>
                <a:lnTo>
                  <a:pt x="589787" y="224028"/>
                </a:lnTo>
                <a:lnTo>
                  <a:pt x="598932" y="233172"/>
                </a:lnTo>
                <a:lnTo>
                  <a:pt x="606552" y="242316"/>
                </a:lnTo>
                <a:lnTo>
                  <a:pt x="615695" y="249936"/>
                </a:lnTo>
                <a:lnTo>
                  <a:pt x="620268" y="259080"/>
                </a:lnTo>
                <a:lnTo>
                  <a:pt x="629412" y="271272"/>
                </a:lnTo>
                <a:lnTo>
                  <a:pt x="637031" y="289560"/>
                </a:lnTo>
                <a:lnTo>
                  <a:pt x="641604" y="310896"/>
                </a:lnTo>
                <a:lnTo>
                  <a:pt x="646175" y="336804"/>
                </a:lnTo>
                <a:lnTo>
                  <a:pt x="650747" y="376428"/>
                </a:lnTo>
                <a:lnTo>
                  <a:pt x="650747" y="406907"/>
                </a:lnTo>
              </a:path>
              <a:path w="882650" h="407034">
                <a:moveTo>
                  <a:pt x="596101" y="406907"/>
                </a:moveTo>
                <a:lnTo>
                  <a:pt x="606552" y="397764"/>
                </a:lnTo>
                <a:lnTo>
                  <a:pt x="632460" y="379476"/>
                </a:lnTo>
                <a:lnTo>
                  <a:pt x="658368" y="362712"/>
                </a:lnTo>
                <a:lnTo>
                  <a:pt x="688847" y="345948"/>
                </a:lnTo>
                <a:lnTo>
                  <a:pt x="723900" y="324612"/>
                </a:lnTo>
                <a:lnTo>
                  <a:pt x="757427" y="301752"/>
                </a:lnTo>
                <a:lnTo>
                  <a:pt x="783335" y="289560"/>
                </a:lnTo>
                <a:lnTo>
                  <a:pt x="809243" y="271272"/>
                </a:lnTo>
                <a:lnTo>
                  <a:pt x="848868" y="237744"/>
                </a:lnTo>
                <a:lnTo>
                  <a:pt x="870204" y="198120"/>
                </a:lnTo>
                <a:lnTo>
                  <a:pt x="882395" y="150876"/>
                </a:lnTo>
                <a:lnTo>
                  <a:pt x="882395" y="137160"/>
                </a:lnTo>
                <a:lnTo>
                  <a:pt x="882395" y="129540"/>
                </a:lnTo>
                <a:lnTo>
                  <a:pt x="879347" y="120396"/>
                </a:lnTo>
                <a:lnTo>
                  <a:pt x="870204" y="111252"/>
                </a:lnTo>
                <a:lnTo>
                  <a:pt x="853439" y="106680"/>
                </a:lnTo>
                <a:lnTo>
                  <a:pt x="822960" y="103632"/>
                </a:lnTo>
                <a:lnTo>
                  <a:pt x="792479" y="106680"/>
                </a:lnTo>
                <a:lnTo>
                  <a:pt x="745235" y="129540"/>
                </a:lnTo>
                <a:lnTo>
                  <a:pt x="719327" y="160020"/>
                </a:lnTo>
                <a:lnTo>
                  <a:pt x="705612" y="193548"/>
                </a:lnTo>
                <a:lnTo>
                  <a:pt x="710183" y="211836"/>
                </a:lnTo>
                <a:lnTo>
                  <a:pt x="723900" y="228600"/>
                </a:lnTo>
                <a:lnTo>
                  <a:pt x="745235" y="245364"/>
                </a:lnTo>
                <a:lnTo>
                  <a:pt x="771143" y="254508"/>
                </a:lnTo>
                <a:lnTo>
                  <a:pt x="801624" y="259080"/>
                </a:lnTo>
                <a:lnTo>
                  <a:pt x="827531" y="254508"/>
                </a:lnTo>
                <a:lnTo>
                  <a:pt x="856487" y="245364"/>
                </a:lnTo>
                <a:lnTo>
                  <a:pt x="882395" y="233172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8262365" y="6685026"/>
            <a:ext cx="1324610" cy="497205"/>
            <a:chOff x="8262365" y="6685026"/>
            <a:chExt cx="1324610" cy="497205"/>
          </a:xfrm>
        </p:grpSpPr>
        <p:sp>
          <p:nvSpPr>
            <p:cNvPr id="23" name="object 23"/>
            <p:cNvSpPr/>
            <p:nvPr/>
          </p:nvSpPr>
          <p:spPr>
            <a:xfrm>
              <a:off x="8272271" y="6694932"/>
              <a:ext cx="1094740" cy="477520"/>
            </a:xfrm>
            <a:custGeom>
              <a:avLst/>
              <a:gdLst/>
              <a:ahLst/>
              <a:cxnLst/>
              <a:rect l="l" t="t" r="r" b="b"/>
              <a:pathLst>
                <a:path w="1094740" h="477520">
                  <a:moveTo>
                    <a:pt x="9144" y="364235"/>
                  </a:moveTo>
                  <a:lnTo>
                    <a:pt x="4572" y="368807"/>
                  </a:lnTo>
                  <a:lnTo>
                    <a:pt x="0" y="368807"/>
                  </a:lnTo>
                  <a:lnTo>
                    <a:pt x="4572" y="368807"/>
                  </a:lnTo>
                  <a:lnTo>
                    <a:pt x="12192" y="364235"/>
                  </a:lnTo>
                  <a:lnTo>
                    <a:pt x="21335" y="359664"/>
                  </a:lnTo>
                  <a:lnTo>
                    <a:pt x="30480" y="359664"/>
                  </a:lnTo>
                  <a:lnTo>
                    <a:pt x="39624" y="359664"/>
                  </a:lnTo>
                  <a:lnTo>
                    <a:pt x="47244" y="359664"/>
                  </a:lnTo>
                  <a:lnTo>
                    <a:pt x="60960" y="364235"/>
                  </a:lnTo>
                  <a:lnTo>
                    <a:pt x="68580" y="368807"/>
                  </a:lnTo>
                  <a:lnTo>
                    <a:pt x="82296" y="376428"/>
                  </a:lnTo>
                  <a:lnTo>
                    <a:pt x="91440" y="385571"/>
                  </a:lnTo>
                  <a:lnTo>
                    <a:pt x="99060" y="394716"/>
                  </a:lnTo>
                  <a:lnTo>
                    <a:pt x="108204" y="406907"/>
                  </a:lnTo>
                  <a:lnTo>
                    <a:pt x="111251" y="420623"/>
                  </a:lnTo>
                  <a:lnTo>
                    <a:pt x="115824" y="429767"/>
                  </a:lnTo>
                  <a:lnTo>
                    <a:pt x="115824" y="437387"/>
                  </a:lnTo>
                  <a:lnTo>
                    <a:pt x="120396" y="446532"/>
                  </a:lnTo>
                  <a:lnTo>
                    <a:pt x="120396" y="451103"/>
                  </a:lnTo>
                  <a:lnTo>
                    <a:pt x="120396" y="455675"/>
                  </a:lnTo>
                  <a:lnTo>
                    <a:pt x="129540" y="451103"/>
                  </a:lnTo>
                  <a:lnTo>
                    <a:pt x="137160" y="446532"/>
                  </a:lnTo>
                  <a:lnTo>
                    <a:pt x="150876" y="437387"/>
                  </a:lnTo>
                  <a:lnTo>
                    <a:pt x="163067" y="429767"/>
                  </a:lnTo>
                  <a:lnTo>
                    <a:pt x="176783" y="420623"/>
                  </a:lnTo>
                  <a:lnTo>
                    <a:pt x="185928" y="416051"/>
                  </a:lnTo>
                  <a:lnTo>
                    <a:pt x="193548" y="416051"/>
                  </a:lnTo>
                  <a:lnTo>
                    <a:pt x="207264" y="416051"/>
                  </a:lnTo>
                  <a:lnTo>
                    <a:pt x="214883" y="416051"/>
                  </a:lnTo>
                  <a:lnTo>
                    <a:pt x="224028" y="416051"/>
                  </a:lnTo>
                  <a:lnTo>
                    <a:pt x="228600" y="416051"/>
                  </a:lnTo>
                  <a:lnTo>
                    <a:pt x="233172" y="420623"/>
                  </a:lnTo>
                  <a:lnTo>
                    <a:pt x="236220" y="425196"/>
                  </a:lnTo>
                  <a:lnTo>
                    <a:pt x="240792" y="432816"/>
                  </a:lnTo>
                  <a:lnTo>
                    <a:pt x="245364" y="441960"/>
                  </a:lnTo>
                  <a:lnTo>
                    <a:pt x="249935" y="451103"/>
                  </a:lnTo>
                  <a:lnTo>
                    <a:pt x="254508" y="458723"/>
                  </a:lnTo>
                  <a:lnTo>
                    <a:pt x="259080" y="467867"/>
                  </a:lnTo>
                  <a:lnTo>
                    <a:pt x="259080" y="472439"/>
                  </a:lnTo>
                  <a:lnTo>
                    <a:pt x="259080" y="477012"/>
                  </a:lnTo>
                  <a:lnTo>
                    <a:pt x="262128" y="472439"/>
                  </a:lnTo>
                  <a:lnTo>
                    <a:pt x="271272" y="458723"/>
                  </a:lnTo>
                  <a:lnTo>
                    <a:pt x="280416" y="446532"/>
                  </a:lnTo>
                  <a:lnTo>
                    <a:pt x="284988" y="432816"/>
                  </a:lnTo>
                  <a:lnTo>
                    <a:pt x="292608" y="420623"/>
                  </a:lnTo>
                  <a:lnTo>
                    <a:pt x="297180" y="411480"/>
                  </a:lnTo>
                  <a:lnTo>
                    <a:pt x="301751" y="403860"/>
                  </a:lnTo>
                  <a:lnTo>
                    <a:pt x="306324" y="394716"/>
                  </a:lnTo>
                  <a:lnTo>
                    <a:pt x="309372" y="390144"/>
                  </a:lnTo>
                  <a:lnTo>
                    <a:pt x="313944" y="385571"/>
                  </a:lnTo>
                  <a:lnTo>
                    <a:pt x="318516" y="385571"/>
                  </a:lnTo>
                  <a:lnTo>
                    <a:pt x="323088" y="385571"/>
                  </a:lnTo>
                  <a:lnTo>
                    <a:pt x="327660" y="385571"/>
                  </a:lnTo>
                  <a:lnTo>
                    <a:pt x="332232" y="390144"/>
                  </a:lnTo>
                  <a:lnTo>
                    <a:pt x="335280" y="394716"/>
                  </a:lnTo>
                  <a:lnTo>
                    <a:pt x="339851" y="403860"/>
                  </a:lnTo>
                  <a:lnTo>
                    <a:pt x="344424" y="411480"/>
                  </a:lnTo>
                  <a:lnTo>
                    <a:pt x="353567" y="425196"/>
                  </a:lnTo>
                  <a:lnTo>
                    <a:pt x="361188" y="437387"/>
                  </a:lnTo>
                  <a:lnTo>
                    <a:pt x="370332" y="446532"/>
                  </a:lnTo>
                  <a:lnTo>
                    <a:pt x="379476" y="455675"/>
                  </a:lnTo>
                  <a:lnTo>
                    <a:pt x="387096" y="463296"/>
                  </a:lnTo>
                  <a:lnTo>
                    <a:pt x="391667" y="467867"/>
                  </a:lnTo>
                  <a:lnTo>
                    <a:pt x="400812" y="472439"/>
                  </a:lnTo>
                  <a:lnTo>
                    <a:pt x="409956" y="472439"/>
                  </a:lnTo>
                  <a:lnTo>
                    <a:pt x="417576" y="472439"/>
                  </a:lnTo>
                  <a:lnTo>
                    <a:pt x="426720" y="472439"/>
                  </a:lnTo>
                  <a:lnTo>
                    <a:pt x="434340" y="467867"/>
                  </a:lnTo>
                  <a:lnTo>
                    <a:pt x="443483" y="458723"/>
                  </a:lnTo>
                  <a:lnTo>
                    <a:pt x="452628" y="446532"/>
                  </a:lnTo>
                  <a:lnTo>
                    <a:pt x="460248" y="437387"/>
                  </a:lnTo>
                  <a:lnTo>
                    <a:pt x="469392" y="425196"/>
                  </a:lnTo>
                  <a:lnTo>
                    <a:pt x="478535" y="411480"/>
                  </a:lnTo>
                  <a:lnTo>
                    <a:pt x="483108" y="403860"/>
                  </a:lnTo>
                  <a:lnTo>
                    <a:pt x="486156" y="394716"/>
                  </a:lnTo>
                  <a:lnTo>
                    <a:pt x="490728" y="390144"/>
                  </a:lnTo>
                  <a:lnTo>
                    <a:pt x="490728" y="394716"/>
                  </a:lnTo>
                  <a:lnTo>
                    <a:pt x="490728" y="399287"/>
                  </a:lnTo>
                  <a:lnTo>
                    <a:pt x="490728" y="403860"/>
                  </a:lnTo>
                  <a:lnTo>
                    <a:pt x="490728" y="406907"/>
                  </a:lnTo>
                  <a:lnTo>
                    <a:pt x="490728" y="411480"/>
                  </a:lnTo>
                  <a:lnTo>
                    <a:pt x="495300" y="416051"/>
                  </a:lnTo>
                  <a:lnTo>
                    <a:pt x="499872" y="420623"/>
                  </a:lnTo>
                  <a:lnTo>
                    <a:pt x="499872" y="425196"/>
                  </a:lnTo>
                  <a:lnTo>
                    <a:pt x="504444" y="429767"/>
                  </a:lnTo>
                  <a:lnTo>
                    <a:pt x="509016" y="437387"/>
                  </a:lnTo>
                  <a:lnTo>
                    <a:pt x="512064" y="441960"/>
                  </a:lnTo>
                  <a:lnTo>
                    <a:pt x="516635" y="451103"/>
                  </a:lnTo>
                  <a:lnTo>
                    <a:pt x="521208" y="455675"/>
                  </a:lnTo>
                  <a:lnTo>
                    <a:pt x="525780" y="458723"/>
                  </a:lnTo>
                  <a:lnTo>
                    <a:pt x="533400" y="463296"/>
                  </a:lnTo>
                  <a:lnTo>
                    <a:pt x="542544" y="467867"/>
                  </a:lnTo>
                  <a:lnTo>
                    <a:pt x="554735" y="472439"/>
                  </a:lnTo>
                  <a:lnTo>
                    <a:pt x="573024" y="472439"/>
                  </a:lnTo>
                  <a:lnTo>
                    <a:pt x="620267" y="455675"/>
                  </a:lnTo>
                  <a:lnTo>
                    <a:pt x="653796" y="420623"/>
                  </a:lnTo>
                  <a:lnTo>
                    <a:pt x="662940" y="406907"/>
                  </a:lnTo>
                  <a:lnTo>
                    <a:pt x="667512" y="394716"/>
                  </a:lnTo>
                  <a:lnTo>
                    <a:pt x="672083" y="385571"/>
                  </a:lnTo>
                  <a:lnTo>
                    <a:pt x="672083" y="376428"/>
                  </a:lnTo>
                  <a:lnTo>
                    <a:pt x="672083" y="368807"/>
                  </a:lnTo>
                  <a:lnTo>
                    <a:pt x="672083" y="364235"/>
                  </a:lnTo>
                  <a:lnTo>
                    <a:pt x="667512" y="368807"/>
                  </a:lnTo>
                  <a:lnTo>
                    <a:pt x="662940" y="376428"/>
                  </a:lnTo>
                  <a:lnTo>
                    <a:pt x="658367" y="385571"/>
                  </a:lnTo>
                  <a:lnTo>
                    <a:pt x="653796" y="399287"/>
                  </a:lnTo>
                  <a:lnTo>
                    <a:pt x="650748" y="411480"/>
                  </a:lnTo>
                  <a:lnTo>
                    <a:pt x="650748" y="425196"/>
                  </a:lnTo>
                  <a:lnTo>
                    <a:pt x="653796" y="437387"/>
                  </a:lnTo>
                  <a:lnTo>
                    <a:pt x="658367" y="446532"/>
                  </a:lnTo>
                  <a:lnTo>
                    <a:pt x="662940" y="455675"/>
                  </a:lnTo>
                  <a:lnTo>
                    <a:pt x="667512" y="458723"/>
                  </a:lnTo>
                  <a:lnTo>
                    <a:pt x="672083" y="463296"/>
                  </a:lnTo>
                  <a:lnTo>
                    <a:pt x="676656" y="467867"/>
                  </a:lnTo>
                  <a:lnTo>
                    <a:pt x="684276" y="467867"/>
                  </a:lnTo>
                  <a:lnTo>
                    <a:pt x="697992" y="467867"/>
                  </a:lnTo>
                  <a:lnTo>
                    <a:pt x="714756" y="463296"/>
                  </a:lnTo>
                  <a:lnTo>
                    <a:pt x="736092" y="451103"/>
                  </a:lnTo>
                  <a:lnTo>
                    <a:pt x="752856" y="441960"/>
                  </a:lnTo>
                  <a:lnTo>
                    <a:pt x="771144" y="432816"/>
                  </a:lnTo>
                  <a:lnTo>
                    <a:pt x="783335" y="425196"/>
                  </a:lnTo>
                  <a:lnTo>
                    <a:pt x="792480" y="416051"/>
                  </a:lnTo>
                  <a:lnTo>
                    <a:pt x="797051" y="411480"/>
                  </a:lnTo>
                  <a:lnTo>
                    <a:pt x="801624" y="406907"/>
                  </a:lnTo>
                  <a:lnTo>
                    <a:pt x="804672" y="403860"/>
                  </a:lnTo>
                  <a:lnTo>
                    <a:pt x="809244" y="399287"/>
                  </a:lnTo>
                  <a:lnTo>
                    <a:pt x="813816" y="403860"/>
                  </a:lnTo>
                  <a:lnTo>
                    <a:pt x="818388" y="406907"/>
                  </a:lnTo>
                  <a:lnTo>
                    <a:pt x="822960" y="416051"/>
                  </a:lnTo>
                  <a:lnTo>
                    <a:pt x="827532" y="429767"/>
                  </a:lnTo>
                  <a:lnTo>
                    <a:pt x="830580" y="437387"/>
                  </a:lnTo>
                  <a:lnTo>
                    <a:pt x="835151" y="446532"/>
                  </a:lnTo>
                  <a:lnTo>
                    <a:pt x="835151" y="455675"/>
                  </a:lnTo>
                  <a:lnTo>
                    <a:pt x="835151" y="463296"/>
                  </a:lnTo>
                  <a:lnTo>
                    <a:pt x="839724" y="467867"/>
                  </a:lnTo>
                  <a:lnTo>
                    <a:pt x="839724" y="472439"/>
                  </a:lnTo>
                  <a:lnTo>
                    <a:pt x="839724" y="477012"/>
                  </a:lnTo>
                  <a:lnTo>
                    <a:pt x="844296" y="472439"/>
                  </a:lnTo>
                  <a:lnTo>
                    <a:pt x="848867" y="463296"/>
                  </a:lnTo>
                  <a:lnTo>
                    <a:pt x="851916" y="455675"/>
                  </a:lnTo>
                  <a:lnTo>
                    <a:pt x="856488" y="446532"/>
                  </a:lnTo>
                  <a:lnTo>
                    <a:pt x="861060" y="432816"/>
                  </a:lnTo>
                  <a:lnTo>
                    <a:pt x="865632" y="425196"/>
                  </a:lnTo>
                  <a:lnTo>
                    <a:pt x="870204" y="416051"/>
                  </a:lnTo>
                  <a:lnTo>
                    <a:pt x="874776" y="406907"/>
                  </a:lnTo>
                  <a:lnTo>
                    <a:pt x="877824" y="403860"/>
                  </a:lnTo>
                  <a:lnTo>
                    <a:pt x="882396" y="399287"/>
                  </a:lnTo>
                  <a:lnTo>
                    <a:pt x="886967" y="394716"/>
                  </a:lnTo>
                  <a:lnTo>
                    <a:pt x="891540" y="394716"/>
                  </a:lnTo>
                  <a:lnTo>
                    <a:pt x="896112" y="394716"/>
                  </a:lnTo>
                  <a:lnTo>
                    <a:pt x="900683" y="399287"/>
                  </a:lnTo>
                  <a:lnTo>
                    <a:pt x="903732" y="403860"/>
                  </a:lnTo>
                  <a:lnTo>
                    <a:pt x="912876" y="406907"/>
                  </a:lnTo>
                  <a:lnTo>
                    <a:pt x="922020" y="406907"/>
                  </a:lnTo>
                  <a:lnTo>
                    <a:pt x="934212" y="406907"/>
                  </a:lnTo>
                  <a:lnTo>
                    <a:pt x="969264" y="390144"/>
                  </a:lnTo>
                  <a:lnTo>
                    <a:pt x="1021080" y="333755"/>
                  </a:lnTo>
                  <a:lnTo>
                    <a:pt x="1042416" y="294132"/>
                  </a:lnTo>
                  <a:lnTo>
                    <a:pt x="1059180" y="251460"/>
                  </a:lnTo>
                  <a:lnTo>
                    <a:pt x="1071372" y="208787"/>
                  </a:lnTo>
                  <a:lnTo>
                    <a:pt x="1080516" y="155448"/>
                  </a:lnTo>
                  <a:lnTo>
                    <a:pt x="1089660" y="108203"/>
                  </a:lnTo>
                  <a:lnTo>
                    <a:pt x="1094232" y="70103"/>
                  </a:lnTo>
                  <a:lnTo>
                    <a:pt x="1094232" y="44196"/>
                  </a:lnTo>
                  <a:lnTo>
                    <a:pt x="1094232" y="25907"/>
                  </a:lnTo>
                  <a:lnTo>
                    <a:pt x="1094232" y="18287"/>
                  </a:lnTo>
                  <a:lnTo>
                    <a:pt x="1094232" y="9144"/>
                  </a:lnTo>
                  <a:lnTo>
                    <a:pt x="1094232" y="4571"/>
                  </a:lnTo>
                  <a:lnTo>
                    <a:pt x="1094232" y="0"/>
                  </a:lnTo>
                  <a:lnTo>
                    <a:pt x="1094232" y="4571"/>
                  </a:lnTo>
                  <a:lnTo>
                    <a:pt x="1089660" y="25907"/>
                  </a:lnTo>
                  <a:lnTo>
                    <a:pt x="1080516" y="60960"/>
                  </a:lnTo>
                  <a:lnTo>
                    <a:pt x="1075944" y="103632"/>
                  </a:lnTo>
                  <a:lnTo>
                    <a:pt x="1071372" y="147828"/>
                  </a:lnTo>
                  <a:lnTo>
                    <a:pt x="1071372" y="199644"/>
                  </a:lnTo>
                  <a:lnTo>
                    <a:pt x="1068324" y="242316"/>
                  </a:lnTo>
                  <a:lnTo>
                    <a:pt x="1068324" y="355091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218675" y="6908291"/>
              <a:ext cx="358140" cy="64135"/>
            </a:xfrm>
            <a:custGeom>
              <a:avLst/>
              <a:gdLst/>
              <a:ahLst/>
              <a:cxnLst/>
              <a:rect l="l" t="t" r="r" b="b"/>
              <a:pathLst>
                <a:path w="358140" h="64134">
                  <a:moveTo>
                    <a:pt x="4572" y="47244"/>
                  </a:moveTo>
                  <a:lnTo>
                    <a:pt x="0" y="51816"/>
                  </a:lnTo>
                  <a:lnTo>
                    <a:pt x="4572" y="54864"/>
                  </a:lnTo>
                  <a:lnTo>
                    <a:pt x="13716" y="59436"/>
                  </a:lnTo>
                  <a:lnTo>
                    <a:pt x="39624" y="64008"/>
                  </a:lnTo>
                  <a:lnTo>
                    <a:pt x="74676" y="59436"/>
                  </a:lnTo>
                  <a:lnTo>
                    <a:pt x="112776" y="51816"/>
                  </a:lnTo>
                  <a:lnTo>
                    <a:pt x="160020" y="38100"/>
                  </a:lnTo>
                  <a:lnTo>
                    <a:pt x="224028" y="25908"/>
                  </a:lnTo>
                  <a:lnTo>
                    <a:pt x="289560" y="12192"/>
                  </a:lnTo>
                  <a:lnTo>
                    <a:pt x="358139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989259" y="705248"/>
            <a:ext cx="209359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P</a:t>
            </a:r>
            <a:r>
              <a:rPr spc="25" dirty="0"/>
              <a:t>r</a:t>
            </a:r>
            <a:r>
              <a:rPr spc="10" dirty="0"/>
              <a:t>i</a:t>
            </a:r>
            <a:r>
              <a:rPr spc="-5" dirty="0"/>
              <a:t>va</a:t>
            </a:r>
            <a:r>
              <a:rPr spc="-10" dirty="0"/>
              <a:t>c</a:t>
            </a:r>
            <a:r>
              <a:rPr dirty="0"/>
              <a:t>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997" y="2229174"/>
            <a:ext cx="7194550" cy="4295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900">
              <a:lnSpc>
                <a:spcPct val="100000"/>
              </a:lnSpc>
              <a:spcBef>
                <a:spcPts val="95"/>
              </a:spcBef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Many</a:t>
            </a:r>
            <a:r>
              <a:rPr sz="28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definitions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privacy</a:t>
            </a:r>
            <a:r>
              <a:rPr sz="28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exist</a:t>
            </a:r>
            <a:endParaRPr sz="2800">
              <a:latin typeface="Candara"/>
              <a:cs typeface="Candara"/>
            </a:endParaRPr>
          </a:p>
          <a:p>
            <a:pPr>
              <a:lnSpc>
                <a:spcPct val="100000"/>
              </a:lnSpc>
              <a:buClr>
                <a:srgbClr val="BAAAE2"/>
              </a:buClr>
              <a:buFont typeface="Candara"/>
              <a:buChar char="•"/>
            </a:pPr>
            <a:endParaRPr sz="2800">
              <a:latin typeface="Candara"/>
              <a:cs typeface="Candara"/>
            </a:endParaRPr>
          </a:p>
          <a:p>
            <a:pPr marL="354965" marR="5080" indent="-342900">
              <a:lnSpc>
                <a:spcPct val="100000"/>
              </a:lnSpc>
              <a:spcBef>
                <a:spcPts val="2220"/>
              </a:spcBef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8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right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individuals</a:t>
            </a:r>
            <a:r>
              <a:rPr sz="28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control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or influence </a:t>
            </a:r>
            <a:r>
              <a:rPr sz="2800" spc="-59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what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related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them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may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be 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collected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8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stored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5" dirty="0">
                <a:solidFill>
                  <a:srgbClr val="2F1F57"/>
                </a:solidFill>
                <a:latin typeface="Candara"/>
                <a:cs typeface="Candara"/>
              </a:rPr>
              <a:t>by</a:t>
            </a:r>
            <a:r>
              <a:rPr sz="28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whom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8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to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whom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may</a:t>
            </a:r>
            <a:r>
              <a:rPr sz="28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5" dirty="0">
                <a:solidFill>
                  <a:srgbClr val="2F1F57"/>
                </a:solidFill>
                <a:latin typeface="Candara"/>
                <a:cs typeface="Candara"/>
              </a:rPr>
              <a:t>be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disclosed.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Internet</a:t>
            </a:r>
            <a:r>
              <a:rPr sz="26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Security</a:t>
            </a:r>
            <a:r>
              <a:rPr sz="26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Glossary,</a:t>
            </a:r>
            <a:r>
              <a:rPr sz="26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Version</a:t>
            </a:r>
            <a:r>
              <a:rPr sz="26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2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RFC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4949,</a:t>
            </a:r>
            <a:r>
              <a:rPr sz="2600" spc="-4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2007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https://tools.ietf.org/html/rfc4949</a:t>
            </a:r>
            <a:endParaRPr sz="2600">
              <a:latin typeface="Candara"/>
              <a:cs typeface="Candar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46732" y="3963923"/>
            <a:ext cx="0" cy="0"/>
          </a:xfrm>
          <a:custGeom>
            <a:avLst/>
            <a:gdLst/>
            <a:ahLst/>
            <a:cxnLst/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407361" y="705248"/>
            <a:ext cx="525462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" dirty="0"/>
              <a:t>Basic</a:t>
            </a:r>
            <a:r>
              <a:rPr spc="-110" dirty="0"/>
              <a:t> </a:t>
            </a:r>
            <a:r>
              <a:rPr spc="-35" dirty="0"/>
              <a:t>Terminology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44076" y="2232217"/>
            <a:ext cx="8863330" cy="4841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00000"/>
              </a:lnSpc>
              <a:spcBef>
                <a:spcPts val="100"/>
              </a:spcBef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Vulnerability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: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Weakness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or</a:t>
            </a:r>
            <a:r>
              <a:rPr sz="2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lack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countermeasure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(in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system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or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process)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Threat</a:t>
            </a:r>
            <a:r>
              <a:rPr sz="2400" b="1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agent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:</a:t>
            </a:r>
            <a:r>
              <a:rPr sz="24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Entity</a:t>
            </a:r>
            <a:r>
              <a:rPr sz="24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24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can</a:t>
            </a:r>
            <a:r>
              <a:rPr sz="24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potentially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exploit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vulnerability.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Threat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: The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danger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threat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agent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exploiting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vulnerability.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4191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Risk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: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probability</a:t>
            </a:r>
            <a:r>
              <a:rPr sz="24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threat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agent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exploiting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vulnerability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associated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impact.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Attack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: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Realization</a:t>
            </a:r>
            <a:r>
              <a:rPr sz="2400" spc="-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threat.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117475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Control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: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Safeguard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put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in place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reduce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risk,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also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called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 </a:t>
            </a: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countermeasure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.</a:t>
            </a:r>
            <a:endParaRPr sz="24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788436" y="705248"/>
            <a:ext cx="449580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Threat</a:t>
            </a:r>
            <a:r>
              <a:rPr spc="-20" dirty="0"/>
              <a:t> </a:t>
            </a:r>
            <a:r>
              <a:rPr spc="-5" dirty="0"/>
              <a:t>and</a:t>
            </a:r>
            <a:r>
              <a:rPr spc="-20" dirty="0"/>
              <a:t> </a:t>
            </a:r>
            <a:r>
              <a:rPr spc="-5" dirty="0"/>
              <a:t>Risk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37452" y="1724510"/>
            <a:ext cx="7047230" cy="526288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3535">
              <a:lnSpc>
                <a:spcPct val="100000"/>
              </a:lnSpc>
              <a:spcBef>
                <a:spcPts val="755"/>
              </a:spcBef>
              <a:buClr>
                <a:srgbClr val="BAAAE2"/>
              </a:buClr>
              <a:buFont typeface="Candara"/>
              <a:buChar char="•"/>
              <a:tabLst>
                <a:tab pos="356235" algn="l"/>
              </a:tabLst>
            </a:pPr>
            <a:r>
              <a:rPr sz="2800" b="1" spc="-10" dirty="0">
                <a:solidFill>
                  <a:srgbClr val="2F1F57"/>
                </a:solidFill>
                <a:latin typeface="Candara"/>
                <a:cs typeface="Candara"/>
              </a:rPr>
              <a:t>Threat</a:t>
            </a:r>
            <a:r>
              <a:rPr sz="2800" b="1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is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combination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of: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Intent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Capability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Opportunity</a:t>
            </a:r>
            <a:endParaRPr sz="2600">
              <a:latin typeface="Candara"/>
              <a:cs typeface="Candara"/>
            </a:endParaRPr>
          </a:p>
          <a:p>
            <a:pPr lvl="1">
              <a:lnSpc>
                <a:spcPct val="100000"/>
              </a:lnSpc>
              <a:buClr>
                <a:srgbClr val="2F1F57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marR="5080" indent="-343535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6235" algn="l"/>
              </a:tabLst>
            </a:pPr>
            <a:r>
              <a:rPr sz="2800" b="1" dirty="0">
                <a:solidFill>
                  <a:srgbClr val="2F1F57"/>
                </a:solidFill>
                <a:latin typeface="Candara"/>
                <a:cs typeface="Candara"/>
              </a:rPr>
              <a:t>Risk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is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 combination of the threat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 </a:t>
            </a:r>
            <a:r>
              <a:rPr sz="2800" spc="-59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vulnerability.</a:t>
            </a:r>
            <a:endParaRPr sz="2800">
              <a:latin typeface="Candara"/>
              <a:cs typeface="Candara"/>
            </a:endParaRPr>
          </a:p>
          <a:p>
            <a:pPr marL="355600" indent="-343535">
              <a:lnSpc>
                <a:spcPct val="100000"/>
              </a:lnSpc>
              <a:spcBef>
                <a:spcPts val="2400"/>
              </a:spcBef>
              <a:buClr>
                <a:srgbClr val="BAAAE2"/>
              </a:buClr>
              <a:buChar char="•"/>
              <a:tabLst>
                <a:tab pos="356235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Three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key</a:t>
            </a:r>
            <a:r>
              <a:rPr sz="2800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elements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consider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are: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What</a:t>
            </a:r>
            <a:r>
              <a:rPr sz="26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6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protect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 (Assets)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From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whom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protect</a:t>
            </a:r>
            <a:r>
              <a:rPr sz="26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(Threats)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How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protect</a:t>
            </a:r>
            <a:r>
              <a:rPr sz="26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(Mitigating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Controls)</a:t>
            </a:r>
            <a:endParaRPr sz="2600">
              <a:latin typeface="Candara"/>
              <a:cs typeface="Candar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9318" y="1716785"/>
            <a:ext cx="7277100" cy="2144267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7997952" y="3198875"/>
            <a:ext cx="33655" cy="64135"/>
          </a:xfrm>
          <a:custGeom>
            <a:avLst/>
            <a:gdLst/>
            <a:ahLst/>
            <a:cxnLst/>
            <a:rect l="l" t="t" r="r" b="b"/>
            <a:pathLst>
              <a:path w="33654" h="64135">
                <a:moveTo>
                  <a:pt x="33527" y="0"/>
                </a:moveTo>
                <a:lnTo>
                  <a:pt x="28955" y="0"/>
                </a:lnTo>
                <a:lnTo>
                  <a:pt x="25907" y="7620"/>
                </a:lnTo>
                <a:lnTo>
                  <a:pt x="16763" y="21336"/>
                </a:lnTo>
                <a:lnTo>
                  <a:pt x="7619" y="38100"/>
                </a:lnTo>
                <a:lnTo>
                  <a:pt x="4571" y="51816"/>
                </a:lnTo>
                <a:lnTo>
                  <a:pt x="0" y="64008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052816" y="3328415"/>
            <a:ext cx="650875" cy="311150"/>
          </a:xfrm>
          <a:custGeom>
            <a:avLst/>
            <a:gdLst/>
            <a:ahLst/>
            <a:cxnLst/>
            <a:rect l="l" t="t" r="r" b="b"/>
            <a:pathLst>
              <a:path w="650875" h="311150">
                <a:moveTo>
                  <a:pt x="0" y="172212"/>
                </a:moveTo>
                <a:lnTo>
                  <a:pt x="0" y="169164"/>
                </a:lnTo>
                <a:lnTo>
                  <a:pt x="4572" y="155448"/>
                </a:lnTo>
                <a:lnTo>
                  <a:pt x="22859" y="111252"/>
                </a:lnTo>
                <a:lnTo>
                  <a:pt x="51816" y="64008"/>
                </a:lnTo>
                <a:lnTo>
                  <a:pt x="96012" y="21336"/>
                </a:lnTo>
                <a:lnTo>
                  <a:pt x="147828" y="0"/>
                </a:lnTo>
                <a:lnTo>
                  <a:pt x="160019" y="0"/>
                </a:lnTo>
                <a:lnTo>
                  <a:pt x="172211" y="4572"/>
                </a:lnTo>
                <a:lnTo>
                  <a:pt x="181356" y="7619"/>
                </a:lnTo>
                <a:lnTo>
                  <a:pt x="190500" y="16764"/>
                </a:lnTo>
                <a:lnTo>
                  <a:pt x="198119" y="30480"/>
                </a:lnTo>
                <a:lnTo>
                  <a:pt x="202692" y="47244"/>
                </a:lnTo>
                <a:lnTo>
                  <a:pt x="207264" y="64008"/>
                </a:lnTo>
                <a:lnTo>
                  <a:pt x="207264" y="82296"/>
                </a:lnTo>
                <a:lnTo>
                  <a:pt x="207264" y="99060"/>
                </a:lnTo>
                <a:lnTo>
                  <a:pt x="207264" y="115824"/>
                </a:lnTo>
                <a:lnTo>
                  <a:pt x="207264" y="129540"/>
                </a:lnTo>
                <a:lnTo>
                  <a:pt x="207264" y="137160"/>
                </a:lnTo>
                <a:lnTo>
                  <a:pt x="207264" y="141732"/>
                </a:lnTo>
                <a:lnTo>
                  <a:pt x="211836" y="137160"/>
                </a:lnTo>
                <a:lnTo>
                  <a:pt x="220980" y="124968"/>
                </a:lnTo>
                <a:lnTo>
                  <a:pt x="228600" y="108204"/>
                </a:lnTo>
                <a:lnTo>
                  <a:pt x="242316" y="94488"/>
                </a:lnTo>
                <a:lnTo>
                  <a:pt x="254507" y="82296"/>
                </a:lnTo>
                <a:lnTo>
                  <a:pt x="266700" y="73152"/>
                </a:lnTo>
                <a:lnTo>
                  <a:pt x="280416" y="64008"/>
                </a:lnTo>
                <a:lnTo>
                  <a:pt x="292607" y="59436"/>
                </a:lnTo>
                <a:lnTo>
                  <a:pt x="306323" y="56388"/>
                </a:lnTo>
                <a:lnTo>
                  <a:pt x="315467" y="56388"/>
                </a:lnTo>
                <a:lnTo>
                  <a:pt x="348995" y="94488"/>
                </a:lnTo>
                <a:lnTo>
                  <a:pt x="358139" y="137160"/>
                </a:lnTo>
                <a:lnTo>
                  <a:pt x="358139" y="160020"/>
                </a:lnTo>
                <a:lnTo>
                  <a:pt x="358139" y="172212"/>
                </a:lnTo>
                <a:lnTo>
                  <a:pt x="358139" y="185928"/>
                </a:lnTo>
                <a:lnTo>
                  <a:pt x="358139" y="195072"/>
                </a:lnTo>
                <a:lnTo>
                  <a:pt x="358139" y="198120"/>
                </a:lnTo>
                <a:lnTo>
                  <a:pt x="358139" y="202692"/>
                </a:lnTo>
                <a:lnTo>
                  <a:pt x="365760" y="195072"/>
                </a:lnTo>
                <a:lnTo>
                  <a:pt x="379476" y="172212"/>
                </a:lnTo>
                <a:lnTo>
                  <a:pt x="414528" y="120396"/>
                </a:lnTo>
                <a:lnTo>
                  <a:pt x="448056" y="82296"/>
                </a:lnTo>
                <a:lnTo>
                  <a:pt x="495300" y="51816"/>
                </a:lnTo>
                <a:lnTo>
                  <a:pt x="547115" y="38100"/>
                </a:lnTo>
                <a:lnTo>
                  <a:pt x="573024" y="38100"/>
                </a:lnTo>
                <a:lnTo>
                  <a:pt x="612647" y="51816"/>
                </a:lnTo>
                <a:lnTo>
                  <a:pt x="641604" y="94488"/>
                </a:lnTo>
                <a:lnTo>
                  <a:pt x="650747" y="134112"/>
                </a:lnTo>
                <a:lnTo>
                  <a:pt x="650747" y="176784"/>
                </a:lnTo>
                <a:lnTo>
                  <a:pt x="641604" y="220980"/>
                </a:lnTo>
                <a:lnTo>
                  <a:pt x="629412" y="272796"/>
                </a:lnTo>
                <a:lnTo>
                  <a:pt x="612647" y="310896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743710" marR="5080" indent="-1456055">
              <a:lnSpc>
                <a:spcPts val="6000"/>
              </a:lnSpc>
              <a:spcBef>
                <a:spcPts val="675"/>
              </a:spcBef>
            </a:pPr>
            <a:r>
              <a:rPr spc="5" dirty="0"/>
              <a:t>Basic</a:t>
            </a:r>
            <a:r>
              <a:rPr spc="-114" dirty="0"/>
              <a:t> </a:t>
            </a:r>
            <a:r>
              <a:rPr spc="-30" dirty="0"/>
              <a:t>Terminology: </a:t>
            </a:r>
            <a:r>
              <a:rPr spc="-1155" dirty="0"/>
              <a:t> </a:t>
            </a:r>
            <a:r>
              <a:rPr spc="-5" dirty="0"/>
              <a:t>Example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758190" y="1418082"/>
            <a:ext cx="7823834" cy="4942840"/>
            <a:chOff x="758190" y="1418082"/>
            <a:chExt cx="7823834" cy="494284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38071" y="2667000"/>
              <a:ext cx="7243571" cy="286207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043939" y="2423159"/>
              <a:ext cx="116205" cy="835660"/>
            </a:xfrm>
            <a:custGeom>
              <a:avLst/>
              <a:gdLst/>
              <a:ahLst/>
              <a:cxnLst/>
              <a:rect l="l" t="t" r="r" b="b"/>
              <a:pathLst>
                <a:path w="116205" h="835660">
                  <a:moveTo>
                    <a:pt x="0" y="0"/>
                  </a:moveTo>
                  <a:lnTo>
                    <a:pt x="33528" y="277368"/>
                  </a:lnTo>
                  <a:lnTo>
                    <a:pt x="50292" y="428243"/>
                  </a:lnTo>
                  <a:lnTo>
                    <a:pt x="68580" y="502919"/>
                  </a:lnTo>
                  <a:lnTo>
                    <a:pt x="85344" y="592836"/>
                  </a:lnTo>
                  <a:lnTo>
                    <a:pt x="99060" y="658368"/>
                  </a:lnTo>
                  <a:lnTo>
                    <a:pt x="106679" y="705612"/>
                  </a:lnTo>
                  <a:lnTo>
                    <a:pt x="111252" y="752856"/>
                  </a:lnTo>
                  <a:lnTo>
                    <a:pt x="115824" y="792479"/>
                  </a:lnTo>
                  <a:lnTo>
                    <a:pt x="115824" y="818387"/>
                  </a:lnTo>
                  <a:lnTo>
                    <a:pt x="115824" y="835152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8096" y="2258567"/>
              <a:ext cx="447040" cy="277495"/>
            </a:xfrm>
            <a:custGeom>
              <a:avLst/>
              <a:gdLst/>
              <a:ahLst/>
              <a:cxnLst/>
              <a:rect l="l" t="t" r="r" b="b"/>
              <a:pathLst>
                <a:path w="447040" h="277494">
                  <a:moveTo>
                    <a:pt x="42671" y="277368"/>
                  </a:moveTo>
                  <a:lnTo>
                    <a:pt x="33527" y="277368"/>
                  </a:lnTo>
                  <a:lnTo>
                    <a:pt x="21335" y="277368"/>
                  </a:lnTo>
                  <a:lnTo>
                    <a:pt x="12191" y="277368"/>
                  </a:lnTo>
                  <a:lnTo>
                    <a:pt x="3047" y="272796"/>
                  </a:lnTo>
                  <a:lnTo>
                    <a:pt x="0" y="272796"/>
                  </a:lnTo>
                  <a:lnTo>
                    <a:pt x="0" y="268224"/>
                  </a:lnTo>
                  <a:lnTo>
                    <a:pt x="16763" y="256032"/>
                  </a:lnTo>
                  <a:lnTo>
                    <a:pt x="59436" y="230124"/>
                  </a:lnTo>
                  <a:lnTo>
                    <a:pt x="102107" y="199644"/>
                  </a:lnTo>
                  <a:lnTo>
                    <a:pt x="167640" y="160020"/>
                  </a:lnTo>
                  <a:lnTo>
                    <a:pt x="231647" y="121920"/>
                  </a:lnTo>
                  <a:lnTo>
                    <a:pt x="292608" y="86868"/>
                  </a:lnTo>
                  <a:lnTo>
                    <a:pt x="348995" y="56388"/>
                  </a:lnTo>
                  <a:lnTo>
                    <a:pt x="408432" y="21336"/>
                  </a:lnTo>
                  <a:lnTo>
                    <a:pt x="446532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22960" y="2968751"/>
              <a:ext cx="530860" cy="368935"/>
            </a:xfrm>
            <a:custGeom>
              <a:avLst/>
              <a:gdLst/>
              <a:ahLst/>
              <a:cxnLst/>
              <a:rect l="l" t="t" r="r" b="b"/>
              <a:pathLst>
                <a:path w="530860" h="368935">
                  <a:moveTo>
                    <a:pt x="0" y="368808"/>
                  </a:moveTo>
                  <a:lnTo>
                    <a:pt x="9144" y="364236"/>
                  </a:lnTo>
                  <a:lnTo>
                    <a:pt x="30480" y="345948"/>
                  </a:lnTo>
                  <a:lnTo>
                    <a:pt x="70104" y="320040"/>
                  </a:lnTo>
                  <a:lnTo>
                    <a:pt x="129539" y="281940"/>
                  </a:lnTo>
                  <a:lnTo>
                    <a:pt x="202692" y="233172"/>
                  </a:lnTo>
                  <a:lnTo>
                    <a:pt x="259080" y="190500"/>
                  </a:lnTo>
                  <a:lnTo>
                    <a:pt x="323087" y="143256"/>
                  </a:lnTo>
                  <a:lnTo>
                    <a:pt x="391667" y="99060"/>
                  </a:lnTo>
                  <a:lnTo>
                    <a:pt x="440436" y="65532"/>
                  </a:lnTo>
                  <a:lnTo>
                    <a:pt x="487680" y="30480"/>
                  </a:lnTo>
                  <a:lnTo>
                    <a:pt x="530352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219200" y="2630423"/>
              <a:ext cx="486409" cy="247015"/>
            </a:xfrm>
            <a:custGeom>
              <a:avLst/>
              <a:gdLst/>
              <a:ahLst/>
              <a:cxnLst/>
              <a:rect l="l" t="t" r="r" b="b"/>
              <a:pathLst>
                <a:path w="486410" h="247014">
                  <a:moveTo>
                    <a:pt x="9143" y="246887"/>
                  </a:moveTo>
                  <a:lnTo>
                    <a:pt x="4571" y="243840"/>
                  </a:lnTo>
                  <a:lnTo>
                    <a:pt x="0" y="239267"/>
                  </a:lnTo>
                  <a:lnTo>
                    <a:pt x="0" y="230123"/>
                  </a:lnTo>
                  <a:lnTo>
                    <a:pt x="4571" y="213359"/>
                  </a:lnTo>
                  <a:lnTo>
                    <a:pt x="18287" y="185927"/>
                  </a:lnTo>
                  <a:lnTo>
                    <a:pt x="35051" y="160019"/>
                  </a:lnTo>
                  <a:lnTo>
                    <a:pt x="56387" y="131063"/>
                  </a:lnTo>
                  <a:lnTo>
                    <a:pt x="73151" y="108203"/>
                  </a:lnTo>
                  <a:lnTo>
                    <a:pt x="94488" y="91439"/>
                  </a:lnTo>
                  <a:lnTo>
                    <a:pt x="117347" y="74675"/>
                  </a:lnTo>
                  <a:lnTo>
                    <a:pt x="138683" y="65531"/>
                  </a:lnTo>
                  <a:lnTo>
                    <a:pt x="164592" y="60959"/>
                  </a:lnTo>
                  <a:lnTo>
                    <a:pt x="185927" y="65531"/>
                  </a:lnTo>
                  <a:lnTo>
                    <a:pt x="224027" y="96011"/>
                  </a:lnTo>
                  <a:lnTo>
                    <a:pt x="245363" y="143255"/>
                  </a:lnTo>
                  <a:lnTo>
                    <a:pt x="249936" y="160019"/>
                  </a:lnTo>
                  <a:lnTo>
                    <a:pt x="254508" y="173735"/>
                  </a:lnTo>
                  <a:lnTo>
                    <a:pt x="254508" y="182879"/>
                  </a:lnTo>
                  <a:lnTo>
                    <a:pt x="254508" y="185927"/>
                  </a:lnTo>
                  <a:lnTo>
                    <a:pt x="254508" y="190499"/>
                  </a:lnTo>
                  <a:lnTo>
                    <a:pt x="254508" y="195071"/>
                  </a:lnTo>
                  <a:lnTo>
                    <a:pt x="259079" y="190499"/>
                  </a:lnTo>
                  <a:lnTo>
                    <a:pt x="266700" y="182879"/>
                  </a:lnTo>
                  <a:lnTo>
                    <a:pt x="280416" y="160019"/>
                  </a:lnTo>
                  <a:lnTo>
                    <a:pt x="292608" y="126491"/>
                  </a:lnTo>
                  <a:lnTo>
                    <a:pt x="306324" y="96011"/>
                  </a:lnTo>
                  <a:lnTo>
                    <a:pt x="336804" y="44195"/>
                  </a:lnTo>
                  <a:lnTo>
                    <a:pt x="379476" y="13715"/>
                  </a:lnTo>
                  <a:lnTo>
                    <a:pt x="413004" y="0"/>
                  </a:lnTo>
                  <a:lnTo>
                    <a:pt x="426720" y="0"/>
                  </a:lnTo>
                  <a:lnTo>
                    <a:pt x="438911" y="0"/>
                  </a:lnTo>
                  <a:lnTo>
                    <a:pt x="452628" y="9144"/>
                  </a:lnTo>
                  <a:lnTo>
                    <a:pt x="461772" y="21335"/>
                  </a:lnTo>
                  <a:lnTo>
                    <a:pt x="469392" y="48768"/>
                  </a:lnTo>
                  <a:lnTo>
                    <a:pt x="478535" y="79247"/>
                  </a:lnTo>
                  <a:lnTo>
                    <a:pt x="483107" y="105155"/>
                  </a:lnTo>
                  <a:lnTo>
                    <a:pt x="486156" y="131063"/>
                  </a:lnTo>
                  <a:lnTo>
                    <a:pt x="486156" y="147827"/>
                  </a:lnTo>
                  <a:lnTo>
                    <a:pt x="486156" y="160019"/>
                  </a:lnTo>
                  <a:lnTo>
                    <a:pt x="486156" y="164591"/>
                  </a:lnTo>
                </a:path>
              </a:pathLst>
            </a:custGeom>
            <a:ln w="198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900428" y="1917191"/>
              <a:ext cx="123825" cy="727075"/>
            </a:xfrm>
            <a:custGeom>
              <a:avLst/>
              <a:gdLst/>
              <a:ahLst/>
              <a:cxnLst/>
              <a:rect l="l" t="t" r="r" b="b"/>
              <a:pathLst>
                <a:path w="123825" h="727075">
                  <a:moveTo>
                    <a:pt x="0" y="0"/>
                  </a:moveTo>
                  <a:lnTo>
                    <a:pt x="3048" y="7620"/>
                  </a:lnTo>
                  <a:lnTo>
                    <a:pt x="7620" y="28956"/>
                  </a:lnTo>
                  <a:lnTo>
                    <a:pt x="12192" y="59436"/>
                  </a:lnTo>
                  <a:lnTo>
                    <a:pt x="21336" y="108204"/>
                  </a:lnTo>
                  <a:lnTo>
                    <a:pt x="28956" y="167640"/>
                  </a:lnTo>
                  <a:lnTo>
                    <a:pt x="38100" y="228600"/>
                  </a:lnTo>
                  <a:lnTo>
                    <a:pt x="42672" y="294131"/>
                  </a:lnTo>
                  <a:lnTo>
                    <a:pt x="47244" y="362712"/>
                  </a:lnTo>
                  <a:lnTo>
                    <a:pt x="54864" y="423672"/>
                  </a:lnTo>
                  <a:lnTo>
                    <a:pt x="64008" y="480060"/>
                  </a:lnTo>
                  <a:lnTo>
                    <a:pt x="73152" y="536448"/>
                  </a:lnTo>
                  <a:lnTo>
                    <a:pt x="80772" y="583691"/>
                  </a:lnTo>
                  <a:lnTo>
                    <a:pt x="89916" y="623316"/>
                  </a:lnTo>
                  <a:lnTo>
                    <a:pt x="102108" y="656843"/>
                  </a:lnTo>
                  <a:lnTo>
                    <a:pt x="111252" y="687324"/>
                  </a:lnTo>
                  <a:lnTo>
                    <a:pt x="120396" y="708660"/>
                  </a:lnTo>
                  <a:lnTo>
                    <a:pt x="123444" y="726947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869948" y="2115311"/>
              <a:ext cx="866140" cy="451484"/>
            </a:xfrm>
            <a:custGeom>
              <a:avLst/>
              <a:gdLst/>
              <a:ahLst/>
              <a:cxnLst/>
              <a:rect l="l" t="t" r="r" b="b"/>
              <a:pathLst>
                <a:path w="866139" h="451485">
                  <a:moveTo>
                    <a:pt x="0" y="411480"/>
                  </a:moveTo>
                  <a:lnTo>
                    <a:pt x="4572" y="416052"/>
                  </a:lnTo>
                  <a:lnTo>
                    <a:pt x="16764" y="425196"/>
                  </a:lnTo>
                  <a:lnTo>
                    <a:pt x="30480" y="432816"/>
                  </a:lnTo>
                  <a:lnTo>
                    <a:pt x="42672" y="437388"/>
                  </a:lnTo>
                  <a:lnTo>
                    <a:pt x="59436" y="441960"/>
                  </a:lnTo>
                  <a:lnTo>
                    <a:pt x="89916" y="441960"/>
                  </a:lnTo>
                  <a:lnTo>
                    <a:pt x="163068" y="425196"/>
                  </a:lnTo>
                  <a:lnTo>
                    <a:pt x="198119" y="403860"/>
                  </a:lnTo>
                  <a:lnTo>
                    <a:pt x="228600" y="376428"/>
                  </a:lnTo>
                  <a:lnTo>
                    <a:pt x="278892" y="312420"/>
                  </a:lnTo>
                  <a:lnTo>
                    <a:pt x="301752" y="272796"/>
                  </a:lnTo>
                  <a:lnTo>
                    <a:pt x="323087" y="239268"/>
                  </a:lnTo>
                  <a:lnTo>
                    <a:pt x="344423" y="185928"/>
                  </a:lnTo>
                  <a:lnTo>
                    <a:pt x="335280" y="138684"/>
                  </a:lnTo>
                  <a:lnTo>
                    <a:pt x="283464" y="143256"/>
                  </a:lnTo>
                  <a:lnTo>
                    <a:pt x="245364" y="182880"/>
                  </a:lnTo>
                  <a:lnTo>
                    <a:pt x="224028" y="242316"/>
                  </a:lnTo>
                  <a:lnTo>
                    <a:pt x="224028" y="272796"/>
                  </a:lnTo>
                  <a:lnTo>
                    <a:pt x="236219" y="342900"/>
                  </a:lnTo>
                  <a:lnTo>
                    <a:pt x="262128" y="399288"/>
                  </a:lnTo>
                  <a:lnTo>
                    <a:pt x="304800" y="432816"/>
                  </a:lnTo>
                  <a:lnTo>
                    <a:pt x="374904" y="451104"/>
                  </a:lnTo>
                  <a:lnTo>
                    <a:pt x="403860" y="446532"/>
                  </a:lnTo>
                  <a:lnTo>
                    <a:pt x="469391" y="403860"/>
                  </a:lnTo>
                  <a:lnTo>
                    <a:pt x="502919" y="364236"/>
                  </a:lnTo>
                  <a:lnTo>
                    <a:pt x="542543" y="307848"/>
                  </a:lnTo>
                  <a:lnTo>
                    <a:pt x="573024" y="242316"/>
                  </a:lnTo>
                  <a:lnTo>
                    <a:pt x="589787" y="190500"/>
                  </a:lnTo>
                  <a:lnTo>
                    <a:pt x="606552" y="134112"/>
                  </a:lnTo>
                  <a:lnTo>
                    <a:pt x="615695" y="86867"/>
                  </a:lnTo>
                  <a:lnTo>
                    <a:pt x="615695" y="51816"/>
                  </a:lnTo>
                  <a:lnTo>
                    <a:pt x="615695" y="30480"/>
                  </a:lnTo>
                  <a:lnTo>
                    <a:pt x="611124" y="13716"/>
                  </a:lnTo>
                  <a:lnTo>
                    <a:pt x="606552" y="4571"/>
                  </a:lnTo>
                  <a:lnTo>
                    <a:pt x="601980" y="0"/>
                  </a:lnTo>
                  <a:lnTo>
                    <a:pt x="598932" y="4571"/>
                  </a:lnTo>
                  <a:lnTo>
                    <a:pt x="598932" y="18288"/>
                  </a:lnTo>
                  <a:lnTo>
                    <a:pt x="606552" y="56388"/>
                  </a:lnTo>
                  <a:lnTo>
                    <a:pt x="627887" y="105156"/>
                  </a:lnTo>
                  <a:lnTo>
                    <a:pt x="641604" y="126492"/>
                  </a:lnTo>
                  <a:lnTo>
                    <a:pt x="653795" y="147828"/>
                  </a:lnTo>
                  <a:lnTo>
                    <a:pt x="667512" y="169164"/>
                  </a:lnTo>
                  <a:lnTo>
                    <a:pt x="679704" y="185928"/>
                  </a:lnTo>
                  <a:lnTo>
                    <a:pt x="701039" y="204216"/>
                  </a:lnTo>
                  <a:lnTo>
                    <a:pt x="722375" y="225552"/>
                  </a:lnTo>
                  <a:lnTo>
                    <a:pt x="745235" y="242316"/>
                  </a:lnTo>
                  <a:lnTo>
                    <a:pt x="766572" y="265176"/>
                  </a:lnTo>
                  <a:lnTo>
                    <a:pt x="783335" y="281940"/>
                  </a:lnTo>
                  <a:lnTo>
                    <a:pt x="800100" y="303276"/>
                  </a:lnTo>
                  <a:lnTo>
                    <a:pt x="813816" y="320040"/>
                  </a:lnTo>
                  <a:lnTo>
                    <a:pt x="826008" y="338328"/>
                  </a:lnTo>
                  <a:lnTo>
                    <a:pt x="835152" y="350520"/>
                  </a:lnTo>
                  <a:lnTo>
                    <a:pt x="844295" y="359664"/>
                  </a:lnTo>
                  <a:lnTo>
                    <a:pt x="847343" y="364236"/>
                  </a:lnTo>
                  <a:lnTo>
                    <a:pt x="851916" y="364236"/>
                  </a:lnTo>
                  <a:lnTo>
                    <a:pt x="865631" y="355092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73680" y="1647443"/>
              <a:ext cx="1028700" cy="736600"/>
            </a:xfrm>
            <a:custGeom>
              <a:avLst/>
              <a:gdLst/>
              <a:ahLst/>
              <a:cxnLst/>
              <a:rect l="l" t="t" r="r" b="b"/>
              <a:pathLst>
                <a:path w="1028700" h="736600">
                  <a:moveTo>
                    <a:pt x="0" y="662939"/>
                  </a:moveTo>
                  <a:lnTo>
                    <a:pt x="4572" y="658367"/>
                  </a:lnTo>
                  <a:lnTo>
                    <a:pt x="9144" y="650747"/>
                  </a:lnTo>
                  <a:lnTo>
                    <a:pt x="16764" y="641603"/>
                  </a:lnTo>
                  <a:lnTo>
                    <a:pt x="25908" y="627887"/>
                  </a:lnTo>
                  <a:lnTo>
                    <a:pt x="39624" y="615695"/>
                  </a:lnTo>
                  <a:lnTo>
                    <a:pt x="51816" y="606551"/>
                  </a:lnTo>
                  <a:lnTo>
                    <a:pt x="68580" y="594359"/>
                  </a:lnTo>
                  <a:lnTo>
                    <a:pt x="86868" y="585215"/>
                  </a:lnTo>
                  <a:lnTo>
                    <a:pt x="99060" y="580643"/>
                  </a:lnTo>
                  <a:lnTo>
                    <a:pt x="115824" y="580643"/>
                  </a:lnTo>
                  <a:lnTo>
                    <a:pt x="129539" y="580643"/>
                  </a:lnTo>
                  <a:lnTo>
                    <a:pt x="167640" y="620267"/>
                  </a:lnTo>
                  <a:lnTo>
                    <a:pt x="184404" y="667511"/>
                  </a:lnTo>
                  <a:lnTo>
                    <a:pt x="188976" y="688847"/>
                  </a:lnTo>
                  <a:lnTo>
                    <a:pt x="188976" y="707135"/>
                  </a:lnTo>
                  <a:lnTo>
                    <a:pt x="188976" y="719327"/>
                  </a:lnTo>
                  <a:lnTo>
                    <a:pt x="188976" y="728471"/>
                  </a:lnTo>
                  <a:lnTo>
                    <a:pt x="188976" y="733043"/>
                  </a:lnTo>
                  <a:lnTo>
                    <a:pt x="188976" y="736091"/>
                  </a:lnTo>
                  <a:lnTo>
                    <a:pt x="193548" y="728471"/>
                  </a:lnTo>
                  <a:lnTo>
                    <a:pt x="198119" y="710183"/>
                  </a:lnTo>
                  <a:lnTo>
                    <a:pt x="207264" y="684275"/>
                  </a:lnTo>
                  <a:lnTo>
                    <a:pt x="214883" y="658367"/>
                  </a:lnTo>
                  <a:lnTo>
                    <a:pt x="224028" y="637031"/>
                  </a:lnTo>
                  <a:lnTo>
                    <a:pt x="249936" y="601979"/>
                  </a:lnTo>
                  <a:lnTo>
                    <a:pt x="283464" y="580643"/>
                  </a:lnTo>
                  <a:lnTo>
                    <a:pt x="301752" y="576071"/>
                  </a:lnTo>
                  <a:lnTo>
                    <a:pt x="313943" y="576071"/>
                  </a:lnTo>
                  <a:lnTo>
                    <a:pt x="353567" y="601979"/>
                  </a:lnTo>
                  <a:lnTo>
                    <a:pt x="374904" y="653795"/>
                  </a:lnTo>
                  <a:lnTo>
                    <a:pt x="382523" y="676655"/>
                  </a:lnTo>
                  <a:lnTo>
                    <a:pt x="391667" y="693419"/>
                  </a:lnTo>
                  <a:lnTo>
                    <a:pt x="400812" y="710183"/>
                  </a:lnTo>
                  <a:lnTo>
                    <a:pt x="408432" y="719327"/>
                  </a:lnTo>
                  <a:lnTo>
                    <a:pt x="422148" y="728471"/>
                  </a:lnTo>
                  <a:lnTo>
                    <a:pt x="443484" y="733043"/>
                  </a:lnTo>
                  <a:lnTo>
                    <a:pt x="464819" y="728471"/>
                  </a:lnTo>
                  <a:lnTo>
                    <a:pt x="525780" y="688847"/>
                  </a:lnTo>
                  <a:lnTo>
                    <a:pt x="556260" y="653795"/>
                  </a:lnTo>
                  <a:lnTo>
                    <a:pt x="580643" y="620267"/>
                  </a:lnTo>
                  <a:lnTo>
                    <a:pt x="601980" y="580643"/>
                  </a:lnTo>
                  <a:lnTo>
                    <a:pt x="620268" y="547115"/>
                  </a:lnTo>
                  <a:lnTo>
                    <a:pt x="632460" y="519683"/>
                  </a:lnTo>
                  <a:lnTo>
                    <a:pt x="641604" y="502919"/>
                  </a:lnTo>
                  <a:lnTo>
                    <a:pt x="646175" y="493775"/>
                  </a:lnTo>
                  <a:lnTo>
                    <a:pt x="650747" y="489203"/>
                  </a:lnTo>
                  <a:lnTo>
                    <a:pt x="646175" y="493775"/>
                  </a:lnTo>
                  <a:lnTo>
                    <a:pt x="632460" y="515111"/>
                  </a:lnTo>
                  <a:lnTo>
                    <a:pt x="611124" y="547115"/>
                  </a:lnTo>
                  <a:lnTo>
                    <a:pt x="585215" y="585215"/>
                  </a:lnTo>
                  <a:lnTo>
                    <a:pt x="563880" y="624839"/>
                  </a:lnTo>
                  <a:lnTo>
                    <a:pt x="551687" y="646175"/>
                  </a:lnTo>
                  <a:lnTo>
                    <a:pt x="542543" y="662939"/>
                  </a:lnTo>
                  <a:lnTo>
                    <a:pt x="542543" y="672083"/>
                  </a:lnTo>
                  <a:lnTo>
                    <a:pt x="542543" y="679703"/>
                  </a:lnTo>
                  <a:lnTo>
                    <a:pt x="547115" y="684275"/>
                  </a:lnTo>
                  <a:lnTo>
                    <a:pt x="556260" y="684275"/>
                  </a:lnTo>
                  <a:lnTo>
                    <a:pt x="568452" y="679703"/>
                  </a:lnTo>
                  <a:lnTo>
                    <a:pt x="589787" y="662939"/>
                  </a:lnTo>
                  <a:lnTo>
                    <a:pt x="620268" y="641603"/>
                  </a:lnTo>
                  <a:lnTo>
                    <a:pt x="646175" y="620267"/>
                  </a:lnTo>
                  <a:lnTo>
                    <a:pt x="667512" y="601979"/>
                  </a:lnTo>
                  <a:lnTo>
                    <a:pt x="684275" y="589787"/>
                  </a:lnTo>
                  <a:lnTo>
                    <a:pt x="693420" y="580643"/>
                  </a:lnTo>
                  <a:lnTo>
                    <a:pt x="701039" y="576071"/>
                  </a:lnTo>
                  <a:lnTo>
                    <a:pt x="705612" y="573023"/>
                  </a:lnTo>
                  <a:lnTo>
                    <a:pt x="710183" y="576071"/>
                  </a:lnTo>
                  <a:lnTo>
                    <a:pt x="714756" y="585215"/>
                  </a:lnTo>
                  <a:lnTo>
                    <a:pt x="723900" y="598931"/>
                  </a:lnTo>
                  <a:lnTo>
                    <a:pt x="731520" y="611123"/>
                  </a:lnTo>
                  <a:lnTo>
                    <a:pt x="745235" y="620267"/>
                  </a:lnTo>
                  <a:lnTo>
                    <a:pt x="757427" y="624839"/>
                  </a:lnTo>
                  <a:lnTo>
                    <a:pt x="771143" y="624839"/>
                  </a:lnTo>
                  <a:lnTo>
                    <a:pt x="813816" y="606551"/>
                  </a:lnTo>
                  <a:lnTo>
                    <a:pt x="882395" y="547115"/>
                  </a:lnTo>
                  <a:lnTo>
                    <a:pt x="922020" y="493775"/>
                  </a:lnTo>
                  <a:lnTo>
                    <a:pt x="950975" y="429767"/>
                  </a:lnTo>
                  <a:lnTo>
                    <a:pt x="981456" y="350519"/>
                  </a:lnTo>
                  <a:lnTo>
                    <a:pt x="1002791" y="260603"/>
                  </a:lnTo>
                  <a:lnTo>
                    <a:pt x="1016508" y="173735"/>
                  </a:lnTo>
                  <a:lnTo>
                    <a:pt x="1024127" y="117347"/>
                  </a:lnTo>
                  <a:lnTo>
                    <a:pt x="1028700" y="74675"/>
                  </a:lnTo>
                  <a:lnTo>
                    <a:pt x="1028700" y="44195"/>
                  </a:lnTo>
                  <a:lnTo>
                    <a:pt x="1028700" y="25908"/>
                  </a:lnTo>
                  <a:lnTo>
                    <a:pt x="1024127" y="13715"/>
                  </a:lnTo>
                  <a:lnTo>
                    <a:pt x="1021079" y="4571"/>
                  </a:lnTo>
                  <a:lnTo>
                    <a:pt x="1011935" y="0"/>
                  </a:lnTo>
                  <a:lnTo>
                    <a:pt x="973835" y="22860"/>
                  </a:lnTo>
                  <a:lnTo>
                    <a:pt x="943356" y="60959"/>
                  </a:lnTo>
                  <a:lnTo>
                    <a:pt x="917447" y="105155"/>
                  </a:lnTo>
                  <a:lnTo>
                    <a:pt x="891539" y="164591"/>
                  </a:lnTo>
                  <a:lnTo>
                    <a:pt x="874775" y="239267"/>
                  </a:lnTo>
                  <a:lnTo>
                    <a:pt x="865631" y="298703"/>
                  </a:lnTo>
                  <a:lnTo>
                    <a:pt x="870204" y="364235"/>
                  </a:lnTo>
                  <a:lnTo>
                    <a:pt x="882395" y="434339"/>
                  </a:lnTo>
                  <a:lnTo>
                    <a:pt x="899160" y="486155"/>
                  </a:lnTo>
                  <a:lnTo>
                    <a:pt x="922020" y="528827"/>
                  </a:lnTo>
                  <a:lnTo>
                    <a:pt x="947927" y="573023"/>
                  </a:lnTo>
                  <a:lnTo>
                    <a:pt x="1002791" y="620267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204972" y="2609088"/>
              <a:ext cx="304800" cy="581025"/>
            </a:xfrm>
            <a:custGeom>
              <a:avLst/>
              <a:gdLst/>
              <a:ahLst/>
              <a:cxnLst/>
              <a:rect l="l" t="t" r="r" b="b"/>
              <a:pathLst>
                <a:path w="304800" h="581025">
                  <a:moveTo>
                    <a:pt x="64007" y="0"/>
                  </a:moveTo>
                  <a:lnTo>
                    <a:pt x="64007" y="4572"/>
                  </a:lnTo>
                  <a:lnTo>
                    <a:pt x="64007" y="16764"/>
                  </a:lnTo>
                  <a:lnTo>
                    <a:pt x="68579" y="42672"/>
                  </a:lnTo>
                  <a:lnTo>
                    <a:pt x="73151" y="86868"/>
                  </a:lnTo>
                  <a:lnTo>
                    <a:pt x="80771" y="138684"/>
                  </a:lnTo>
                  <a:lnTo>
                    <a:pt x="89915" y="185928"/>
                  </a:lnTo>
                  <a:lnTo>
                    <a:pt x="102107" y="242316"/>
                  </a:lnTo>
                  <a:lnTo>
                    <a:pt x="115823" y="303276"/>
                  </a:lnTo>
                  <a:lnTo>
                    <a:pt x="124967" y="350519"/>
                  </a:lnTo>
                  <a:lnTo>
                    <a:pt x="132587" y="394715"/>
                  </a:lnTo>
                  <a:lnTo>
                    <a:pt x="141731" y="441960"/>
                  </a:lnTo>
                  <a:lnTo>
                    <a:pt x="149351" y="484632"/>
                  </a:lnTo>
                  <a:lnTo>
                    <a:pt x="153923" y="519684"/>
                  </a:lnTo>
                  <a:lnTo>
                    <a:pt x="158495" y="545591"/>
                  </a:lnTo>
                  <a:lnTo>
                    <a:pt x="163067" y="563880"/>
                  </a:lnTo>
                  <a:lnTo>
                    <a:pt x="163067" y="571500"/>
                  </a:lnTo>
                  <a:lnTo>
                    <a:pt x="163067" y="580643"/>
                  </a:lnTo>
                  <a:lnTo>
                    <a:pt x="153923" y="571500"/>
                  </a:lnTo>
                  <a:lnTo>
                    <a:pt x="137159" y="545591"/>
                  </a:lnTo>
                  <a:lnTo>
                    <a:pt x="115823" y="505967"/>
                  </a:lnTo>
                  <a:lnTo>
                    <a:pt x="89915" y="472439"/>
                  </a:lnTo>
                  <a:lnTo>
                    <a:pt x="47243" y="428243"/>
                  </a:lnTo>
                  <a:lnTo>
                    <a:pt x="21335" y="416052"/>
                  </a:lnTo>
                  <a:lnTo>
                    <a:pt x="12191" y="411480"/>
                  </a:lnTo>
                  <a:lnTo>
                    <a:pt x="3047" y="411480"/>
                  </a:lnTo>
                  <a:lnTo>
                    <a:pt x="0" y="411480"/>
                  </a:lnTo>
                  <a:lnTo>
                    <a:pt x="3047" y="416052"/>
                  </a:lnTo>
                  <a:lnTo>
                    <a:pt x="16763" y="425195"/>
                  </a:lnTo>
                  <a:lnTo>
                    <a:pt x="42671" y="432815"/>
                  </a:lnTo>
                  <a:lnTo>
                    <a:pt x="80771" y="437387"/>
                  </a:lnTo>
                  <a:lnTo>
                    <a:pt x="111251" y="432815"/>
                  </a:lnTo>
                  <a:lnTo>
                    <a:pt x="144779" y="428243"/>
                  </a:lnTo>
                  <a:lnTo>
                    <a:pt x="184403" y="416052"/>
                  </a:lnTo>
                  <a:lnTo>
                    <a:pt x="227076" y="402336"/>
                  </a:lnTo>
                  <a:lnTo>
                    <a:pt x="257555" y="390143"/>
                  </a:lnTo>
                  <a:lnTo>
                    <a:pt x="278891" y="376428"/>
                  </a:lnTo>
                  <a:lnTo>
                    <a:pt x="295655" y="368808"/>
                  </a:lnTo>
                  <a:lnTo>
                    <a:pt x="304800" y="364236"/>
                  </a:lnTo>
                  <a:lnTo>
                    <a:pt x="295655" y="368808"/>
                  </a:lnTo>
                  <a:lnTo>
                    <a:pt x="274319" y="381000"/>
                  </a:lnTo>
                  <a:lnTo>
                    <a:pt x="240791" y="402336"/>
                  </a:lnTo>
                  <a:lnTo>
                    <a:pt x="198119" y="441960"/>
                  </a:lnTo>
                  <a:lnTo>
                    <a:pt x="149351" y="489204"/>
                  </a:lnTo>
                  <a:lnTo>
                    <a:pt x="106679" y="550163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920740" y="3848100"/>
              <a:ext cx="986155" cy="727075"/>
            </a:xfrm>
            <a:custGeom>
              <a:avLst/>
              <a:gdLst/>
              <a:ahLst/>
              <a:cxnLst/>
              <a:rect l="l" t="t" r="r" b="b"/>
              <a:pathLst>
                <a:path w="986154" h="727075">
                  <a:moveTo>
                    <a:pt x="986027" y="0"/>
                  </a:moveTo>
                  <a:lnTo>
                    <a:pt x="976883" y="4572"/>
                  </a:lnTo>
                  <a:lnTo>
                    <a:pt x="964691" y="12192"/>
                  </a:lnTo>
                  <a:lnTo>
                    <a:pt x="761999" y="172211"/>
                  </a:lnTo>
                  <a:lnTo>
                    <a:pt x="688847" y="228600"/>
                  </a:lnTo>
                  <a:lnTo>
                    <a:pt x="632459" y="280416"/>
                  </a:lnTo>
                  <a:lnTo>
                    <a:pt x="573023" y="329184"/>
                  </a:lnTo>
                  <a:lnTo>
                    <a:pt x="499871" y="388619"/>
                  </a:lnTo>
                  <a:lnTo>
                    <a:pt x="438911" y="435863"/>
                  </a:lnTo>
                  <a:lnTo>
                    <a:pt x="379475" y="484632"/>
                  </a:lnTo>
                  <a:lnTo>
                    <a:pt x="318515" y="536448"/>
                  </a:lnTo>
                  <a:lnTo>
                    <a:pt x="257555" y="579119"/>
                  </a:lnTo>
                  <a:lnTo>
                    <a:pt x="214883" y="614172"/>
                  </a:lnTo>
                  <a:lnTo>
                    <a:pt x="181355" y="640079"/>
                  </a:lnTo>
                  <a:lnTo>
                    <a:pt x="137159" y="665987"/>
                  </a:lnTo>
                  <a:lnTo>
                    <a:pt x="99059" y="687324"/>
                  </a:lnTo>
                  <a:lnTo>
                    <a:pt x="64007" y="705612"/>
                  </a:lnTo>
                  <a:lnTo>
                    <a:pt x="38100" y="713231"/>
                  </a:lnTo>
                  <a:lnTo>
                    <a:pt x="21335" y="722375"/>
                  </a:lnTo>
                  <a:lnTo>
                    <a:pt x="9143" y="726947"/>
                  </a:lnTo>
                  <a:lnTo>
                    <a:pt x="0" y="726947"/>
                  </a:lnTo>
                  <a:lnTo>
                    <a:pt x="0" y="72237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864351" y="4341875"/>
              <a:ext cx="276225" cy="358140"/>
            </a:xfrm>
            <a:custGeom>
              <a:avLst/>
              <a:gdLst/>
              <a:ahLst/>
              <a:cxnLst/>
              <a:rect l="l" t="t" r="r" b="b"/>
              <a:pathLst>
                <a:path w="276225" h="358139">
                  <a:moveTo>
                    <a:pt x="70103" y="0"/>
                  </a:moveTo>
                  <a:lnTo>
                    <a:pt x="73151" y="7620"/>
                  </a:lnTo>
                  <a:lnTo>
                    <a:pt x="77723" y="16764"/>
                  </a:lnTo>
                  <a:lnTo>
                    <a:pt x="82295" y="28956"/>
                  </a:lnTo>
                  <a:lnTo>
                    <a:pt x="82295" y="51816"/>
                  </a:lnTo>
                  <a:lnTo>
                    <a:pt x="77723" y="73152"/>
                  </a:lnTo>
                  <a:lnTo>
                    <a:pt x="70103" y="94488"/>
                  </a:lnTo>
                  <a:lnTo>
                    <a:pt x="60959" y="115824"/>
                  </a:lnTo>
                  <a:lnTo>
                    <a:pt x="47243" y="138684"/>
                  </a:lnTo>
                  <a:lnTo>
                    <a:pt x="35051" y="160019"/>
                  </a:lnTo>
                  <a:lnTo>
                    <a:pt x="21335" y="181356"/>
                  </a:lnTo>
                  <a:lnTo>
                    <a:pt x="13715" y="198119"/>
                  </a:lnTo>
                  <a:lnTo>
                    <a:pt x="9143" y="211836"/>
                  </a:lnTo>
                  <a:lnTo>
                    <a:pt x="4571" y="224028"/>
                  </a:lnTo>
                  <a:lnTo>
                    <a:pt x="0" y="233172"/>
                  </a:lnTo>
                  <a:lnTo>
                    <a:pt x="0" y="242316"/>
                  </a:lnTo>
                  <a:lnTo>
                    <a:pt x="0" y="249936"/>
                  </a:lnTo>
                  <a:lnTo>
                    <a:pt x="0" y="294131"/>
                  </a:lnTo>
                  <a:lnTo>
                    <a:pt x="4571" y="298704"/>
                  </a:lnTo>
                  <a:lnTo>
                    <a:pt x="51815" y="332232"/>
                  </a:lnTo>
                  <a:lnTo>
                    <a:pt x="112775" y="345948"/>
                  </a:lnTo>
                  <a:lnTo>
                    <a:pt x="172211" y="353567"/>
                  </a:lnTo>
                  <a:lnTo>
                    <a:pt x="216407" y="358139"/>
                  </a:lnTo>
                  <a:lnTo>
                    <a:pt x="249935" y="358139"/>
                  </a:lnTo>
                  <a:lnTo>
                    <a:pt x="275843" y="358139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722619" y="2324100"/>
              <a:ext cx="361315" cy="532130"/>
            </a:xfrm>
            <a:custGeom>
              <a:avLst/>
              <a:gdLst/>
              <a:ahLst/>
              <a:cxnLst/>
              <a:rect l="l" t="t" r="r" b="b"/>
              <a:pathLst>
                <a:path w="361314" h="532130">
                  <a:moveTo>
                    <a:pt x="0" y="0"/>
                  </a:moveTo>
                  <a:lnTo>
                    <a:pt x="0" y="0"/>
                  </a:lnTo>
                  <a:lnTo>
                    <a:pt x="0" y="254507"/>
                  </a:lnTo>
                  <a:lnTo>
                    <a:pt x="4572" y="301752"/>
                  </a:lnTo>
                  <a:lnTo>
                    <a:pt x="9144" y="350519"/>
                  </a:lnTo>
                  <a:lnTo>
                    <a:pt x="13716" y="397763"/>
                  </a:lnTo>
                  <a:lnTo>
                    <a:pt x="18288" y="432815"/>
                  </a:lnTo>
                  <a:lnTo>
                    <a:pt x="21336" y="463295"/>
                  </a:lnTo>
                  <a:lnTo>
                    <a:pt x="35052" y="501395"/>
                  </a:lnTo>
                  <a:lnTo>
                    <a:pt x="77724" y="527304"/>
                  </a:lnTo>
                  <a:lnTo>
                    <a:pt x="99060" y="531876"/>
                  </a:lnTo>
                  <a:lnTo>
                    <a:pt x="129539" y="527304"/>
                  </a:lnTo>
                  <a:lnTo>
                    <a:pt x="167640" y="519684"/>
                  </a:lnTo>
                  <a:lnTo>
                    <a:pt x="214883" y="501395"/>
                  </a:lnTo>
                  <a:lnTo>
                    <a:pt x="254507" y="484632"/>
                  </a:lnTo>
                  <a:lnTo>
                    <a:pt x="280416" y="466343"/>
                  </a:lnTo>
                  <a:lnTo>
                    <a:pt x="310895" y="445008"/>
                  </a:lnTo>
                  <a:lnTo>
                    <a:pt x="339852" y="423672"/>
                  </a:lnTo>
                  <a:lnTo>
                    <a:pt x="361187" y="411480"/>
                  </a:lnTo>
                </a:path>
              </a:pathLst>
            </a:custGeom>
            <a:ln w="198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79007" y="2392680"/>
              <a:ext cx="245745" cy="220979"/>
            </a:xfrm>
            <a:custGeom>
              <a:avLst/>
              <a:gdLst/>
              <a:ahLst/>
              <a:cxnLst/>
              <a:rect l="l" t="t" r="r" b="b"/>
              <a:pathLst>
                <a:path w="245745" h="220980">
                  <a:moveTo>
                    <a:pt x="16763" y="216407"/>
                  </a:moveTo>
                  <a:lnTo>
                    <a:pt x="7619" y="216407"/>
                  </a:lnTo>
                  <a:lnTo>
                    <a:pt x="4571" y="220979"/>
                  </a:lnTo>
                  <a:lnTo>
                    <a:pt x="0" y="220979"/>
                  </a:lnTo>
                  <a:lnTo>
                    <a:pt x="4571" y="220979"/>
                  </a:lnTo>
                  <a:lnTo>
                    <a:pt x="16763" y="211835"/>
                  </a:lnTo>
                  <a:lnTo>
                    <a:pt x="38099" y="195071"/>
                  </a:lnTo>
                  <a:lnTo>
                    <a:pt x="77723" y="169163"/>
                  </a:lnTo>
                  <a:lnTo>
                    <a:pt x="124967" y="134111"/>
                  </a:lnTo>
                  <a:lnTo>
                    <a:pt x="167639" y="103631"/>
                  </a:lnTo>
                  <a:lnTo>
                    <a:pt x="198120" y="73151"/>
                  </a:lnTo>
                  <a:lnTo>
                    <a:pt x="219456" y="42671"/>
                  </a:lnTo>
                  <a:lnTo>
                    <a:pt x="236220" y="21335"/>
                  </a:lnTo>
                  <a:lnTo>
                    <a:pt x="245363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564123" y="2042159"/>
              <a:ext cx="417830" cy="299085"/>
            </a:xfrm>
            <a:custGeom>
              <a:avLst/>
              <a:gdLst/>
              <a:ahLst/>
              <a:cxnLst/>
              <a:rect l="l" t="t" r="r" b="b"/>
              <a:pathLst>
                <a:path w="417829" h="299085">
                  <a:moveTo>
                    <a:pt x="0" y="298704"/>
                  </a:moveTo>
                  <a:lnTo>
                    <a:pt x="3048" y="294132"/>
                  </a:lnTo>
                  <a:lnTo>
                    <a:pt x="21336" y="277368"/>
                  </a:lnTo>
                  <a:lnTo>
                    <a:pt x="51816" y="246888"/>
                  </a:lnTo>
                  <a:lnTo>
                    <a:pt x="106679" y="204216"/>
                  </a:lnTo>
                  <a:lnTo>
                    <a:pt x="176783" y="160020"/>
                  </a:lnTo>
                  <a:lnTo>
                    <a:pt x="236219" y="108204"/>
                  </a:lnTo>
                  <a:lnTo>
                    <a:pt x="304800" y="65532"/>
                  </a:lnTo>
                  <a:lnTo>
                    <a:pt x="370332" y="30480"/>
                  </a:lnTo>
                  <a:lnTo>
                    <a:pt x="417576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144767" y="2185416"/>
              <a:ext cx="193675" cy="541020"/>
            </a:xfrm>
            <a:custGeom>
              <a:avLst/>
              <a:gdLst/>
              <a:ahLst/>
              <a:cxnLst/>
              <a:rect l="l" t="t" r="r" b="b"/>
              <a:pathLst>
                <a:path w="193675" h="541019">
                  <a:moveTo>
                    <a:pt x="193548" y="0"/>
                  </a:moveTo>
                  <a:lnTo>
                    <a:pt x="193548" y="4572"/>
                  </a:lnTo>
                  <a:lnTo>
                    <a:pt x="188976" y="12192"/>
                  </a:lnTo>
                  <a:lnTo>
                    <a:pt x="184404" y="30480"/>
                  </a:lnTo>
                  <a:lnTo>
                    <a:pt x="176784" y="60960"/>
                  </a:lnTo>
                  <a:lnTo>
                    <a:pt x="163068" y="103632"/>
                  </a:lnTo>
                  <a:lnTo>
                    <a:pt x="150876" y="155448"/>
                  </a:lnTo>
                  <a:lnTo>
                    <a:pt x="137160" y="207264"/>
                  </a:lnTo>
                  <a:lnTo>
                    <a:pt x="124968" y="268224"/>
                  </a:lnTo>
                  <a:lnTo>
                    <a:pt x="111252" y="320039"/>
                  </a:lnTo>
                  <a:lnTo>
                    <a:pt x="94488" y="371856"/>
                  </a:lnTo>
                  <a:lnTo>
                    <a:pt x="77724" y="419100"/>
                  </a:lnTo>
                  <a:lnTo>
                    <a:pt x="59436" y="458723"/>
                  </a:lnTo>
                  <a:lnTo>
                    <a:pt x="47244" y="489204"/>
                  </a:lnTo>
                  <a:lnTo>
                    <a:pt x="30479" y="510539"/>
                  </a:lnTo>
                  <a:lnTo>
                    <a:pt x="16764" y="527304"/>
                  </a:lnTo>
                  <a:lnTo>
                    <a:pt x="9143" y="536448"/>
                  </a:lnTo>
                  <a:lnTo>
                    <a:pt x="4572" y="541019"/>
                  </a:lnTo>
                  <a:lnTo>
                    <a:pt x="0" y="541019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097523" y="2357627"/>
              <a:ext cx="327660" cy="187960"/>
            </a:xfrm>
            <a:custGeom>
              <a:avLst/>
              <a:gdLst/>
              <a:ahLst/>
              <a:cxnLst/>
              <a:rect l="l" t="t" r="r" b="b"/>
              <a:pathLst>
                <a:path w="327660" h="187960">
                  <a:moveTo>
                    <a:pt x="0" y="0"/>
                  </a:moveTo>
                  <a:lnTo>
                    <a:pt x="4572" y="0"/>
                  </a:lnTo>
                  <a:lnTo>
                    <a:pt x="16764" y="4572"/>
                  </a:lnTo>
                  <a:lnTo>
                    <a:pt x="38100" y="13716"/>
                  </a:lnTo>
                  <a:lnTo>
                    <a:pt x="64008" y="22859"/>
                  </a:lnTo>
                  <a:lnTo>
                    <a:pt x="85344" y="35052"/>
                  </a:lnTo>
                  <a:lnTo>
                    <a:pt x="103632" y="48768"/>
                  </a:lnTo>
                  <a:lnTo>
                    <a:pt x="124968" y="60960"/>
                  </a:lnTo>
                  <a:lnTo>
                    <a:pt x="150876" y="86868"/>
                  </a:lnTo>
                  <a:lnTo>
                    <a:pt x="172211" y="105155"/>
                  </a:lnTo>
                  <a:lnTo>
                    <a:pt x="198119" y="131064"/>
                  </a:lnTo>
                  <a:lnTo>
                    <a:pt x="224028" y="147828"/>
                  </a:lnTo>
                  <a:lnTo>
                    <a:pt x="249936" y="164592"/>
                  </a:lnTo>
                  <a:lnTo>
                    <a:pt x="271272" y="173736"/>
                  </a:lnTo>
                  <a:lnTo>
                    <a:pt x="288036" y="182880"/>
                  </a:lnTo>
                  <a:lnTo>
                    <a:pt x="304800" y="187452"/>
                  </a:lnTo>
                  <a:lnTo>
                    <a:pt x="327660" y="187452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579107" y="1696212"/>
              <a:ext cx="52069" cy="830580"/>
            </a:xfrm>
            <a:custGeom>
              <a:avLst/>
              <a:gdLst/>
              <a:ahLst/>
              <a:cxnLst/>
              <a:rect l="l" t="t" r="r" b="b"/>
              <a:pathLst>
                <a:path w="52070" h="830580">
                  <a:moveTo>
                    <a:pt x="0" y="0"/>
                  </a:moveTo>
                  <a:lnTo>
                    <a:pt x="0" y="7620"/>
                  </a:lnTo>
                  <a:lnTo>
                    <a:pt x="0" y="25908"/>
                  </a:lnTo>
                  <a:lnTo>
                    <a:pt x="4572" y="56387"/>
                  </a:lnTo>
                  <a:lnTo>
                    <a:pt x="9144" y="99060"/>
                  </a:lnTo>
                  <a:lnTo>
                    <a:pt x="13716" y="160019"/>
                  </a:lnTo>
                  <a:lnTo>
                    <a:pt x="13716" y="228600"/>
                  </a:lnTo>
                  <a:lnTo>
                    <a:pt x="13716" y="306323"/>
                  </a:lnTo>
                  <a:lnTo>
                    <a:pt x="13716" y="630935"/>
                  </a:lnTo>
                  <a:lnTo>
                    <a:pt x="16764" y="675131"/>
                  </a:lnTo>
                  <a:lnTo>
                    <a:pt x="21336" y="717804"/>
                  </a:lnTo>
                  <a:lnTo>
                    <a:pt x="30480" y="752856"/>
                  </a:lnTo>
                  <a:lnTo>
                    <a:pt x="35052" y="778764"/>
                  </a:lnTo>
                  <a:lnTo>
                    <a:pt x="39624" y="800100"/>
                  </a:lnTo>
                  <a:lnTo>
                    <a:pt x="42672" y="813816"/>
                  </a:lnTo>
                  <a:lnTo>
                    <a:pt x="47244" y="822960"/>
                  </a:lnTo>
                  <a:lnTo>
                    <a:pt x="51816" y="830579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451092" y="2011679"/>
              <a:ext cx="826135" cy="334010"/>
            </a:xfrm>
            <a:custGeom>
              <a:avLst/>
              <a:gdLst/>
              <a:ahLst/>
              <a:cxnLst/>
              <a:rect l="l" t="t" r="r" b="b"/>
              <a:pathLst>
                <a:path w="826134" h="334010">
                  <a:moveTo>
                    <a:pt x="0" y="246887"/>
                  </a:moveTo>
                  <a:lnTo>
                    <a:pt x="3048" y="251459"/>
                  </a:lnTo>
                  <a:lnTo>
                    <a:pt x="12192" y="256031"/>
                  </a:lnTo>
                  <a:lnTo>
                    <a:pt x="33528" y="256031"/>
                  </a:lnTo>
                  <a:lnTo>
                    <a:pt x="68580" y="251459"/>
                  </a:lnTo>
                  <a:lnTo>
                    <a:pt x="111252" y="237744"/>
                  </a:lnTo>
                  <a:lnTo>
                    <a:pt x="144779" y="225551"/>
                  </a:lnTo>
                  <a:lnTo>
                    <a:pt x="179831" y="208787"/>
                  </a:lnTo>
                  <a:lnTo>
                    <a:pt x="219456" y="190499"/>
                  </a:lnTo>
                  <a:lnTo>
                    <a:pt x="266700" y="173735"/>
                  </a:lnTo>
                  <a:lnTo>
                    <a:pt x="309372" y="150875"/>
                  </a:lnTo>
                  <a:lnTo>
                    <a:pt x="342900" y="134111"/>
                  </a:lnTo>
                  <a:lnTo>
                    <a:pt x="368808" y="117347"/>
                  </a:lnTo>
                  <a:lnTo>
                    <a:pt x="387095" y="99059"/>
                  </a:lnTo>
                  <a:lnTo>
                    <a:pt x="403860" y="82295"/>
                  </a:lnTo>
                  <a:lnTo>
                    <a:pt x="417576" y="65531"/>
                  </a:lnTo>
                  <a:lnTo>
                    <a:pt x="425195" y="47244"/>
                  </a:lnTo>
                  <a:lnTo>
                    <a:pt x="429767" y="35051"/>
                  </a:lnTo>
                  <a:lnTo>
                    <a:pt x="429767" y="21335"/>
                  </a:lnTo>
                  <a:lnTo>
                    <a:pt x="425195" y="13715"/>
                  </a:lnTo>
                  <a:lnTo>
                    <a:pt x="417576" y="4571"/>
                  </a:lnTo>
                  <a:lnTo>
                    <a:pt x="394715" y="0"/>
                  </a:lnTo>
                  <a:lnTo>
                    <a:pt x="365760" y="0"/>
                  </a:lnTo>
                  <a:lnTo>
                    <a:pt x="313943" y="18287"/>
                  </a:lnTo>
                  <a:lnTo>
                    <a:pt x="274319" y="60959"/>
                  </a:lnTo>
                  <a:lnTo>
                    <a:pt x="257556" y="129539"/>
                  </a:lnTo>
                  <a:lnTo>
                    <a:pt x="262128" y="173735"/>
                  </a:lnTo>
                  <a:lnTo>
                    <a:pt x="269748" y="211835"/>
                  </a:lnTo>
                  <a:lnTo>
                    <a:pt x="288036" y="251459"/>
                  </a:lnTo>
                  <a:lnTo>
                    <a:pt x="309372" y="286512"/>
                  </a:lnTo>
                  <a:lnTo>
                    <a:pt x="352043" y="324612"/>
                  </a:lnTo>
                  <a:lnTo>
                    <a:pt x="368808" y="333755"/>
                  </a:lnTo>
                  <a:lnTo>
                    <a:pt x="387095" y="333755"/>
                  </a:lnTo>
                  <a:lnTo>
                    <a:pt x="413004" y="333755"/>
                  </a:lnTo>
                  <a:lnTo>
                    <a:pt x="481584" y="294131"/>
                  </a:lnTo>
                  <a:lnTo>
                    <a:pt x="512063" y="268223"/>
                  </a:lnTo>
                  <a:lnTo>
                    <a:pt x="541019" y="237744"/>
                  </a:lnTo>
                  <a:lnTo>
                    <a:pt x="563880" y="204215"/>
                  </a:lnTo>
                  <a:lnTo>
                    <a:pt x="585215" y="155447"/>
                  </a:lnTo>
                  <a:lnTo>
                    <a:pt x="606552" y="82295"/>
                  </a:lnTo>
                  <a:lnTo>
                    <a:pt x="611124" y="60959"/>
                  </a:lnTo>
                  <a:lnTo>
                    <a:pt x="615695" y="44195"/>
                  </a:lnTo>
                  <a:lnTo>
                    <a:pt x="615695" y="30480"/>
                  </a:lnTo>
                  <a:lnTo>
                    <a:pt x="615695" y="25907"/>
                  </a:lnTo>
                  <a:lnTo>
                    <a:pt x="615695" y="21335"/>
                  </a:lnTo>
                  <a:lnTo>
                    <a:pt x="615695" y="25907"/>
                  </a:lnTo>
                  <a:lnTo>
                    <a:pt x="618743" y="39623"/>
                  </a:lnTo>
                  <a:lnTo>
                    <a:pt x="623316" y="56387"/>
                  </a:lnTo>
                  <a:lnTo>
                    <a:pt x="627887" y="73151"/>
                  </a:lnTo>
                  <a:lnTo>
                    <a:pt x="640079" y="91439"/>
                  </a:lnTo>
                  <a:lnTo>
                    <a:pt x="658368" y="103631"/>
                  </a:lnTo>
                  <a:lnTo>
                    <a:pt x="679704" y="121919"/>
                  </a:lnTo>
                  <a:lnTo>
                    <a:pt x="701039" y="129539"/>
                  </a:lnTo>
                  <a:lnTo>
                    <a:pt x="722375" y="143255"/>
                  </a:lnTo>
                  <a:lnTo>
                    <a:pt x="739139" y="155447"/>
                  </a:lnTo>
                  <a:lnTo>
                    <a:pt x="752856" y="164591"/>
                  </a:lnTo>
                  <a:lnTo>
                    <a:pt x="765047" y="173735"/>
                  </a:lnTo>
                  <a:lnTo>
                    <a:pt x="778764" y="182879"/>
                  </a:lnTo>
                  <a:lnTo>
                    <a:pt x="786383" y="190499"/>
                  </a:lnTo>
                  <a:lnTo>
                    <a:pt x="790956" y="199644"/>
                  </a:lnTo>
                  <a:lnTo>
                    <a:pt x="800100" y="208787"/>
                  </a:lnTo>
                  <a:lnTo>
                    <a:pt x="804672" y="211835"/>
                  </a:lnTo>
                  <a:lnTo>
                    <a:pt x="809243" y="211835"/>
                  </a:lnTo>
                  <a:lnTo>
                    <a:pt x="812291" y="211835"/>
                  </a:lnTo>
                  <a:lnTo>
                    <a:pt x="826008" y="20421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406640" y="1427988"/>
              <a:ext cx="1153795" cy="687705"/>
            </a:xfrm>
            <a:custGeom>
              <a:avLst/>
              <a:gdLst/>
              <a:ahLst/>
              <a:cxnLst/>
              <a:rect l="l" t="t" r="r" b="b"/>
              <a:pathLst>
                <a:path w="1153795" h="687705">
                  <a:moveTo>
                    <a:pt x="7620" y="656843"/>
                  </a:moveTo>
                  <a:lnTo>
                    <a:pt x="3048" y="653795"/>
                  </a:lnTo>
                  <a:lnTo>
                    <a:pt x="0" y="649223"/>
                  </a:lnTo>
                  <a:lnTo>
                    <a:pt x="0" y="640079"/>
                  </a:lnTo>
                  <a:lnTo>
                    <a:pt x="0" y="623315"/>
                  </a:lnTo>
                  <a:lnTo>
                    <a:pt x="3048" y="605027"/>
                  </a:lnTo>
                  <a:lnTo>
                    <a:pt x="28956" y="557783"/>
                  </a:lnTo>
                  <a:lnTo>
                    <a:pt x="54864" y="527303"/>
                  </a:lnTo>
                  <a:lnTo>
                    <a:pt x="80772" y="510539"/>
                  </a:lnTo>
                  <a:lnTo>
                    <a:pt x="94488" y="510539"/>
                  </a:lnTo>
                  <a:lnTo>
                    <a:pt x="106680" y="515111"/>
                  </a:lnTo>
                  <a:lnTo>
                    <a:pt x="115824" y="518159"/>
                  </a:lnTo>
                  <a:lnTo>
                    <a:pt x="146304" y="557783"/>
                  </a:lnTo>
                  <a:lnTo>
                    <a:pt x="158496" y="597407"/>
                  </a:lnTo>
                  <a:lnTo>
                    <a:pt x="167639" y="640079"/>
                  </a:lnTo>
                  <a:lnTo>
                    <a:pt x="172212" y="653795"/>
                  </a:lnTo>
                  <a:lnTo>
                    <a:pt x="175260" y="665987"/>
                  </a:lnTo>
                  <a:lnTo>
                    <a:pt x="179832" y="675131"/>
                  </a:lnTo>
                  <a:lnTo>
                    <a:pt x="184403" y="682751"/>
                  </a:lnTo>
                  <a:lnTo>
                    <a:pt x="188976" y="687323"/>
                  </a:lnTo>
                  <a:lnTo>
                    <a:pt x="193548" y="687323"/>
                  </a:lnTo>
                  <a:lnTo>
                    <a:pt x="198120" y="687323"/>
                  </a:lnTo>
                  <a:lnTo>
                    <a:pt x="202692" y="687323"/>
                  </a:lnTo>
                  <a:lnTo>
                    <a:pt x="210312" y="682751"/>
                  </a:lnTo>
                  <a:lnTo>
                    <a:pt x="222503" y="670559"/>
                  </a:lnTo>
                  <a:lnTo>
                    <a:pt x="236220" y="653795"/>
                  </a:lnTo>
                  <a:lnTo>
                    <a:pt x="248412" y="630935"/>
                  </a:lnTo>
                  <a:lnTo>
                    <a:pt x="266700" y="609599"/>
                  </a:lnTo>
                  <a:lnTo>
                    <a:pt x="300227" y="569975"/>
                  </a:lnTo>
                  <a:lnTo>
                    <a:pt x="344424" y="541019"/>
                  </a:lnTo>
                  <a:lnTo>
                    <a:pt x="382524" y="527303"/>
                  </a:lnTo>
                  <a:lnTo>
                    <a:pt x="399287" y="527303"/>
                  </a:lnTo>
                  <a:lnTo>
                    <a:pt x="438911" y="557783"/>
                  </a:lnTo>
                  <a:lnTo>
                    <a:pt x="455676" y="601979"/>
                  </a:lnTo>
                  <a:lnTo>
                    <a:pt x="460248" y="623315"/>
                  </a:lnTo>
                  <a:lnTo>
                    <a:pt x="464820" y="635507"/>
                  </a:lnTo>
                  <a:lnTo>
                    <a:pt x="469392" y="649223"/>
                  </a:lnTo>
                  <a:lnTo>
                    <a:pt x="477011" y="656843"/>
                  </a:lnTo>
                  <a:lnTo>
                    <a:pt x="486156" y="661415"/>
                  </a:lnTo>
                  <a:lnTo>
                    <a:pt x="502920" y="661415"/>
                  </a:lnTo>
                  <a:lnTo>
                    <a:pt x="568452" y="627887"/>
                  </a:lnTo>
                  <a:lnTo>
                    <a:pt x="601980" y="605027"/>
                  </a:lnTo>
                  <a:lnTo>
                    <a:pt x="637032" y="579119"/>
                  </a:lnTo>
                  <a:lnTo>
                    <a:pt x="665988" y="548639"/>
                  </a:lnTo>
                  <a:lnTo>
                    <a:pt x="691895" y="518159"/>
                  </a:lnTo>
                  <a:lnTo>
                    <a:pt x="714755" y="492251"/>
                  </a:lnTo>
                  <a:lnTo>
                    <a:pt x="731520" y="470915"/>
                  </a:lnTo>
                  <a:lnTo>
                    <a:pt x="739140" y="458724"/>
                  </a:lnTo>
                  <a:lnTo>
                    <a:pt x="743711" y="449579"/>
                  </a:lnTo>
                  <a:lnTo>
                    <a:pt x="748284" y="445007"/>
                  </a:lnTo>
                  <a:lnTo>
                    <a:pt x="743711" y="445007"/>
                  </a:lnTo>
                  <a:lnTo>
                    <a:pt x="736092" y="445007"/>
                  </a:lnTo>
                  <a:lnTo>
                    <a:pt x="726947" y="449579"/>
                  </a:lnTo>
                  <a:lnTo>
                    <a:pt x="691895" y="480059"/>
                  </a:lnTo>
                  <a:lnTo>
                    <a:pt x="670559" y="518159"/>
                  </a:lnTo>
                  <a:lnTo>
                    <a:pt x="662940" y="544067"/>
                  </a:lnTo>
                  <a:lnTo>
                    <a:pt x="662940" y="553211"/>
                  </a:lnTo>
                  <a:lnTo>
                    <a:pt x="662940" y="562355"/>
                  </a:lnTo>
                  <a:lnTo>
                    <a:pt x="665988" y="569975"/>
                  </a:lnTo>
                  <a:lnTo>
                    <a:pt x="670559" y="574547"/>
                  </a:lnTo>
                  <a:lnTo>
                    <a:pt x="679703" y="574547"/>
                  </a:lnTo>
                  <a:lnTo>
                    <a:pt x="691895" y="574547"/>
                  </a:lnTo>
                  <a:lnTo>
                    <a:pt x="714755" y="569975"/>
                  </a:lnTo>
                  <a:lnTo>
                    <a:pt x="739140" y="562355"/>
                  </a:lnTo>
                  <a:lnTo>
                    <a:pt x="761999" y="553211"/>
                  </a:lnTo>
                  <a:lnTo>
                    <a:pt x="783336" y="541019"/>
                  </a:lnTo>
                  <a:lnTo>
                    <a:pt x="800099" y="531875"/>
                  </a:lnTo>
                  <a:lnTo>
                    <a:pt x="813815" y="522731"/>
                  </a:lnTo>
                  <a:lnTo>
                    <a:pt x="826007" y="518159"/>
                  </a:lnTo>
                  <a:lnTo>
                    <a:pt x="835151" y="515111"/>
                  </a:lnTo>
                  <a:lnTo>
                    <a:pt x="842772" y="515111"/>
                  </a:lnTo>
                  <a:lnTo>
                    <a:pt x="851915" y="515111"/>
                  </a:lnTo>
                  <a:lnTo>
                    <a:pt x="861059" y="515111"/>
                  </a:lnTo>
                  <a:lnTo>
                    <a:pt x="864107" y="518159"/>
                  </a:lnTo>
                  <a:lnTo>
                    <a:pt x="873251" y="522731"/>
                  </a:lnTo>
                  <a:lnTo>
                    <a:pt x="882395" y="527303"/>
                  </a:lnTo>
                  <a:lnTo>
                    <a:pt x="886968" y="527303"/>
                  </a:lnTo>
                  <a:lnTo>
                    <a:pt x="894588" y="527303"/>
                  </a:lnTo>
                  <a:lnTo>
                    <a:pt x="929640" y="510539"/>
                  </a:lnTo>
                  <a:lnTo>
                    <a:pt x="960120" y="484631"/>
                  </a:lnTo>
                  <a:lnTo>
                    <a:pt x="989076" y="454151"/>
                  </a:lnTo>
                  <a:lnTo>
                    <a:pt x="1019555" y="419100"/>
                  </a:lnTo>
                  <a:lnTo>
                    <a:pt x="1050036" y="371855"/>
                  </a:lnTo>
                  <a:lnTo>
                    <a:pt x="1080515" y="315467"/>
                  </a:lnTo>
                  <a:lnTo>
                    <a:pt x="1101851" y="254507"/>
                  </a:lnTo>
                  <a:lnTo>
                    <a:pt x="1123188" y="185928"/>
                  </a:lnTo>
                  <a:lnTo>
                    <a:pt x="1139951" y="129539"/>
                  </a:lnTo>
                  <a:lnTo>
                    <a:pt x="1149095" y="89915"/>
                  </a:lnTo>
                  <a:lnTo>
                    <a:pt x="1153668" y="59435"/>
                  </a:lnTo>
                  <a:lnTo>
                    <a:pt x="1153668" y="38100"/>
                  </a:lnTo>
                  <a:lnTo>
                    <a:pt x="1153668" y="25908"/>
                  </a:lnTo>
                  <a:lnTo>
                    <a:pt x="1149095" y="16764"/>
                  </a:lnTo>
                  <a:lnTo>
                    <a:pt x="1144524" y="7619"/>
                  </a:lnTo>
                  <a:lnTo>
                    <a:pt x="1139951" y="3047"/>
                  </a:lnTo>
                  <a:lnTo>
                    <a:pt x="1135380" y="0"/>
                  </a:lnTo>
                  <a:lnTo>
                    <a:pt x="1132332" y="0"/>
                  </a:lnTo>
                  <a:lnTo>
                    <a:pt x="1123188" y="0"/>
                  </a:lnTo>
                  <a:lnTo>
                    <a:pt x="1092707" y="33527"/>
                  </a:lnTo>
                  <a:lnTo>
                    <a:pt x="1071372" y="73152"/>
                  </a:lnTo>
                  <a:lnTo>
                    <a:pt x="1050036" y="120395"/>
                  </a:lnTo>
                  <a:lnTo>
                    <a:pt x="1033272" y="172211"/>
                  </a:lnTo>
                  <a:lnTo>
                    <a:pt x="1019555" y="237743"/>
                  </a:lnTo>
                  <a:lnTo>
                    <a:pt x="1011936" y="298704"/>
                  </a:lnTo>
                  <a:lnTo>
                    <a:pt x="1002792" y="358139"/>
                  </a:lnTo>
                  <a:lnTo>
                    <a:pt x="1002792" y="419100"/>
                  </a:lnTo>
                  <a:lnTo>
                    <a:pt x="1002792" y="470915"/>
                  </a:lnTo>
                  <a:lnTo>
                    <a:pt x="1011936" y="505967"/>
                  </a:lnTo>
                  <a:lnTo>
                    <a:pt x="1024128" y="531875"/>
                  </a:lnTo>
                  <a:lnTo>
                    <a:pt x="1040892" y="548639"/>
                  </a:lnTo>
                  <a:lnTo>
                    <a:pt x="1057655" y="562355"/>
                  </a:lnTo>
                  <a:lnTo>
                    <a:pt x="1083563" y="566927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135367" y="2470403"/>
              <a:ext cx="55244" cy="593090"/>
            </a:xfrm>
            <a:custGeom>
              <a:avLst/>
              <a:gdLst/>
              <a:ahLst/>
              <a:cxnLst/>
              <a:rect l="l" t="t" r="r" b="b"/>
              <a:pathLst>
                <a:path w="55245" h="593089">
                  <a:moveTo>
                    <a:pt x="0" y="0"/>
                  </a:moveTo>
                  <a:lnTo>
                    <a:pt x="0" y="4572"/>
                  </a:lnTo>
                  <a:lnTo>
                    <a:pt x="0" y="86868"/>
                  </a:lnTo>
                  <a:lnTo>
                    <a:pt x="3048" y="117348"/>
                  </a:lnTo>
                  <a:lnTo>
                    <a:pt x="3048" y="152400"/>
                  </a:lnTo>
                  <a:lnTo>
                    <a:pt x="3048" y="190500"/>
                  </a:lnTo>
                  <a:lnTo>
                    <a:pt x="7620" y="230124"/>
                  </a:lnTo>
                  <a:lnTo>
                    <a:pt x="7620" y="268224"/>
                  </a:lnTo>
                  <a:lnTo>
                    <a:pt x="12192" y="298704"/>
                  </a:lnTo>
                  <a:lnTo>
                    <a:pt x="16764" y="329184"/>
                  </a:lnTo>
                  <a:lnTo>
                    <a:pt x="21336" y="359663"/>
                  </a:lnTo>
                  <a:lnTo>
                    <a:pt x="25908" y="385572"/>
                  </a:lnTo>
                  <a:lnTo>
                    <a:pt x="28956" y="411480"/>
                  </a:lnTo>
                  <a:lnTo>
                    <a:pt x="33528" y="437387"/>
                  </a:lnTo>
                  <a:lnTo>
                    <a:pt x="38100" y="463295"/>
                  </a:lnTo>
                  <a:lnTo>
                    <a:pt x="42672" y="489204"/>
                  </a:lnTo>
                  <a:lnTo>
                    <a:pt x="47244" y="507491"/>
                  </a:lnTo>
                  <a:lnTo>
                    <a:pt x="51816" y="524256"/>
                  </a:lnTo>
                  <a:lnTo>
                    <a:pt x="51816" y="545591"/>
                  </a:lnTo>
                  <a:lnTo>
                    <a:pt x="54864" y="559308"/>
                  </a:lnTo>
                  <a:lnTo>
                    <a:pt x="54864" y="571500"/>
                  </a:lnTo>
                  <a:lnTo>
                    <a:pt x="54864" y="585215"/>
                  </a:lnTo>
                  <a:lnTo>
                    <a:pt x="54864" y="59283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014971" y="2926079"/>
              <a:ext cx="309880" cy="59690"/>
            </a:xfrm>
            <a:custGeom>
              <a:avLst/>
              <a:gdLst/>
              <a:ahLst/>
              <a:cxnLst/>
              <a:rect l="l" t="t" r="r" b="b"/>
              <a:pathLst>
                <a:path w="309879" h="59689">
                  <a:moveTo>
                    <a:pt x="0" y="3048"/>
                  </a:moveTo>
                  <a:lnTo>
                    <a:pt x="3048" y="3048"/>
                  </a:lnTo>
                  <a:lnTo>
                    <a:pt x="12192" y="7620"/>
                  </a:lnTo>
                  <a:lnTo>
                    <a:pt x="21336" y="12192"/>
                  </a:lnTo>
                  <a:lnTo>
                    <a:pt x="28956" y="21336"/>
                  </a:lnTo>
                  <a:lnTo>
                    <a:pt x="42672" y="28956"/>
                  </a:lnTo>
                  <a:lnTo>
                    <a:pt x="54864" y="38100"/>
                  </a:lnTo>
                  <a:lnTo>
                    <a:pt x="73152" y="47244"/>
                  </a:lnTo>
                  <a:lnTo>
                    <a:pt x="94488" y="54864"/>
                  </a:lnTo>
                  <a:lnTo>
                    <a:pt x="120396" y="59436"/>
                  </a:lnTo>
                  <a:lnTo>
                    <a:pt x="149352" y="59436"/>
                  </a:lnTo>
                  <a:lnTo>
                    <a:pt x="175260" y="54864"/>
                  </a:lnTo>
                  <a:lnTo>
                    <a:pt x="201168" y="51816"/>
                  </a:lnTo>
                  <a:lnTo>
                    <a:pt x="227076" y="42672"/>
                  </a:lnTo>
                  <a:lnTo>
                    <a:pt x="252983" y="28956"/>
                  </a:lnTo>
                  <a:lnTo>
                    <a:pt x="274319" y="16764"/>
                  </a:lnTo>
                  <a:lnTo>
                    <a:pt x="295656" y="7620"/>
                  </a:lnTo>
                  <a:lnTo>
                    <a:pt x="309372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206234" y="2780537"/>
              <a:ext cx="166115" cy="214883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4750307" y="2944367"/>
              <a:ext cx="972819" cy="2745105"/>
            </a:xfrm>
            <a:custGeom>
              <a:avLst/>
              <a:gdLst/>
              <a:ahLst/>
              <a:cxnLst/>
              <a:rect l="l" t="t" r="r" b="b"/>
              <a:pathLst>
                <a:path w="972820" h="2745104">
                  <a:moveTo>
                    <a:pt x="0" y="0"/>
                  </a:moveTo>
                  <a:lnTo>
                    <a:pt x="3048" y="12192"/>
                  </a:lnTo>
                  <a:lnTo>
                    <a:pt x="7620" y="42672"/>
                  </a:lnTo>
                  <a:lnTo>
                    <a:pt x="0" y="458723"/>
                  </a:lnTo>
                  <a:lnTo>
                    <a:pt x="0" y="583691"/>
                  </a:lnTo>
                  <a:lnTo>
                    <a:pt x="7620" y="679704"/>
                  </a:lnTo>
                  <a:lnTo>
                    <a:pt x="16764" y="792479"/>
                  </a:lnTo>
                  <a:lnTo>
                    <a:pt x="25908" y="877824"/>
                  </a:lnTo>
                  <a:lnTo>
                    <a:pt x="38100" y="995172"/>
                  </a:lnTo>
                  <a:lnTo>
                    <a:pt x="51816" y="1103375"/>
                  </a:lnTo>
                  <a:lnTo>
                    <a:pt x="64008" y="1220724"/>
                  </a:lnTo>
                  <a:lnTo>
                    <a:pt x="85344" y="1341120"/>
                  </a:lnTo>
                  <a:lnTo>
                    <a:pt x="106679" y="1458467"/>
                  </a:lnTo>
                  <a:lnTo>
                    <a:pt x="137160" y="1575816"/>
                  </a:lnTo>
                  <a:lnTo>
                    <a:pt x="167640" y="1696212"/>
                  </a:lnTo>
                  <a:lnTo>
                    <a:pt x="198119" y="1804416"/>
                  </a:lnTo>
                  <a:lnTo>
                    <a:pt x="227076" y="1912620"/>
                  </a:lnTo>
                  <a:lnTo>
                    <a:pt x="252983" y="2034540"/>
                  </a:lnTo>
                  <a:lnTo>
                    <a:pt x="278892" y="2142744"/>
                  </a:lnTo>
                  <a:lnTo>
                    <a:pt x="309372" y="2250948"/>
                  </a:lnTo>
                  <a:lnTo>
                    <a:pt x="339852" y="2342387"/>
                  </a:lnTo>
                  <a:lnTo>
                    <a:pt x="377952" y="2436875"/>
                  </a:lnTo>
                  <a:lnTo>
                    <a:pt x="413004" y="2510027"/>
                  </a:lnTo>
                  <a:lnTo>
                    <a:pt x="446532" y="2575559"/>
                  </a:lnTo>
                  <a:lnTo>
                    <a:pt x="472439" y="2627375"/>
                  </a:lnTo>
                  <a:lnTo>
                    <a:pt x="507491" y="2671572"/>
                  </a:lnTo>
                  <a:lnTo>
                    <a:pt x="545591" y="2700527"/>
                  </a:lnTo>
                  <a:lnTo>
                    <a:pt x="585215" y="2726435"/>
                  </a:lnTo>
                  <a:lnTo>
                    <a:pt x="644652" y="2744724"/>
                  </a:lnTo>
                  <a:lnTo>
                    <a:pt x="679704" y="2740151"/>
                  </a:lnTo>
                  <a:lnTo>
                    <a:pt x="717804" y="2731008"/>
                  </a:lnTo>
                  <a:lnTo>
                    <a:pt x="762000" y="2718816"/>
                  </a:lnTo>
                  <a:lnTo>
                    <a:pt x="800100" y="2705100"/>
                  </a:lnTo>
                  <a:lnTo>
                    <a:pt x="835152" y="2688335"/>
                  </a:lnTo>
                  <a:lnTo>
                    <a:pt x="861060" y="2674619"/>
                  </a:lnTo>
                  <a:lnTo>
                    <a:pt x="885443" y="2662427"/>
                  </a:lnTo>
                  <a:lnTo>
                    <a:pt x="911352" y="2648711"/>
                  </a:lnTo>
                  <a:lnTo>
                    <a:pt x="937260" y="2636519"/>
                  </a:lnTo>
                  <a:lnTo>
                    <a:pt x="960120" y="2622803"/>
                  </a:lnTo>
                  <a:lnTo>
                    <a:pt x="972312" y="2610611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635752" y="5468111"/>
              <a:ext cx="113030" cy="360045"/>
            </a:xfrm>
            <a:custGeom>
              <a:avLst/>
              <a:gdLst/>
              <a:ahLst/>
              <a:cxnLst/>
              <a:rect l="l" t="t" r="r" b="b"/>
              <a:pathLst>
                <a:path w="113029" h="360045">
                  <a:moveTo>
                    <a:pt x="25908" y="0"/>
                  </a:moveTo>
                  <a:lnTo>
                    <a:pt x="25908" y="4572"/>
                  </a:lnTo>
                  <a:lnTo>
                    <a:pt x="30480" y="12192"/>
                  </a:lnTo>
                  <a:lnTo>
                    <a:pt x="39624" y="21336"/>
                  </a:lnTo>
                  <a:lnTo>
                    <a:pt x="48768" y="35052"/>
                  </a:lnTo>
                  <a:lnTo>
                    <a:pt x="60960" y="47244"/>
                  </a:lnTo>
                  <a:lnTo>
                    <a:pt x="74676" y="60960"/>
                  </a:lnTo>
                  <a:lnTo>
                    <a:pt x="86868" y="73152"/>
                  </a:lnTo>
                  <a:lnTo>
                    <a:pt x="100584" y="86868"/>
                  </a:lnTo>
                  <a:lnTo>
                    <a:pt x="108204" y="99060"/>
                  </a:lnTo>
                  <a:lnTo>
                    <a:pt x="112776" y="117348"/>
                  </a:lnTo>
                  <a:lnTo>
                    <a:pt x="112776" y="143256"/>
                  </a:lnTo>
                  <a:lnTo>
                    <a:pt x="103632" y="173736"/>
                  </a:lnTo>
                  <a:lnTo>
                    <a:pt x="91440" y="202692"/>
                  </a:lnTo>
                  <a:lnTo>
                    <a:pt x="74676" y="233172"/>
                  </a:lnTo>
                  <a:lnTo>
                    <a:pt x="56388" y="272795"/>
                  </a:lnTo>
                  <a:lnTo>
                    <a:pt x="39624" y="307848"/>
                  </a:lnTo>
                  <a:lnTo>
                    <a:pt x="18288" y="338328"/>
                  </a:lnTo>
                  <a:lnTo>
                    <a:pt x="0" y="359663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882640" y="5696711"/>
              <a:ext cx="340360" cy="429895"/>
            </a:xfrm>
            <a:custGeom>
              <a:avLst/>
              <a:gdLst/>
              <a:ahLst/>
              <a:cxnLst/>
              <a:rect l="l" t="t" r="r" b="b"/>
              <a:pathLst>
                <a:path w="340360" h="429895">
                  <a:moveTo>
                    <a:pt x="7620" y="429767"/>
                  </a:moveTo>
                  <a:lnTo>
                    <a:pt x="7620" y="425195"/>
                  </a:lnTo>
                  <a:lnTo>
                    <a:pt x="3048" y="408431"/>
                  </a:lnTo>
                  <a:lnTo>
                    <a:pt x="0" y="377951"/>
                  </a:lnTo>
                  <a:lnTo>
                    <a:pt x="0" y="338327"/>
                  </a:lnTo>
                  <a:lnTo>
                    <a:pt x="0" y="300227"/>
                  </a:lnTo>
                  <a:lnTo>
                    <a:pt x="3048" y="251460"/>
                  </a:lnTo>
                  <a:lnTo>
                    <a:pt x="7620" y="204215"/>
                  </a:lnTo>
                  <a:lnTo>
                    <a:pt x="16764" y="161543"/>
                  </a:lnTo>
                  <a:lnTo>
                    <a:pt x="33528" y="100583"/>
                  </a:lnTo>
                  <a:lnTo>
                    <a:pt x="51816" y="51815"/>
                  </a:lnTo>
                  <a:lnTo>
                    <a:pt x="59436" y="30480"/>
                  </a:lnTo>
                  <a:lnTo>
                    <a:pt x="68580" y="18287"/>
                  </a:lnTo>
                  <a:lnTo>
                    <a:pt x="76200" y="9143"/>
                  </a:lnTo>
                  <a:lnTo>
                    <a:pt x="85344" y="0"/>
                  </a:lnTo>
                  <a:lnTo>
                    <a:pt x="94488" y="0"/>
                  </a:lnTo>
                  <a:lnTo>
                    <a:pt x="132588" y="48767"/>
                  </a:lnTo>
                  <a:lnTo>
                    <a:pt x="146304" y="100583"/>
                  </a:lnTo>
                  <a:lnTo>
                    <a:pt x="153924" y="143255"/>
                  </a:lnTo>
                  <a:lnTo>
                    <a:pt x="158496" y="187451"/>
                  </a:lnTo>
                  <a:lnTo>
                    <a:pt x="163068" y="239267"/>
                  </a:lnTo>
                  <a:lnTo>
                    <a:pt x="167639" y="277367"/>
                  </a:lnTo>
                  <a:lnTo>
                    <a:pt x="170688" y="303275"/>
                  </a:lnTo>
                  <a:lnTo>
                    <a:pt x="170688" y="321563"/>
                  </a:lnTo>
                  <a:lnTo>
                    <a:pt x="170688" y="329183"/>
                  </a:lnTo>
                  <a:lnTo>
                    <a:pt x="170688" y="333755"/>
                  </a:lnTo>
                  <a:lnTo>
                    <a:pt x="175260" y="326135"/>
                  </a:lnTo>
                  <a:lnTo>
                    <a:pt x="184403" y="307847"/>
                  </a:lnTo>
                  <a:lnTo>
                    <a:pt x="196596" y="274319"/>
                  </a:lnTo>
                  <a:lnTo>
                    <a:pt x="210312" y="220979"/>
                  </a:lnTo>
                  <a:lnTo>
                    <a:pt x="219456" y="173736"/>
                  </a:lnTo>
                  <a:lnTo>
                    <a:pt x="231648" y="131063"/>
                  </a:lnTo>
                  <a:lnTo>
                    <a:pt x="240792" y="100583"/>
                  </a:lnTo>
                  <a:lnTo>
                    <a:pt x="252984" y="74676"/>
                  </a:lnTo>
                  <a:lnTo>
                    <a:pt x="262127" y="51815"/>
                  </a:lnTo>
                  <a:lnTo>
                    <a:pt x="271272" y="30480"/>
                  </a:lnTo>
                  <a:lnTo>
                    <a:pt x="278892" y="18287"/>
                  </a:lnTo>
                  <a:lnTo>
                    <a:pt x="283463" y="9143"/>
                  </a:lnTo>
                  <a:lnTo>
                    <a:pt x="288036" y="4571"/>
                  </a:lnTo>
                  <a:lnTo>
                    <a:pt x="292608" y="4571"/>
                  </a:lnTo>
                  <a:lnTo>
                    <a:pt x="295656" y="4571"/>
                  </a:lnTo>
                  <a:lnTo>
                    <a:pt x="321563" y="44195"/>
                  </a:lnTo>
                  <a:lnTo>
                    <a:pt x="335280" y="121919"/>
                  </a:lnTo>
                  <a:lnTo>
                    <a:pt x="335280" y="164591"/>
                  </a:lnTo>
                  <a:lnTo>
                    <a:pt x="335280" y="208787"/>
                  </a:lnTo>
                  <a:lnTo>
                    <a:pt x="335280" y="251460"/>
                  </a:lnTo>
                  <a:lnTo>
                    <a:pt x="335280" y="291083"/>
                  </a:lnTo>
                  <a:lnTo>
                    <a:pt x="335280" y="321563"/>
                  </a:lnTo>
                  <a:lnTo>
                    <a:pt x="339852" y="347471"/>
                  </a:lnTo>
                  <a:lnTo>
                    <a:pt x="339852" y="368807"/>
                  </a:lnTo>
                  <a:lnTo>
                    <a:pt x="339852" y="380999"/>
                  </a:lnTo>
                  <a:lnTo>
                    <a:pt x="339852" y="390143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71081" y="5912358"/>
              <a:ext cx="213359" cy="205739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6704076" y="5576315"/>
              <a:ext cx="43180" cy="541020"/>
            </a:xfrm>
            <a:custGeom>
              <a:avLst/>
              <a:gdLst/>
              <a:ahLst/>
              <a:cxnLst/>
              <a:rect l="l" t="t" r="r" b="b"/>
              <a:pathLst>
                <a:path w="43179" h="541020">
                  <a:moveTo>
                    <a:pt x="35051" y="0"/>
                  </a:moveTo>
                  <a:lnTo>
                    <a:pt x="30479" y="9144"/>
                  </a:lnTo>
                  <a:lnTo>
                    <a:pt x="25907" y="25908"/>
                  </a:lnTo>
                  <a:lnTo>
                    <a:pt x="16763" y="51816"/>
                  </a:lnTo>
                  <a:lnTo>
                    <a:pt x="9143" y="91439"/>
                  </a:lnTo>
                  <a:lnTo>
                    <a:pt x="4571" y="138684"/>
                  </a:lnTo>
                  <a:lnTo>
                    <a:pt x="0" y="204216"/>
                  </a:lnTo>
                  <a:lnTo>
                    <a:pt x="0" y="263652"/>
                  </a:lnTo>
                  <a:lnTo>
                    <a:pt x="0" y="315467"/>
                  </a:lnTo>
                  <a:lnTo>
                    <a:pt x="0" y="371856"/>
                  </a:lnTo>
                  <a:lnTo>
                    <a:pt x="0" y="420623"/>
                  </a:lnTo>
                  <a:lnTo>
                    <a:pt x="0" y="458723"/>
                  </a:lnTo>
                  <a:lnTo>
                    <a:pt x="4571" y="489204"/>
                  </a:lnTo>
                  <a:lnTo>
                    <a:pt x="9143" y="510539"/>
                  </a:lnTo>
                  <a:lnTo>
                    <a:pt x="13715" y="528828"/>
                  </a:lnTo>
                  <a:lnTo>
                    <a:pt x="16763" y="536448"/>
                  </a:lnTo>
                  <a:lnTo>
                    <a:pt x="21335" y="541019"/>
                  </a:lnTo>
                  <a:lnTo>
                    <a:pt x="25907" y="541019"/>
                  </a:lnTo>
                  <a:lnTo>
                    <a:pt x="35051" y="541019"/>
                  </a:lnTo>
                  <a:lnTo>
                    <a:pt x="42671" y="53187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885431" y="5562600"/>
              <a:ext cx="116205" cy="581025"/>
            </a:xfrm>
            <a:custGeom>
              <a:avLst/>
              <a:gdLst/>
              <a:ahLst/>
              <a:cxnLst/>
              <a:rect l="l" t="t" r="r" b="b"/>
              <a:pathLst>
                <a:path w="116204" h="581025">
                  <a:moveTo>
                    <a:pt x="73151" y="0"/>
                  </a:moveTo>
                  <a:lnTo>
                    <a:pt x="68579" y="4572"/>
                  </a:lnTo>
                  <a:lnTo>
                    <a:pt x="59435" y="22859"/>
                  </a:lnTo>
                  <a:lnTo>
                    <a:pt x="47243" y="53339"/>
                  </a:lnTo>
                  <a:lnTo>
                    <a:pt x="38099" y="91439"/>
                  </a:lnTo>
                  <a:lnTo>
                    <a:pt x="25907" y="138684"/>
                  </a:lnTo>
                  <a:lnTo>
                    <a:pt x="12191" y="204216"/>
                  </a:lnTo>
                  <a:lnTo>
                    <a:pt x="3047" y="272795"/>
                  </a:lnTo>
                  <a:lnTo>
                    <a:pt x="0" y="338328"/>
                  </a:lnTo>
                  <a:lnTo>
                    <a:pt x="0" y="399287"/>
                  </a:lnTo>
                  <a:lnTo>
                    <a:pt x="0" y="451104"/>
                  </a:lnTo>
                  <a:lnTo>
                    <a:pt x="0" y="489204"/>
                  </a:lnTo>
                  <a:lnTo>
                    <a:pt x="3047" y="515112"/>
                  </a:lnTo>
                  <a:lnTo>
                    <a:pt x="12191" y="554736"/>
                  </a:lnTo>
                  <a:lnTo>
                    <a:pt x="42671" y="580643"/>
                  </a:lnTo>
                  <a:lnTo>
                    <a:pt x="54863" y="580643"/>
                  </a:lnTo>
                  <a:lnTo>
                    <a:pt x="94487" y="542543"/>
                  </a:lnTo>
                  <a:lnTo>
                    <a:pt x="115823" y="49377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802374" y="5886450"/>
              <a:ext cx="246887" cy="80772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7121651" y="5875019"/>
              <a:ext cx="9525" cy="220979"/>
            </a:xfrm>
            <a:custGeom>
              <a:avLst/>
              <a:gdLst/>
              <a:ahLst/>
              <a:cxnLst/>
              <a:rect l="l" t="t" r="r" b="b"/>
              <a:pathLst>
                <a:path w="9525" h="220979">
                  <a:moveTo>
                    <a:pt x="9144" y="0"/>
                  </a:moveTo>
                  <a:lnTo>
                    <a:pt x="9144" y="4572"/>
                  </a:lnTo>
                  <a:lnTo>
                    <a:pt x="9144" y="56387"/>
                  </a:lnTo>
                  <a:lnTo>
                    <a:pt x="4572" y="77724"/>
                  </a:lnTo>
                  <a:lnTo>
                    <a:pt x="0" y="103632"/>
                  </a:lnTo>
                  <a:lnTo>
                    <a:pt x="0" y="134112"/>
                  </a:lnTo>
                  <a:lnTo>
                    <a:pt x="0" y="164592"/>
                  </a:lnTo>
                  <a:lnTo>
                    <a:pt x="0" y="185928"/>
                  </a:lnTo>
                  <a:lnTo>
                    <a:pt x="0" y="202692"/>
                  </a:lnTo>
                  <a:lnTo>
                    <a:pt x="0" y="216407"/>
                  </a:lnTo>
                  <a:lnTo>
                    <a:pt x="4572" y="22098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091172" y="5748528"/>
              <a:ext cx="9525" cy="70485"/>
            </a:xfrm>
            <a:custGeom>
              <a:avLst/>
              <a:gdLst/>
              <a:ahLst/>
              <a:cxnLst/>
              <a:rect l="l" t="t" r="r" b="b"/>
              <a:pathLst>
                <a:path w="9525" h="70485">
                  <a:moveTo>
                    <a:pt x="9144" y="0"/>
                  </a:moveTo>
                  <a:lnTo>
                    <a:pt x="9144" y="4572"/>
                  </a:lnTo>
                  <a:lnTo>
                    <a:pt x="4572" y="13716"/>
                  </a:lnTo>
                  <a:lnTo>
                    <a:pt x="0" y="27432"/>
                  </a:lnTo>
                  <a:lnTo>
                    <a:pt x="0" y="39624"/>
                  </a:lnTo>
                  <a:lnTo>
                    <a:pt x="0" y="53339"/>
                  </a:lnTo>
                  <a:lnTo>
                    <a:pt x="0" y="60960"/>
                  </a:lnTo>
                  <a:lnTo>
                    <a:pt x="0" y="70104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281671" y="5484876"/>
              <a:ext cx="111760" cy="866140"/>
            </a:xfrm>
            <a:custGeom>
              <a:avLst/>
              <a:gdLst/>
              <a:ahLst/>
              <a:cxnLst/>
              <a:rect l="l" t="t" r="r" b="b"/>
              <a:pathLst>
                <a:path w="111759" h="866139">
                  <a:moveTo>
                    <a:pt x="111251" y="0"/>
                  </a:moveTo>
                  <a:lnTo>
                    <a:pt x="111251" y="4572"/>
                  </a:lnTo>
                  <a:lnTo>
                    <a:pt x="111251" y="13716"/>
                  </a:lnTo>
                  <a:lnTo>
                    <a:pt x="106679" y="25908"/>
                  </a:lnTo>
                  <a:lnTo>
                    <a:pt x="103631" y="44195"/>
                  </a:lnTo>
                  <a:lnTo>
                    <a:pt x="99059" y="65532"/>
                  </a:lnTo>
                  <a:lnTo>
                    <a:pt x="94487" y="91439"/>
                  </a:lnTo>
                  <a:lnTo>
                    <a:pt x="89915" y="131064"/>
                  </a:lnTo>
                  <a:lnTo>
                    <a:pt x="85343" y="173736"/>
                  </a:lnTo>
                  <a:lnTo>
                    <a:pt x="76199" y="234695"/>
                  </a:lnTo>
                  <a:lnTo>
                    <a:pt x="59435" y="316991"/>
                  </a:lnTo>
                  <a:lnTo>
                    <a:pt x="47243" y="390143"/>
                  </a:lnTo>
                  <a:lnTo>
                    <a:pt x="33527" y="481584"/>
                  </a:lnTo>
                  <a:lnTo>
                    <a:pt x="24383" y="554736"/>
                  </a:lnTo>
                  <a:lnTo>
                    <a:pt x="21335" y="620268"/>
                  </a:lnTo>
                  <a:lnTo>
                    <a:pt x="16763" y="693420"/>
                  </a:lnTo>
                  <a:lnTo>
                    <a:pt x="12191" y="749808"/>
                  </a:lnTo>
                  <a:lnTo>
                    <a:pt x="7619" y="787908"/>
                  </a:lnTo>
                  <a:lnTo>
                    <a:pt x="4571" y="818387"/>
                  </a:lnTo>
                  <a:lnTo>
                    <a:pt x="0" y="839724"/>
                  </a:lnTo>
                  <a:lnTo>
                    <a:pt x="0" y="853439"/>
                  </a:lnTo>
                  <a:lnTo>
                    <a:pt x="0" y="862583"/>
                  </a:lnTo>
                  <a:lnTo>
                    <a:pt x="0" y="865631"/>
                  </a:lnTo>
                  <a:lnTo>
                    <a:pt x="0" y="862583"/>
                  </a:lnTo>
                  <a:lnTo>
                    <a:pt x="4571" y="84429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306055" y="5722619"/>
              <a:ext cx="242570" cy="234950"/>
            </a:xfrm>
            <a:custGeom>
              <a:avLst/>
              <a:gdLst/>
              <a:ahLst/>
              <a:cxnLst/>
              <a:rect l="l" t="t" r="r" b="b"/>
              <a:pathLst>
                <a:path w="242570" h="234950">
                  <a:moveTo>
                    <a:pt x="0" y="100583"/>
                  </a:moveTo>
                  <a:lnTo>
                    <a:pt x="4572" y="96011"/>
                  </a:lnTo>
                  <a:lnTo>
                    <a:pt x="13716" y="86867"/>
                  </a:lnTo>
                  <a:lnTo>
                    <a:pt x="51816" y="57911"/>
                  </a:lnTo>
                  <a:lnTo>
                    <a:pt x="99060" y="35051"/>
                  </a:lnTo>
                  <a:lnTo>
                    <a:pt x="143256" y="22859"/>
                  </a:lnTo>
                  <a:lnTo>
                    <a:pt x="160019" y="18287"/>
                  </a:lnTo>
                  <a:lnTo>
                    <a:pt x="176783" y="18287"/>
                  </a:lnTo>
                  <a:lnTo>
                    <a:pt x="195072" y="18287"/>
                  </a:lnTo>
                  <a:lnTo>
                    <a:pt x="211836" y="22859"/>
                  </a:lnTo>
                  <a:lnTo>
                    <a:pt x="224028" y="25907"/>
                  </a:lnTo>
                  <a:lnTo>
                    <a:pt x="233172" y="35051"/>
                  </a:lnTo>
                  <a:lnTo>
                    <a:pt x="237743" y="44195"/>
                  </a:lnTo>
                  <a:lnTo>
                    <a:pt x="242316" y="53339"/>
                  </a:lnTo>
                  <a:lnTo>
                    <a:pt x="242316" y="65531"/>
                  </a:lnTo>
                  <a:lnTo>
                    <a:pt x="233172" y="83819"/>
                  </a:lnTo>
                  <a:lnTo>
                    <a:pt x="199643" y="135635"/>
                  </a:lnTo>
                  <a:lnTo>
                    <a:pt x="164592" y="161543"/>
                  </a:lnTo>
                  <a:lnTo>
                    <a:pt x="124968" y="182879"/>
                  </a:lnTo>
                  <a:lnTo>
                    <a:pt x="91439" y="199643"/>
                  </a:lnTo>
                  <a:lnTo>
                    <a:pt x="65532" y="213359"/>
                  </a:lnTo>
                  <a:lnTo>
                    <a:pt x="48768" y="222503"/>
                  </a:lnTo>
                  <a:lnTo>
                    <a:pt x="35052" y="230123"/>
                  </a:lnTo>
                  <a:lnTo>
                    <a:pt x="25908" y="234695"/>
                  </a:lnTo>
                  <a:lnTo>
                    <a:pt x="22859" y="234695"/>
                  </a:lnTo>
                  <a:lnTo>
                    <a:pt x="22859" y="225551"/>
                  </a:lnTo>
                  <a:lnTo>
                    <a:pt x="25908" y="204215"/>
                  </a:lnTo>
                  <a:lnTo>
                    <a:pt x="44195" y="169163"/>
                  </a:lnTo>
                  <a:lnTo>
                    <a:pt x="74676" y="126491"/>
                  </a:lnTo>
                  <a:lnTo>
                    <a:pt x="103632" y="79247"/>
                  </a:lnTo>
                  <a:lnTo>
                    <a:pt x="138684" y="35051"/>
                  </a:lnTo>
                  <a:lnTo>
                    <a:pt x="169164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565136" y="5503164"/>
              <a:ext cx="408940" cy="593090"/>
            </a:xfrm>
            <a:custGeom>
              <a:avLst/>
              <a:gdLst/>
              <a:ahLst/>
              <a:cxnLst/>
              <a:rect l="l" t="t" r="r" b="b"/>
              <a:pathLst>
                <a:path w="408940" h="593089">
                  <a:moveTo>
                    <a:pt x="115824" y="0"/>
                  </a:moveTo>
                  <a:lnTo>
                    <a:pt x="115824" y="3048"/>
                  </a:lnTo>
                  <a:lnTo>
                    <a:pt x="115824" y="12192"/>
                  </a:lnTo>
                  <a:lnTo>
                    <a:pt x="112776" y="25908"/>
                  </a:lnTo>
                  <a:lnTo>
                    <a:pt x="103632" y="51816"/>
                  </a:lnTo>
                  <a:lnTo>
                    <a:pt x="89916" y="85344"/>
                  </a:lnTo>
                  <a:lnTo>
                    <a:pt x="77724" y="134112"/>
                  </a:lnTo>
                  <a:lnTo>
                    <a:pt x="60960" y="185928"/>
                  </a:lnTo>
                  <a:lnTo>
                    <a:pt x="42672" y="245364"/>
                  </a:lnTo>
                  <a:lnTo>
                    <a:pt x="25908" y="315467"/>
                  </a:lnTo>
                  <a:lnTo>
                    <a:pt x="13716" y="367284"/>
                  </a:lnTo>
                  <a:lnTo>
                    <a:pt x="4572" y="409956"/>
                  </a:lnTo>
                  <a:lnTo>
                    <a:pt x="0" y="454152"/>
                  </a:lnTo>
                  <a:lnTo>
                    <a:pt x="0" y="493776"/>
                  </a:lnTo>
                  <a:lnTo>
                    <a:pt x="0" y="522732"/>
                  </a:lnTo>
                  <a:lnTo>
                    <a:pt x="13716" y="562356"/>
                  </a:lnTo>
                  <a:lnTo>
                    <a:pt x="47244" y="588263"/>
                  </a:lnTo>
                  <a:lnTo>
                    <a:pt x="68580" y="592836"/>
                  </a:lnTo>
                  <a:lnTo>
                    <a:pt x="89916" y="592836"/>
                  </a:lnTo>
                  <a:lnTo>
                    <a:pt x="146304" y="571500"/>
                  </a:lnTo>
                  <a:lnTo>
                    <a:pt x="181356" y="553212"/>
                  </a:lnTo>
                  <a:lnTo>
                    <a:pt x="211836" y="527304"/>
                  </a:lnTo>
                  <a:lnTo>
                    <a:pt x="257556" y="475487"/>
                  </a:lnTo>
                  <a:lnTo>
                    <a:pt x="280416" y="423672"/>
                  </a:lnTo>
                  <a:lnTo>
                    <a:pt x="292607" y="376428"/>
                  </a:lnTo>
                  <a:lnTo>
                    <a:pt x="288036" y="336804"/>
                  </a:lnTo>
                  <a:lnTo>
                    <a:pt x="249936" y="310895"/>
                  </a:lnTo>
                  <a:lnTo>
                    <a:pt x="233172" y="310895"/>
                  </a:lnTo>
                  <a:lnTo>
                    <a:pt x="198120" y="336804"/>
                  </a:lnTo>
                  <a:lnTo>
                    <a:pt x="172212" y="381000"/>
                  </a:lnTo>
                  <a:lnTo>
                    <a:pt x="163068" y="432815"/>
                  </a:lnTo>
                  <a:lnTo>
                    <a:pt x="181356" y="475487"/>
                  </a:lnTo>
                  <a:lnTo>
                    <a:pt x="237744" y="510539"/>
                  </a:lnTo>
                  <a:lnTo>
                    <a:pt x="306324" y="505967"/>
                  </a:lnTo>
                  <a:lnTo>
                    <a:pt x="356616" y="489204"/>
                  </a:lnTo>
                  <a:lnTo>
                    <a:pt x="408431" y="46329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132677" y="705248"/>
            <a:ext cx="380301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Residual</a:t>
            </a:r>
            <a:r>
              <a:rPr spc="-55" dirty="0"/>
              <a:t> </a:t>
            </a:r>
            <a:r>
              <a:rPr spc="-5" dirty="0"/>
              <a:t>Risk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997" y="2229174"/>
            <a:ext cx="7143115" cy="1731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00000"/>
              </a:lnSpc>
              <a:spcBef>
                <a:spcPts val="95"/>
              </a:spcBef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8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amount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8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risk</a:t>
            </a:r>
            <a:r>
              <a:rPr sz="28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that</a:t>
            </a:r>
            <a:r>
              <a:rPr sz="28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is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left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over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even</a:t>
            </a:r>
            <a:r>
              <a:rPr sz="28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after </a:t>
            </a:r>
            <a:r>
              <a:rPr sz="2800" spc="-59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properly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applying </a:t>
            </a:r>
            <a:r>
              <a:rPr sz="2800" dirty="0">
                <a:solidFill>
                  <a:srgbClr val="2F1F57"/>
                </a:solidFill>
                <a:latin typeface="Candara"/>
                <a:cs typeface="Candara"/>
              </a:rPr>
              <a:t>the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appropriate controls 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to </a:t>
            </a:r>
            <a:r>
              <a:rPr sz="2800" spc="-59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reduce or remove the vulnerability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and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 associated</a:t>
            </a:r>
            <a:r>
              <a:rPr sz="28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risk</a:t>
            </a:r>
            <a:endParaRPr sz="2800">
              <a:latin typeface="Candara"/>
              <a:cs typeface="Candar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766060" y="3904488"/>
            <a:ext cx="1390015" cy="139065"/>
          </a:xfrm>
          <a:custGeom>
            <a:avLst/>
            <a:gdLst/>
            <a:ahLst/>
            <a:cxnLst/>
            <a:rect l="l" t="t" r="r" b="b"/>
            <a:pathLst>
              <a:path w="1390014" h="139064">
                <a:moveTo>
                  <a:pt x="0" y="65532"/>
                </a:moveTo>
                <a:lnTo>
                  <a:pt x="21336" y="68580"/>
                </a:lnTo>
                <a:lnTo>
                  <a:pt x="68580" y="77724"/>
                </a:lnTo>
                <a:lnTo>
                  <a:pt x="420623" y="117348"/>
                </a:lnTo>
                <a:lnTo>
                  <a:pt x="519684" y="120396"/>
                </a:lnTo>
                <a:lnTo>
                  <a:pt x="597408" y="120396"/>
                </a:lnTo>
                <a:lnTo>
                  <a:pt x="696468" y="117348"/>
                </a:lnTo>
                <a:lnTo>
                  <a:pt x="762000" y="117348"/>
                </a:lnTo>
                <a:lnTo>
                  <a:pt x="851916" y="112776"/>
                </a:lnTo>
                <a:lnTo>
                  <a:pt x="925068" y="108204"/>
                </a:lnTo>
                <a:lnTo>
                  <a:pt x="986027" y="108204"/>
                </a:lnTo>
                <a:lnTo>
                  <a:pt x="1239012" y="108204"/>
                </a:lnTo>
                <a:lnTo>
                  <a:pt x="1278636" y="112776"/>
                </a:lnTo>
                <a:lnTo>
                  <a:pt x="1309116" y="117348"/>
                </a:lnTo>
                <a:lnTo>
                  <a:pt x="1328928" y="117348"/>
                </a:lnTo>
                <a:lnTo>
                  <a:pt x="1347216" y="117348"/>
                </a:lnTo>
                <a:lnTo>
                  <a:pt x="1359408" y="117348"/>
                </a:lnTo>
                <a:lnTo>
                  <a:pt x="1368551" y="112776"/>
                </a:lnTo>
                <a:lnTo>
                  <a:pt x="1373124" y="108204"/>
                </a:lnTo>
                <a:lnTo>
                  <a:pt x="1377695" y="103632"/>
                </a:lnTo>
                <a:lnTo>
                  <a:pt x="1377695" y="94488"/>
                </a:lnTo>
                <a:lnTo>
                  <a:pt x="1373124" y="82296"/>
                </a:lnTo>
                <a:lnTo>
                  <a:pt x="1363979" y="68580"/>
                </a:lnTo>
                <a:lnTo>
                  <a:pt x="1351787" y="56388"/>
                </a:lnTo>
                <a:lnTo>
                  <a:pt x="1338071" y="42672"/>
                </a:lnTo>
                <a:lnTo>
                  <a:pt x="1325879" y="30480"/>
                </a:lnTo>
                <a:lnTo>
                  <a:pt x="1312163" y="21336"/>
                </a:lnTo>
                <a:lnTo>
                  <a:pt x="1299971" y="12192"/>
                </a:lnTo>
                <a:lnTo>
                  <a:pt x="1290828" y="7620"/>
                </a:lnTo>
                <a:lnTo>
                  <a:pt x="1281683" y="4572"/>
                </a:lnTo>
                <a:lnTo>
                  <a:pt x="1278636" y="0"/>
                </a:lnTo>
                <a:lnTo>
                  <a:pt x="1274063" y="0"/>
                </a:lnTo>
                <a:lnTo>
                  <a:pt x="1269491" y="0"/>
                </a:lnTo>
                <a:lnTo>
                  <a:pt x="1281683" y="0"/>
                </a:lnTo>
                <a:lnTo>
                  <a:pt x="1299971" y="4572"/>
                </a:lnTo>
                <a:lnTo>
                  <a:pt x="1338071" y="12192"/>
                </a:lnTo>
                <a:lnTo>
                  <a:pt x="1377695" y="38100"/>
                </a:lnTo>
                <a:lnTo>
                  <a:pt x="1389887" y="59436"/>
                </a:lnTo>
                <a:lnTo>
                  <a:pt x="1389887" y="73152"/>
                </a:lnTo>
                <a:lnTo>
                  <a:pt x="1389887" y="86868"/>
                </a:lnTo>
                <a:lnTo>
                  <a:pt x="1385316" y="103632"/>
                </a:lnTo>
                <a:lnTo>
                  <a:pt x="1377695" y="117348"/>
                </a:lnTo>
                <a:lnTo>
                  <a:pt x="1368551" y="129540"/>
                </a:lnTo>
                <a:lnTo>
                  <a:pt x="1363979" y="138684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4327398" y="3678173"/>
            <a:ext cx="763905" cy="525780"/>
            <a:chOff x="4327398" y="3678173"/>
            <a:chExt cx="763905" cy="525780"/>
          </a:xfrm>
        </p:grpSpPr>
        <p:sp>
          <p:nvSpPr>
            <p:cNvPr id="7" name="object 7"/>
            <p:cNvSpPr/>
            <p:nvPr/>
          </p:nvSpPr>
          <p:spPr>
            <a:xfrm>
              <a:off x="4337304" y="3688079"/>
              <a:ext cx="658495" cy="47625"/>
            </a:xfrm>
            <a:custGeom>
              <a:avLst/>
              <a:gdLst/>
              <a:ahLst/>
              <a:cxnLst/>
              <a:rect l="l" t="t" r="r" b="b"/>
              <a:pathLst>
                <a:path w="658495" h="47625">
                  <a:moveTo>
                    <a:pt x="12191" y="47244"/>
                  </a:moveTo>
                  <a:lnTo>
                    <a:pt x="7619" y="47244"/>
                  </a:lnTo>
                  <a:lnTo>
                    <a:pt x="4571" y="47244"/>
                  </a:lnTo>
                  <a:lnTo>
                    <a:pt x="0" y="47244"/>
                  </a:lnTo>
                  <a:lnTo>
                    <a:pt x="4571" y="47244"/>
                  </a:lnTo>
                  <a:lnTo>
                    <a:pt x="16763" y="42672"/>
                  </a:lnTo>
                  <a:lnTo>
                    <a:pt x="38099" y="42672"/>
                  </a:lnTo>
                  <a:lnTo>
                    <a:pt x="76199" y="38100"/>
                  </a:lnTo>
                  <a:lnTo>
                    <a:pt x="137159" y="33528"/>
                  </a:lnTo>
                  <a:lnTo>
                    <a:pt x="184403" y="33528"/>
                  </a:lnTo>
                  <a:lnTo>
                    <a:pt x="231648" y="30480"/>
                  </a:lnTo>
                  <a:lnTo>
                    <a:pt x="292608" y="25908"/>
                  </a:lnTo>
                  <a:lnTo>
                    <a:pt x="352043" y="21336"/>
                  </a:lnTo>
                  <a:lnTo>
                    <a:pt x="396239" y="16764"/>
                  </a:lnTo>
                  <a:lnTo>
                    <a:pt x="434339" y="12192"/>
                  </a:lnTo>
                  <a:lnTo>
                    <a:pt x="477011" y="7620"/>
                  </a:lnTo>
                  <a:lnTo>
                    <a:pt x="521207" y="4572"/>
                  </a:lnTo>
                  <a:lnTo>
                    <a:pt x="559307" y="4572"/>
                  </a:lnTo>
                  <a:lnTo>
                    <a:pt x="589787" y="0"/>
                  </a:lnTo>
                  <a:lnTo>
                    <a:pt x="658367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99432" y="3700272"/>
              <a:ext cx="82550" cy="494030"/>
            </a:xfrm>
            <a:custGeom>
              <a:avLst/>
              <a:gdLst/>
              <a:ahLst/>
              <a:cxnLst/>
              <a:rect l="l" t="t" r="r" b="b"/>
              <a:pathLst>
                <a:path w="82550" h="494029">
                  <a:moveTo>
                    <a:pt x="82296" y="0"/>
                  </a:moveTo>
                  <a:lnTo>
                    <a:pt x="77724" y="0"/>
                  </a:lnTo>
                  <a:lnTo>
                    <a:pt x="73152" y="0"/>
                  </a:lnTo>
                  <a:lnTo>
                    <a:pt x="68580" y="4572"/>
                  </a:lnTo>
                  <a:lnTo>
                    <a:pt x="64008" y="18288"/>
                  </a:lnTo>
                  <a:lnTo>
                    <a:pt x="60960" y="35052"/>
                  </a:lnTo>
                  <a:lnTo>
                    <a:pt x="56388" y="65532"/>
                  </a:lnTo>
                  <a:lnTo>
                    <a:pt x="51816" y="96012"/>
                  </a:lnTo>
                  <a:lnTo>
                    <a:pt x="42672" y="131064"/>
                  </a:lnTo>
                  <a:lnTo>
                    <a:pt x="35052" y="169164"/>
                  </a:lnTo>
                  <a:lnTo>
                    <a:pt x="25908" y="211836"/>
                  </a:lnTo>
                  <a:lnTo>
                    <a:pt x="21336" y="251459"/>
                  </a:lnTo>
                  <a:lnTo>
                    <a:pt x="16764" y="291083"/>
                  </a:lnTo>
                  <a:lnTo>
                    <a:pt x="12192" y="316991"/>
                  </a:lnTo>
                  <a:lnTo>
                    <a:pt x="9144" y="342900"/>
                  </a:lnTo>
                  <a:lnTo>
                    <a:pt x="4572" y="364236"/>
                  </a:lnTo>
                  <a:lnTo>
                    <a:pt x="0" y="390143"/>
                  </a:lnTo>
                  <a:lnTo>
                    <a:pt x="0" y="406908"/>
                  </a:lnTo>
                  <a:lnTo>
                    <a:pt x="0" y="425195"/>
                  </a:lnTo>
                  <a:lnTo>
                    <a:pt x="0" y="441960"/>
                  </a:lnTo>
                  <a:lnTo>
                    <a:pt x="0" y="455676"/>
                  </a:lnTo>
                  <a:lnTo>
                    <a:pt x="0" y="467867"/>
                  </a:lnTo>
                  <a:lnTo>
                    <a:pt x="0" y="477012"/>
                  </a:lnTo>
                  <a:lnTo>
                    <a:pt x="4572" y="486156"/>
                  </a:lnTo>
                  <a:lnTo>
                    <a:pt x="9144" y="489204"/>
                  </a:lnTo>
                  <a:lnTo>
                    <a:pt x="12192" y="49377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875276" y="3874007"/>
              <a:ext cx="205740" cy="268605"/>
            </a:xfrm>
            <a:custGeom>
              <a:avLst/>
              <a:gdLst/>
              <a:ahLst/>
              <a:cxnLst/>
              <a:rect l="l" t="t" r="r" b="b"/>
              <a:pathLst>
                <a:path w="205739" h="268604">
                  <a:moveTo>
                    <a:pt x="205739" y="0"/>
                  </a:moveTo>
                  <a:lnTo>
                    <a:pt x="202691" y="4572"/>
                  </a:lnTo>
                  <a:lnTo>
                    <a:pt x="193547" y="9144"/>
                  </a:lnTo>
                  <a:lnTo>
                    <a:pt x="184403" y="12192"/>
                  </a:lnTo>
                  <a:lnTo>
                    <a:pt x="172211" y="21336"/>
                  </a:lnTo>
                  <a:lnTo>
                    <a:pt x="153923" y="38100"/>
                  </a:lnTo>
                  <a:lnTo>
                    <a:pt x="137159" y="60960"/>
                  </a:lnTo>
                  <a:lnTo>
                    <a:pt x="111251" y="86868"/>
                  </a:lnTo>
                  <a:lnTo>
                    <a:pt x="85343" y="112775"/>
                  </a:lnTo>
                  <a:lnTo>
                    <a:pt x="59435" y="138684"/>
                  </a:lnTo>
                  <a:lnTo>
                    <a:pt x="42671" y="160019"/>
                  </a:lnTo>
                  <a:lnTo>
                    <a:pt x="30479" y="176783"/>
                  </a:lnTo>
                  <a:lnTo>
                    <a:pt x="16763" y="195072"/>
                  </a:lnTo>
                  <a:lnTo>
                    <a:pt x="9144" y="207264"/>
                  </a:lnTo>
                  <a:lnTo>
                    <a:pt x="4571" y="220980"/>
                  </a:lnTo>
                  <a:lnTo>
                    <a:pt x="0" y="233172"/>
                  </a:lnTo>
                  <a:lnTo>
                    <a:pt x="0" y="242316"/>
                  </a:lnTo>
                  <a:lnTo>
                    <a:pt x="0" y="251459"/>
                  </a:lnTo>
                  <a:lnTo>
                    <a:pt x="4571" y="259080"/>
                  </a:lnTo>
                  <a:lnTo>
                    <a:pt x="9144" y="263652"/>
                  </a:lnTo>
                  <a:lnTo>
                    <a:pt x="21335" y="268224"/>
                  </a:lnTo>
                  <a:lnTo>
                    <a:pt x="42671" y="263652"/>
                  </a:lnTo>
                  <a:lnTo>
                    <a:pt x="68579" y="254507"/>
                  </a:lnTo>
                  <a:lnTo>
                    <a:pt x="89915" y="242316"/>
                  </a:lnTo>
                  <a:lnTo>
                    <a:pt x="106679" y="228600"/>
                  </a:lnTo>
                  <a:lnTo>
                    <a:pt x="129539" y="211836"/>
                  </a:lnTo>
                  <a:lnTo>
                    <a:pt x="146303" y="190500"/>
                  </a:lnTo>
                  <a:lnTo>
                    <a:pt x="167639" y="160019"/>
                  </a:lnTo>
                  <a:lnTo>
                    <a:pt x="184403" y="138684"/>
                  </a:lnTo>
                  <a:lnTo>
                    <a:pt x="193547" y="117348"/>
                  </a:lnTo>
                  <a:lnTo>
                    <a:pt x="202691" y="99060"/>
                  </a:lnTo>
                  <a:lnTo>
                    <a:pt x="205739" y="86868"/>
                  </a:lnTo>
                  <a:lnTo>
                    <a:pt x="205739" y="73152"/>
                  </a:lnTo>
                  <a:lnTo>
                    <a:pt x="205739" y="64008"/>
                  </a:lnTo>
                  <a:lnTo>
                    <a:pt x="202691" y="56387"/>
                  </a:lnTo>
                  <a:lnTo>
                    <a:pt x="198119" y="51816"/>
                  </a:lnTo>
                  <a:lnTo>
                    <a:pt x="188975" y="47244"/>
                  </a:lnTo>
                  <a:lnTo>
                    <a:pt x="179831" y="47244"/>
                  </a:lnTo>
                  <a:lnTo>
                    <a:pt x="167639" y="47244"/>
                  </a:lnTo>
                  <a:lnTo>
                    <a:pt x="129539" y="68580"/>
                  </a:lnTo>
                  <a:lnTo>
                    <a:pt x="94487" y="89916"/>
                  </a:lnTo>
                  <a:lnTo>
                    <a:pt x="77723" y="103632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5196077" y="3539490"/>
            <a:ext cx="550545" cy="561340"/>
            <a:chOff x="5196077" y="3539490"/>
            <a:chExt cx="550545" cy="561340"/>
          </a:xfrm>
        </p:grpSpPr>
        <p:sp>
          <p:nvSpPr>
            <p:cNvPr id="11" name="object 11"/>
            <p:cNvSpPr/>
            <p:nvPr/>
          </p:nvSpPr>
          <p:spPr>
            <a:xfrm>
              <a:off x="5297424" y="3549396"/>
              <a:ext cx="146685" cy="541020"/>
            </a:xfrm>
            <a:custGeom>
              <a:avLst/>
              <a:gdLst/>
              <a:ahLst/>
              <a:cxnLst/>
              <a:rect l="l" t="t" r="r" b="b"/>
              <a:pathLst>
                <a:path w="146685" h="541020">
                  <a:moveTo>
                    <a:pt x="146303" y="0"/>
                  </a:moveTo>
                  <a:lnTo>
                    <a:pt x="146303" y="4572"/>
                  </a:lnTo>
                  <a:lnTo>
                    <a:pt x="146303" y="12192"/>
                  </a:lnTo>
                  <a:lnTo>
                    <a:pt x="141731" y="35052"/>
                  </a:lnTo>
                  <a:lnTo>
                    <a:pt x="129539" y="99060"/>
                  </a:lnTo>
                  <a:lnTo>
                    <a:pt x="115823" y="150876"/>
                  </a:lnTo>
                  <a:lnTo>
                    <a:pt x="94487" y="211836"/>
                  </a:lnTo>
                  <a:lnTo>
                    <a:pt x="73151" y="263652"/>
                  </a:lnTo>
                  <a:lnTo>
                    <a:pt x="50291" y="320039"/>
                  </a:lnTo>
                  <a:lnTo>
                    <a:pt x="33527" y="371856"/>
                  </a:lnTo>
                  <a:lnTo>
                    <a:pt x="16763" y="414528"/>
                  </a:lnTo>
                  <a:lnTo>
                    <a:pt x="7619" y="446532"/>
                  </a:lnTo>
                  <a:lnTo>
                    <a:pt x="4571" y="472439"/>
                  </a:lnTo>
                  <a:lnTo>
                    <a:pt x="0" y="493776"/>
                  </a:lnTo>
                  <a:lnTo>
                    <a:pt x="0" y="510539"/>
                  </a:lnTo>
                  <a:lnTo>
                    <a:pt x="4571" y="524256"/>
                  </a:lnTo>
                  <a:lnTo>
                    <a:pt x="7619" y="531876"/>
                  </a:lnTo>
                  <a:lnTo>
                    <a:pt x="12191" y="536448"/>
                  </a:lnTo>
                  <a:lnTo>
                    <a:pt x="21335" y="541019"/>
                  </a:lnTo>
                  <a:lnTo>
                    <a:pt x="33527" y="541019"/>
                  </a:lnTo>
                  <a:lnTo>
                    <a:pt x="47243" y="536448"/>
                  </a:lnTo>
                  <a:lnTo>
                    <a:pt x="64007" y="527304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205983" y="3878579"/>
              <a:ext cx="530860" cy="195580"/>
            </a:xfrm>
            <a:custGeom>
              <a:avLst/>
              <a:gdLst/>
              <a:ahLst/>
              <a:cxnLst/>
              <a:rect l="l" t="t" r="r" b="b"/>
              <a:pathLst>
                <a:path w="530860" h="195579">
                  <a:moveTo>
                    <a:pt x="0" y="4572"/>
                  </a:moveTo>
                  <a:lnTo>
                    <a:pt x="13716" y="7620"/>
                  </a:lnTo>
                  <a:lnTo>
                    <a:pt x="35052" y="7620"/>
                  </a:lnTo>
                  <a:lnTo>
                    <a:pt x="65532" y="12192"/>
                  </a:lnTo>
                  <a:lnTo>
                    <a:pt x="103632" y="12192"/>
                  </a:lnTo>
                  <a:lnTo>
                    <a:pt x="141732" y="12192"/>
                  </a:lnTo>
                  <a:lnTo>
                    <a:pt x="181356" y="7620"/>
                  </a:lnTo>
                  <a:lnTo>
                    <a:pt x="220980" y="7620"/>
                  </a:lnTo>
                  <a:lnTo>
                    <a:pt x="263652" y="4572"/>
                  </a:lnTo>
                  <a:lnTo>
                    <a:pt x="301752" y="4572"/>
                  </a:lnTo>
                  <a:lnTo>
                    <a:pt x="332232" y="0"/>
                  </a:lnTo>
                  <a:lnTo>
                    <a:pt x="362712" y="0"/>
                  </a:lnTo>
                  <a:lnTo>
                    <a:pt x="478536" y="0"/>
                  </a:lnTo>
                  <a:lnTo>
                    <a:pt x="469391" y="0"/>
                  </a:lnTo>
                  <a:lnTo>
                    <a:pt x="457200" y="4572"/>
                  </a:lnTo>
                  <a:lnTo>
                    <a:pt x="438912" y="7620"/>
                  </a:lnTo>
                  <a:lnTo>
                    <a:pt x="417576" y="21336"/>
                  </a:lnTo>
                  <a:lnTo>
                    <a:pt x="388619" y="38100"/>
                  </a:lnTo>
                  <a:lnTo>
                    <a:pt x="362712" y="59436"/>
                  </a:lnTo>
                  <a:lnTo>
                    <a:pt x="336804" y="85344"/>
                  </a:lnTo>
                  <a:lnTo>
                    <a:pt x="318515" y="112776"/>
                  </a:lnTo>
                  <a:lnTo>
                    <a:pt x="306323" y="129540"/>
                  </a:lnTo>
                  <a:lnTo>
                    <a:pt x="297180" y="146304"/>
                  </a:lnTo>
                  <a:lnTo>
                    <a:pt x="292607" y="160020"/>
                  </a:lnTo>
                  <a:lnTo>
                    <a:pt x="292607" y="172212"/>
                  </a:lnTo>
                  <a:lnTo>
                    <a:pt x="292607" y="181355"/>
                  </a:lnTo>
                  <a:lnTo>
                    <a:pt x="297180" y="185928"/>
                  </a:lnTo>
                  <a:lnTo>
                    <a:pt x="306323" y="190500"/>
                  </a:lnTo>
                  <a:lnTo>
                    <a:pt x="318515" y="195072"/>
                  </a:lnTo>
                  <a:lnTo>
                    <a:pt x="336804" y="195072"/>
                  </a:lnTo>
                  <a:lnTo>
                    <a:pt x="353567" y="190500"/>
                  </a:lnTo>
                  <a:lnTo>
                    <a:pt x="370332" y="185928"/>
                  </a:lnTo>
                  <a:lnTo>
                    <a:pt x="388619" y="176784"/>
                  </a:lnTo>
                  <a:lnTo>
                    <a:pt x="400812" y="169164"/>
                  </a:lnTo>
                  <a:lnTo>
                    <a:pt x="414528" y="160020"/>
                  </a:lnTo>
                  <a:lnTo>
                    <a:pt x="422148" y="150876"/>
                  </a:lnTo>
                  <a:lnTo>
                    <a:pt x="431291" y="146304"/>
                  </a:lnTo>
                  <a:lnTo>
                    <a:pt x="438912" y="143256"/>
                  </a:lnTo>
                  <a:lnTo>
                    <a:pt x="448056" y="138684"/>
                  </a:lnTo>
                  <a:lnTo>
                    <a:pt x="457200" y="138684"/>
                  </a:lnTo>
                  <a:lnTo>
                    <a:pt x="464819" y="143256"/>
                  </a:lnTo>
                  <a:lnTo>
                    <a:pt x="469391" y="146304"/>
                  </a:lnTo>
                  <a:lnTo>
                    <a:pt x="473963" y="150876"/>
                  </a:lnTo>
                  <a:lnTo>
                    <a:pt x="478536" y="160020"/>
                  </a:lnTo>
                  <a:lnTo>
                    <a:pt x="487680" y="169164"/>
                  </a:lnTo>
                  <a:lnTo>
                    <a:pt x="495300" y="176784"/>
                  </a:lnTo>
                  <a:lnTo>
                    <a:pt x="504443" y="181355"/>
                  </a:lnTo>
                  <a:lnTo>
                    <a:pt x="513587" y="185928"/>
                  </a:lnTo>
                  <a:lnTo>
                    <a:pt x="530352" y="185928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5916167" y="3549396"/>
            <a:ext cx="139065" cy="541020"/>
          </a:xfrm>
          <a:custGeom>
            <a:avLst/>
            <a:gdLst/>
            <a:ahLst/>
            <a:cxnLst/>
            <a:rect l="l" t="t" r="r" b="b"/>
            <a:pathLst>
              <a:path w="139064" h="541020">
                <a:moveTo>
                  <a:pt x="138684" y="0"/>
                </a:moveTo>
                <a:lnTo>
                  <a:pt x="138684" y="4572"/>
                </a:lnTo>
                <a:lnTo>
                  <a:pt x="134112" y="16764"/>
                </a:lnTo>
                <a:lnTo>
                  <a:pt x="124968" y="38100"/>
                </a:lnTo>
                <a:lnTo>
                  <a:pt x="117348" y="68580"/>
                </a:lnTo>
                <a:lnTo>
                  <a:pt x="103632" y="117348"/>
                </a:lnTo>
                <a:lnTo>
                  <a:pt x="86868" y="176783"/>
                </a:lnTo>
                <a:lnTo>
                  <a:pt x="65532" y="242316"/>
                </a:lnTo>
                <a:lnTo>
                  <a:pt x="47244" y="298704"/>
                </a:lnTo>
                <a:lnTo>
                  <a:pt x="30480" y="362712"/>
                </a:lnTo>
                <a:lnTo>
                  <a:pt x="18288" y="414528"/>
                </a:lnTo>
                <a:lnTo>
                  <a:pt x="9144" y="454152"/>
                </a:lnTo>
                <a:lnTo>
                  <a:pt x="4572" y="484632"/>
                </a:lnTo>
                <a:lnTo>
                  <a:pt x="0" y="505967"/>
                </a:lnTo>
                <a:lnTo>
                  <a:pt x="0" y="519684"/>
                </a:lnTo>
                <a:lnTo>
                  <a:pt x="4572" y="531876"/>
                </a:lnTo>
                <a:lnTo>
                  <a:pt x="13716" y="536448"/>
                </a:lnTo>
                <a:lnTo>
                  <a:pt x="25908" y="541019"/>
                </a:lnTo>
                <a:lnTo>
                  <a:pt x="51816" y="531876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4" name="object 14"/>
          <p:cNvGrpSpPr/>
          <p:nvPr/>
        </p:nvGrpSpPr>
        <p:grpSpPr>
          <a:xfrm>
            <a:off x="6363461" y="3461765"/>
            <a:ext cx="520065" cy="647700"/>
            <a:chOff x="6363461" y="3461765"/>
            <a:chExt cx="520065" cy="647700"/>
          </a:xfrm>
        </p:grpSpPr>
        <p:sp>
          <p:nvSpPr>
            <p:cNvPr id="15" name="object 15"/>
            <p:cNvSpPr/>
            <p:nvPr/>
          </p:nvSpPr>
          <p:spPr>
            <a:xfrm>
              <a:off x="6373367" y="3471671"/>
              <a:ext cx="469900" cy="628015"/>
            </a:xfrm>
            <a:custGeom>
              <a:avLst/>
              <a:gdLst/>
              <a:ahLst/>
              <a:cxnLst/>
              <a:rect l="l" t="t" r="r" b="b"/>
              <a:pathLst>
                <a:path w="469900" h="628014">
                  <a:moveTo>
                    <a:pt x="163068" y="172212"/>
                  </a:moveTo>
                  <a:lnTo>
                    <a:pt x="158496" y="176784"/>
                  </a:lnTo>
                  <a:lnTo>
                    <a:pt x="150876" y="185928"/>
                  </a:lnTo>
                  <a:lnTo>
                    <a:pt x="141732" y="202692"/>
                  </a:lnTo>
                  <a:lnTo>
                    <a:pt x="129540" y="233172"/>
                  </a:lnTo>
                  <a:lnTo>
                    <a:pt x="111252" y="272796"/>
                  </a:lnTo>
                  <a:lnTo>
                    <a:pt x="94488" y="320040"/>
                  </a:lnTo>
                  <a:lnTo>
                    <a:pt x="82296" y="362712"/>
                  </a:lnTo>
                  <a:lnTo>
                    <a:pt x="59436" y="419100"/>
                  </a:lnTo>
                  <a:lnTo>
                    <a:pt x="38100" y="475488"/>
                  </a:lnTo>
                  <a:lnTo>
                    <a:pt x="21336" y="524255"/>
                  </a:lnTo>
                  <a:lnTo>
                    <a:pt x="12192" y="553212"/>
                  </a:lnTo>
                  <a:lnTo>
                    <a:pt x="4572" y="576072"/>
                  </a:lnTo>
                  <a:lnTo>
                    <a:pt x="0" y="588264"/>
                  </a:lnTo>
                  <a:lnTo>
                    <a:pt x="0" y="597407"/>
                  </a:lnTo>
                  <a:lnTo>
                    <a:pt x="4572" y="588264"/>
                  </a:lnTo>
                  <a:lnTo>
                    <a:pt x="7620" y="571499"/>
                  </a:lnTo>
                  <a:lnTo>
                    <a:pt x="16764" y="545592"/>
                  </a:lnTo>
                  <a:lnTo>
                    <a:pt x="30480" y="498348"/>
                  </a:lnTo>
                  <a:lnTo>
                    <a:pt x="47244" y="449580"/>
                  </a:lnTo>
                  <a:lnTo>
                    <a:pt x="64008" y="411480"/>
                  </a:lnTo>
                  <a:lnTo>
                    <a:pt x="82296" y="371855"/>
                  </a:lnTo>
                  <a:lnTo>
                    <a:pt x="99060" y="341376"/>
                  </a:lnTo>
                  <a:lnTo>
                    <a:pt x="115824" y="306324"/>
                  </a:lnTo>
                  <a:lnTo>
                    <a:pt x="132588" y="272796"/>
                  </a:lnTo>
                  <a:lnTo>
                    <a:pt x="146304" y="242316"/>
                  </a:lnTo>
                  <a:lnTo>
                    <a:pt x="155448" y="216408"/>
                  </a:lnTo>
                  <a:lnTo>
                    <a:pt x="167640" y="190500"/>
                  </a:lnTo>
                  <a:lnTo>
                    <a:pt x="181356" y="160020"/>
                  </a:lnTo>
                  <a:lnTo>
                    <a:pt x="202692" y="129540"/>
                  </a:lnTo>
                  <a:lnTo>
                    <a:pt x="224028" y="99060"/>
                  </a:lnTo>
                  <a:lnTo>
                    <a:pt x="262128" y="56388"/>
                  </a:lnTo>
                  <a:lnTo>
                    <a:pt x="297180" y="25908"/>
                  </a:lnTo>
                  <a:lnTo>
                    <a:pt x="348996" y="3048"/>
                  </a:lnTo>
                  <a:lnTo>
                    <a:pt x="374904" y="0"/>
                  </a:lnTo>
                  <a:lnTo>
                    <a:pt x="396240" y="0"/>
                  </a:lnTo>
                  <a:lnTo>
                    <a:pt x="417576" y="0"/>
                  </a:lnTo>
                  <a:lnTo>
                    <a:pt x="429768" y="3048"/>
                  </a:lnTo>
                  <a:lnTo>
                    <a:pt x="443484" y="12192"/>
                  </a:lnTo>
                  <a:lnTo>
                    <a:pt x="451104" y="30480"/>
                  </a:lnTo>
                  <a:lnTo>
                    <a:pt x="460248" y="56388"/>
                  </a:lnTo>
                  <a:lnTo>
                    <a:pt x="460248" y="86868"/>
                  </a:lnTo>
                  <a:lnTo>
                    <a:pt x="438912" y="150876"/>
                  </a:lnTo>
                  <a:lnTo>
                    <a:pt x="417576" y="185928"/>
                  </a:lnTo>
                  <a:lnTo>
                    <a:pt x="391668" y="220980"/>
                  </a:lnTo>
                  <a:lnTo>
                    <a:pt x="361188" y="249936"/>
                  </a:lnTo>
                  <a:lnTo>
                    <a:pt x="335280" y="275844"/>
                  </a:lnTo>
                  <a:lnTo>
                    <a:pt x="275844" y="320040"/>
                  </a:lnTo>
                  <a:lnTo>
                    <a:pt x="214884" y="350519"/>
                  </a:lnTo>
                  <a:lnTo>
                    <a:pt x="176784" y="362712"/>
                  </a:lnTo>
                  <a:lnTo>
                    <a:pt x="167640" y="367284"/>
                  </a:lnTo>
                  <a:lnTo>
                    <a:pt x="158496" y="371855"/>
                  </a:lnTo>
                  <a:lnTo>
                    <a:pt x="150876" y="376428"/>
                  </a:lnTo>
                  <a:lnTo>
                    <a:pt x="146304" y="381000"/>
                  </a:lnTo>
                  <a:lnTo>
                    <a:pt x="141732" y="385572"/>
                  </a:lnTo>
                  <a:lnTo>
                    <a:pt x="141732" y="388619"/>
                  </a:lnTo>
                  <a:lnTo>
                    <a:pt x="141732" y="397764"/>
                  </a:lnTo>
                  <a:lnTo>
                    <a:pt x="141732" y="411480"/>
                  </a:lnTo>
                  <a:lnTo>
                    <a:pt x="141732" y="432816"/>
                  </a:lnTo>
                  <a:lnTo>
                    <a:pt x="146304" y="463295"/>
                  </a:lnTo>
                  <a:lnTo>
                    <a:pt x="150876" y="492251"/>
                  </a:lnTo>
                  <a:lnTo>
                    <a:pt x="155448" y="524255"/>
                  </a:lnTo>
                  <a:lnTo>
                    <a:pt x="158496" y="545592"/>
                  </a:lnTo>
                  <a:lnTo>
                    <a:pt x="163068" y="566927"/>
                  </a:lnTo>
                  <a:lnTo>
                    <a:pt x="188976" y="609599"/>
                  </a:lnTo>
                  <a:lnTo>
                    <a:pt x="228600" y="627888"/>
                  </a:lnTo>
                  <a:lnTo>
                    <a:pt x="245364" y="627888"/>
                  </a:lnTo>
                  <a:lnTo>
                    <a:pt x="304800" y="601979"/>
                  </a:lnTo>
                  <a:lnTo>
                    <a:pt x="348996" y="571499"/>
                  </a:lnTo>
                  <a:lnTo>
                    <a:pt x="361188" y="557784"/>
                  </a:lnTo>
                  <a:lnTo>
                    <a:pt x="374904" y="545592"/>
                  </a:lnTo>
                  <a:lnTo>
                    <a:pt x="382524" y="536448"/>
                  </a:lnTo>
                  <a:lnTo>
                    <a:pt x="387096" y="531875"/>
                  </a:lnTo>
                  <a:lnTo>
                    <a:pt x="391668" y="527303"/>
                  </a:lnTo>
                  <a:lnTo>
                    <a:pt x="396240" y="524255"/>
                  </a:lnTo>
                  <a:lnTo>
                    <a:pt x="400812" y="519684"/>
                  </a:lnTo>
                  <a:lnTo>
                    <a:pt x="405384" y="519684"/>
                  </a:lnTo>
                  <a:lnTo>
                    <a:pt x="408432" y="519684"/>
                  </a:lnTo>
                  <a:lnTo>
                    <a:pt x="413004" y="519684"/>
                  </a:lnTo>
                  <a:lnTo>
                    <a:pt x="417576" y="524255"/>
                  </a:lnTo>
                  <a:lnTo>
                    <a:pt x="422148" y="527303"/>
                  </a:lnTo>
                  <a:lnTo>
                    <a:pt x="429768" y="536448"/>
                  </a:lnTo>
                  <a:lnTo>
                    <a:pt x="434340" y="545592"/>
                  </a:lnTo>
                  <a:lnTo>
                    <a:pt x="438912" y="553212"/>
                  </a:lnTo>
                  <a:lnTo>
                    <a:pt x="443484" y="557784"/>
                  </a:lnTo>
                  <a:lnTo>
                    <a:pt x="448056" y="562355"/>
                  </a:lnTo>
                  <a:lnTo>
                    <a:pt x="451104" y="566927"/>
                  </a:lnTo>
                  <a:lnTo>
                    <a:pt x="455676" y="566927"/>
                  </a:lnTo>
                  <a:lnTo>
                    <a:pt x="460248" y="566927"/>
                  </a:lnTo>
                  <a:lnTo>
                    <a:pt x="469392" y="56235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868667" y="3800855"/>
              <a:ext cx="5080" cy="3175"/>
            </a:xfrm>
            <a:custGeom>
              <a:avLst/>
              <a:gdLst/>
              <a:ahLst/>
              <a:cxnLst/>
              <a:rect l="l" t="t" r="r" b="b"/>
              <a:pathLst>
                <a:path w="5079" h="3175">
                  <a:moveTo>
                    <a:pt x="4572" y="0"/>
                  </a:moveTo>
                  <a:lnTo>
                    <a:pt x="0" y="3048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6939533" y="3612641"/>
            <a:ext cx="838200" cy="497205"/>
            <a:chOff x="6939533" y="3612641"/>
            <a:chExt cx="838200" cy="497205"/>
          </a:xfrm>
        </p:grpSpPr>
        <p:sp>
          <p:nvSpPr>
            <p:cNvPr id="18" name="object 18"/>
            <p:cNvSpPr/>
            <p:nvPr/>
          </p:nvSpPr>
          <p:spPr>
            <a:xfrm>
              <a:off x="6949439" y="3713987"/>
              <a:ext cx="358140" cy="386080"/>
            </a:xfrm>
            <a:custGeom>
              <a:avLst/>
              <a:gdLst/>
              <a:ahLst/>
              <a:cxnLst/>
              <a:rect l="l" t="t" r="r" b="b"/>
              <a:pathLst>
                <a:path w="358140" h="386079">
                  <a:moveTo>
                    <a:pt x="0" y="385572"/>
                  </a:moveTo>
                  <a:lnTo>
                    <a:pt x="9144" y="381000"/>
                  </a:lnTo>
                  <a:lnTo>
                    <a:pt x="30480" y="367284"/>
                  </a:lnTo>
                  <a:lnTo>
                    <a:pt x="60960" y="341376"/>
                  </a:lnTo>
                  <a:lnTo>
                    <a:pt x="99060" y="303276"/>
                  </a:lnTo>
                  <a:lnTo>
                    <a:pt x="138684" y="263652"/>
                  </a:lnTo>
                  <a:lnTo>
                    <a:pt x="185928" y="224028"/>
                  </a:lnTo>
                  <a:lnTo>
                    <a:pt x="233172" y="181355"/>
                  </a:lnTo>
                  <a:lnTo>
                    <a:pt x="271272" y="138684"/>
                  </a:lnTo>
                  <a:lnTo>
                    <a:pt x="301752" y="99060"/>
                  </a:lnTo>
                  <a:lnTo>
                    <a:pt x="323087" y="68580"/>
                  </a:lnTo>
                  <a:lnTo>
                    <a:pt x="341376" y="47244"/>
                  </a:lnTo>
                  <a:lnTo>
                    <a:pt x="348995" y="30480"/>
                  </a:lnTo>
                  <a:lnTo>
                    <a:pt x="353567" y="16763"/>
                  </a:lnTo>
                  <a:lnTo>
                    <a:pt x="358139" y="7620"/>
                  </a:lnTo>
                  <a:lnTo>
                    <a:pt x="358139" y="4572"/>
                  </a:lnTo>
                  <a:lnTo>
                    <a:pt x="353567" y="0"/>
                  </a:lnTo>
                  <a:lnTo>
                    <a:pt x="344423" y="0"/>
                  </a:lnTo>
                  <a:lnTo>
                    <a:pt x="306323" y="16763"/>
                  </a:lnTo>
                  <a:lnTo>
                    <a:pt x="254507" y="64008"/>
                  </a:lnTo>
                  <a:lnTo>
                    <a:pt x="228600" y="103632"/>
                  </a:lnTo>
                  <a:lnTo>
                    <a:pt x="224028" y="117348"/>
                  </a:lnTo>
                  <a:lnTo>
                    <a:pt x="224028" y="129540"/>
                  </a:lnTo>
                  <a:lnTo>
                    <a:pt x="249936" y="164591"/>
                  </a:lnTo>
                  <a:lnTo>
                    <a:pt x="280416" y="190500"/>
                  </a:lnTo>
                  <a:lnTo>
                    <a:pt x="292607" y="202691"/>
                  </a:lnTo>
                  <a:lnTo>
                    <a:pt x="301752" y="216408"/>
                  </a:lnTo>
                  <a:lnTo>
                    <a:pt x="310895" y="233172"/>
                  </a:lnTo>
                  <a:lnTo>
                    <a:pt x="315467" y="249936"/>
                  </a:lnTo>
                  <a:lnTo>
                    <a:pt x="315467" y="268224"/>
                  </a:lnTo>
                  <a:lnTo>
                    <a:pt x="315467" y="284988"/>
                  </a:lnTo>
                  <a:lnTo>
                    <a:pt x="306323" y="303276"/>
                  </a:lnTo>
                  <a:lnTo>
                    <a:pt x="292607" y="324612"/>
                  </a:lnTo>
                  <a:lnTo>
                    <a:pt x="271272" y="341376"/>
                  </a:lnTo>
                  <a:lnTo>
                    <a:pt x="249936" y="359664"/>
                  </a:lnTo>
                  <a:lnTo>
                    <a:pt x="228600" y="371856"/>
                  </a:lnTo>
                  <a:lnTo>
                    <a:pt x="216407" y="376428"/>
                  </a:lnTo>
                  <a:lnTo>
                    <a:pt x="202692" y="38100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354824" y="3669791"/>
              <a:ext cx="163195" cy="386080"/>
            </a:xfrm>
            <a:custGeom>
              <a:avLst/>
              <a:gdLst/>
              <a:ahLst/>
              <a:cxnLst/>
              <a:rect l="l" t="t" r="r" b="b"/>
              <a:pathLst>
                <a:path w="163195" h="386079">
                  <a:moveTo>
                    <a:pt x="163068" y="0"/>
                  </a:moveTo>
                  <a:lnTo>
                    <a:pt x="155448" y="13716"/>
                  </a:lnTo>
                  <a:lnTo>
                    <a:pt x="141732" y="39624"/>
                  </a:lnTo>
                  <a:lnTo>
                    <a:pt x="120396" y="82296"/>
                  </a:lnTo>
                  <a:lnTo>
                    <a:pt x="99060" y="131064"/>
                  </a:lnTo>
                  <a:lnTo>
                    <a:pt x="73152" y="173736"/>
                  </a:lnTo>
                  <a:lnTo>
                    <a:pt x="51816" y="225551"/>
                  </a:lnTo>
                  <a:lnTo>
                    <a:pt x="30480" y="277368"/>
                  </a:lnTo>
                  <a:lnTo>
                    <a:pt x="9144" y="333756"/>
                  </a:lnTo>
                  <a:lnTo>
                    <a:pt x="4572" y="352043"/>
                  </a:lnTo>
                  <a:lnTo>
                    <a:pt x="0" y="364236"/>
                  </a:lnTo>
                  <a:lnTo>
                    <a:pt x="0" y="373380"/>
                  </a:lnTo>
                  <a:lnTo>
                    <a:pt x="0" y="381000"/>
                  </a:lnTo>
                  <a:lnTo>
                    <a:pt x="4572" y="385572"/>
                  </a:lnTo>
                  <a:lnTo>
                    <a:pt x="9144" y="385572"/>
                  </a:lnTo>
                  <a:lnTo>
                    <a:pt x="16764" y="385572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458456" y="3622547"/>
              <a:ext cx="309880" cy="416559"/>
            </a:xfrm>
            <a:custGeom>
              <a:avLst/>
              <a:gdLst/>
              <a:ahLst/>
              <a:cxnLst/>
              <a:rect l="l" t="t" r="r" b="b"/>
              <a:pathLst>
                <a:path w="309879" h="416560">
                  <a:moveTo>
                    <a:pt x="309372" y="0"/>
                  </a:moveTo>
                  <a:lnTo>
                    <a:pt x="300228" y="4572"/>
                  </a:lnTo>
                  <a:lnTo>
                    <a:pt x="288036" y="13716"/>
                  </a:lnTo>
                  <a:lnTo>
                    <a:pt x="231648" y="47244"/>
                  </a:lnTo>
                  <a:lnTo>
                    <a:pt x="188976" y="77724"/>
                  </a:lnTo>
                  <a:lnTo>
                    <a:pt x="146303" y="121920"/>
                  </a:lnTo>
                  <a:lnTo>
                    <a:pt x="111252" y="160019"/>
                  </a:lnTo>
                  <a:lnTo>
                    <a:pt x="85344" y="190500"/>
                  </a:lnTo>
                  <a:lnTo>
                    <a:pt x="59436" y="216407"/>
                  </a:lnTo>
                  <a:lnTo>
                    <a:pt x="42672" y="237743"/>
                  </a:lnTo>
                  <a:lnTo>
                    <a:pt x="25908" y="260604"/>
                  </a:lnTo>
                  <a:lnTo>
                    <a:pt x="12191" y="277368"/>
                  </a:lnTo>
                  <a:lnTo>
                    <a:pt x="4572" y="289559"/>
                  </a:lnTo>
                  <a:lnTo>
                    <a:pt x="0" y="303276"/>
                  </a:lnTo>
                  <a:lnTo>
                    <a:pt x="0" y="315467"/>
                  </a:lnTo>
                  <a:lnTo>
                    <a:pt x="4572" y="329184"/>
                  </a:lnTo>
                  <a:lnTo>
                    <a:pt x="7620" y="341376"/>
                  </a:lnTo>
                  <a:lnTo>
                    <a:pt x="30479" y="373380"/>
                  </a:lnTo>
                  <a:lnTo>
                    <a:pt x="85344" y="402336"/>
                  </a:lnTo>
                  <a:lnTo>
                    <a:pt x="150876" y="416052"/>
                  </a:lnTo>
                  <a:lnTo>
                    <a:pt x="188976" y="416052"/>
                  </a:lnTo>
                  <a:lnTo>
                    <a:pt x="228600" y="41148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7946897" y="3873245"/>
            <a:ext cx="666115" cy="236220"/>
            <a:chOff x="7946897" y="3873245"/>
            <a:chExt cx="666115" cy="236220"/>
          </a:xfrm>
        </p:grpSpPr>
        <p:sp>
          <p:nvSpPr>
            <p:cNvPr id="22" name="object 22"/>
            <p:cNvSpPr/>
            <p:nvPr/>
          </p:nvSpPr>
          <p:spPr>
            <a:xfrm>
              <a:off x="7956803" y="3934967"/>
              <a:ext cx="615950" cy="90170"/>
            </a:xfrm>
            <a:custGeom>
              <a:avLst/>
              <a:gdLst/>
              <a:ahLst/>
              <a:cxnLst/>
              <a:rect l="l" t="t" r="r" b="b"/>
              <a:pathLst>
                <a:path w="615950" h="90170">
                  <a:moveTo>
                    <a:pt x="0" y="12191"/>
                  </a:moveTo>
                  <a:lnTo>
                    <a:pt x="4572" y="12191"/>
                  </a:lnTo>
                  <a:lnTo>
                    <a:pt x="22859" y="16763"/>
                  </a:lnTo>
                  <a:lnTo>
                    <a:pt x="51816" y="25907"/>
                  </a:lnTo>
                  <a:lnTo>
                    <a:pt x="91439" y="35051"/>
                  </a:lnTo>
                  <a:lnTo>
                    <a:pt x="138684" y="47243"/>
                  </a:lnTo>
                  <a:lnTo>
                    <a:pt x="190500" y="60959"/>
                  </a:lnTo>
                  <a:lnTo>
                    <a:pt x="245364" y="68579"/>
                  </a:lnTo>
                  <a:lnTo>
                    <a:pt x="292607" y="77723"/>
                  </a:lnTo>
                  <a:lnTo>
                    <a:pt x="341376" y="86867"/>
                  </a:lnTo>
                  <a:lnTo>
                    <a:pt x="396239" y="89915"/>
                  </a:lnTo>
                  <a:lnTo>
                    <a:pt x="440436" y="86867"/>
                  </a:lnTo>
                  <a:lnTo>
                    <a:pt x="483108" y="82295"/>
                  </a:lnTo>
                  <a:lnTo>
                    <a:pt x="547115" y="64007"/>
                  </a:lnTo>
                  <a:lnTo>
                    <a:pt x="589787" y="38099"/>
                  </a:lnTo>
                  <a:lnTo>
                    <a:pt x="615695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99526" y="3873245"/>
              <a:ext cx="213359" cy="236219"/>
            </a:xfrm>
            <a:prstGeom prst="rect">
              <a:avLst/>
            </a:prstGeom>
          </p:spPr>
        </p:pic>
      </p:grpSp>
      <p:grpSp>
        <p:nvGrpSpPr>
          <p:cNvPr id="24" name="object 24"/>
          <p:cNvGrpSpPr/>
          <p:nvPr/>
        </p:nvGrpSpPr>
        <p:grpSpPr>
          <a:xfrm>
            <a:off x="8696706" y="3711702"/>
            <a:ext cx="626745" cy="358140"/>
            <a:chOff x="8696706" y="3711702"/>
            <a:chExt cx="626745" cy="358140"/>
          </a:xfrm>
        </p:grpSpPr>
        <p:sp>
          <p:nvSpPr>
            <p:cNvPr id="25" name="object 25"/>
            <p:cNvSpPr/>
            <p:nvPr/>
          </p:nvSpPr>
          <p:spPr>
            <a:xfrm>
              <a:off x="8706612" y="3721608"/>
              <a:ext cx="443865" cy="338455"/>
            </a:xfrm>
            <a:custGeom>
              <a:avLst/>
              <a:gdLst/>
              <a:ahLst/>
              <a:cxnLst/>
              <a:rect l="l" t="t" r="r" b="b"/>
              <a:pathLst>
                <a:path w="443865" h="338454">
                  <a:moveTo>
                    <a:pt x="0" y="0"/>
                  </a:moveTo>
                  <a:lnTo>
                    <a:pt x="4572" y="0"/>
                  </a:lnTo>
                  <a:lnTo>
                    <a:pt x="16764" y="0"/>
                  </a:lnTo>
                  <a:lnTo>
                    <a:pt x="35052" y="0"/>
                  </a:lnTo>
                  <a:lnTo>
                    <a:pt x="56387" y="4572"/>
                  </a:lnTo>
                  <a:lnTo>
                    <a:pt x="111252" y="18288"/>
                  </a:lnTo>
                  <a:lnTo>
                    <a:pt x="163068" y="44195"/>
                  </a:lnTo>
                  <a:lnTo>
                    <a:pt x="198119" y="70104"/>
                  </a:lnTo>
                  <a:lnTo>
                    <a:pt x="224028" y="109728"/>
                  </a:lnTo>
                  <a:lnTo>
                    <a:pt x="219456" y="126491"/>
                  </a:lnTo>
                  <a:lnTo>
                    <a:pt x="210311" y="147828"/>
                  </a:lnTo>
                  <a:lnTo>
                    <a:pt x="198119" y="169164"/>
                  </a:lnTo>
                  <a:lnTo>
                    <a:pt x="181356" y="190500"/>
                  </a:lnTo>
                  <a:lnTo>
                    <a:pt x="158495" y="213359"/>
                  </a:lnTo>
                  <a:lnTo>
                    <a:pt x="141732" y="234695"/>
                  </a:lnTo>
                  <a:lnTo>
                    <a:pt x="124968" y="251459"/>
                  </a:lnTo>
                  <a:lnTo>
                    <a:pt x="111252" y="269748"/>
                  </a:lnTo>
                  <a:lnTo>
                    <a:pt x="103632" y="281940"/>
                  </a:lnTo>
                  <a:lnTo>
                    <a:pt x="99060" y="291083"/>
                  </a:lnTo>
                  <a:lnTo>
                    <a:pt x="99060" y="300228"/>
                  </a:lnTo>
                  <a:lnTo>
                    <a:pt x="99060" y="307848"/>
                  </a:lnTo>
                  <a:lnTo>
                    <a:pt x="103632" y="316991"/>
                  </a:lnTo>
                  <a:lnTo>
                    <a:pt x="115824" y="326136"/>
                  </a:lnTo>
                  <a:lnTo>
                    <a:pt x="141732" y="333756"/>
                  </a:lnTo>
                  <a:lnTo>
                    <a:pt x="172211" y="338328"/>
                  </a:lnTo>
                  <a:lnTo>
                    <a:pt x="210311" y="338328"/>
                  </a:lnTo>
                  <a:lnTo>
                    <a:pt x="254507" y="333756"/>
                  </a:lnTo>
                  <a:lnTo>
                    <a:pt x="292607" y="326136"/>
                  </a:lnTo>
                  <a:lnTo>
                    <a:pt x="358139" y="300228"/>
                  </a:lnTo>
                  <a:lnTo>
                    <a:pt x="422148" y="265176"/>
                  </a:lnTo>
                  <a:lnTo>
                    <a:pt x="443484" y="24231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05138" y="3833622"/>
              <a:ext cx="217931" cy="188975"/>
            </a:xfrm>
            <a:prstGeom prst="rect">
              <a:avLst/>
            </a:prstGeom>
          </p:spPr>
        </p:pic>
      </p:grpSp>
      <p:grpSp>
        <p:nvGrpSpPr>
          <p:cNvPr id="27" name="object 27"/>
          <p:cNvGrpSpPr/>
          <p:nvPr/>
        </p:nvGrpSpPr>
        <p:grpSpPr>
          <a:xfrm>
            <a:off x="3603497" y="4552950"/>
            <a:ext cx="1148080" cy="300355"/>
            <a:chOff x="3603497" y="4552950"/>
            <a:chExt cx="1148080" cy="300355"/>
          </a:xfrm>
        </p:grpSpPr>
        <p:sp>
          <p:nvSpPr>
            <p:cNvPr id="28" name="object 28"/>
            <p:cNvSpPr/>
            <p:nvPr/>
          </p:nvSpPr>
          <p:spPr>
            <a:xfrm>
              <a:off x="3613403" y="4709159"/>
              <a:ext cx="1068705" cy="100965"/>
            </a:xfrm>
            <a:custGeom>
              <a:avLst/>
              <a:gdLst/>
              <a:ahLst/>
              <a:cxnLst/>
              <a:rect l="l" t="t" r="r" b="b"/>
              <a:pathLst>
                <a:path w="1068704" h="100964">
                  <a:moveTo>
                    <a:pt x="0" y="47243"/>
                  </a:moveTo>
                  <a:lnTo>
                    <a:pt x="9144" y="47243"/>
                  </a:lnTo>
                  <a:lnTo>
                    <a:pt x="39624" y="47243"/>
                  </a:lnTo>
                  <a:lnTo>
                    <a:pt x="86868" y="47243"/>
                  </a:lnTo>
                  <a:lnTo>
                    <a:pt x="141732" y="47243"/>
                  </a:lnTo>
                  <a:lnTo>
                    <a:pt x="237743" y="44195"/>
                  </a:lnTo>
                  <a:lnTo>
                    <a:pt x="310895" y="39623"/>
                  </a:lnTo>
                  <a:lnTo>
                    <a:pt x="396239" y="35051"/>
                  </a:lnTo>
                  <a:lnTo>
                    <a:pt x="486156" y="30479"/>
                  </a:lnTo>
                  <a:lnTo>
                    <a:pt x="556260" y="25907"/>
                  </a:lnTo>
                  <a:lnTo>
                    <a:pt x="646175" y="18287"/>
                  </a:lnTo>
                  <a:lnTo>
                    <a:pt x="705612" y="13715"/>
                  </a:lnTo>
                  <a:lnTo>
                    <a:pt x="775716" y="9143"/>
                  </a:lnTo>
                  <a:lnTo>
                    <a:pt x="853439" y="4571"/>
                  </a:lnTo>
                  <a:lnTo>
                    <a:pt x="912875" y="0"/>
                  </a:lnTo>
                  <a:lnTo>
                    <a:pt x="950975" y="0"/>
                  </a:lnTo>
                  <a:lnTo>
                    <a:pt x="995172" y="0"/>
                  </a:lnTo>
                  <a:lnTo>
                    <a:pt x="1024127" y="4571"/>
                  </a:lnTo>
                  <a:lnTo>
                    <a:pt x="1046987" y="9143"/>
                  </a:lnTo>
                  <a:lnTo>
                    <a:pt x="1059179" y="13715"/>
                  </a:lnTo>
                  <a:lnTo>
                    <a:pt x="1063752" y="21335"/>
                  </a:lnTo>
                  <a:lnTo>
                    <a:pt x="1068324" y="35051"/>
                  </a:lnTo>
                  <a:lnTo>
                    <a:pt x="1063752" y="51815"/>
                  </a:lnTo>
                  <a:lnTo>
                    <a:pt x="1054608" y="70103"/>
                  </a:lnTo>
                  <a:lnTo>
                    <a:pt x="1037843" y="86867"/>
                  </a:lnTo>
                  <a:lnTo>
                    <a:pt x="1021079" y="100583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82668" y="4562855"/>
              <a:ext cx="158750" cy="280670"/>
            </a:xfrm>
            <a:custGeom>
              <a:avLst/>
              <a:gdLst/>
              <a:ahLst/>
              <a:cxnLst/>
              <a:rect l="l" t="t" r="r" b="b"/>
              <a:pathLst>
                <a:path w="158750" h="280670">
                  <a:moveTo>
                    <a:pt x="106679" y="0"/>
                  </a:moveTo>
                  <a:lnTo>
                    <a:pt x="103631" y="0"/>
                  </a:lnTo>
                  <a:lnTo>
                    <a:pt x="99059" y="0"/>
                  </a:lnTo>
                  <a:lnTo>
                    <a:pt x="89915" y="0"/>
                  </a:lnTo>
                  <a:lnTo>
                    <a:pt x="80771" y="0"/>
                  </a:lnTo>
                  <a:lnTo>
                    <a:pt x="77723" y="0"/>
                  </a:lnTo>
                  <a:lnTo>
                    <a:pt x="73151" y="3048"/>
                  </a:lnTo>
                  <a:lnTo>
                    <a:pt x="68579" y="7620"/>
                  </a:lnTo>
                  <a:lnTo>
                    <a:pt x="59435" y="21336"/>
                  </a:lnTo>
                  <a:lnTo>
                    <a:pt x="54863" y="33528"/>
                  </a:lnTo>
                  <a:lnTo>
                    <a:pt x="54863" y="47244"/>
                  </a:lnTo>
                  <a:lnTo>
                    <a:pt x="54863" y="64008"/>
                  </a:lnTo>
                  <a:lnTo>
                    <a:pt x="59435" y="82296"/>
                  </a:lnTo>
                  <a:lnTo>
                    <a:pt x="73151" y="94488"/>
                  </a:lnTo>
                  <a:lnTo>
                    <a:pt x="85343" y="108204"/>
                  </a:lnTo>
                  <a:lnTo>
                    <a:pt x="103631" y="120396"/>
                  </a:lnTo>
                  <a:lnTo>
                    <a:pt x="124967" y="129539"/>
                  </a:lnTo>
                  <a:lnTo>
                    <a:pt x="137159" y="134112"/>
                  </a:lnTo>
                  <a:lnTo>
                    <a:pt x="146303" y="138684"/>
                  </a:lnTo>
                  <a:lnTo>
                    <a:pt x="153923" y="141732"/>
                  </a:lnTo>
                  <a:lnTo>
                    <a:pt x="158495" y="146304"/>
                  </a:lnTo>
                  <a:lnTo>
                    <a:pt x="153923" y="155448"/>
                  </a:lnTo>
                  <a:lnTo>
                    <a:pt x="137159" y="172211"/>
                  </a:lnTo>
                  <a:lnTo>
                    <a:pt x="115823" y="193548"/>
                  </a:lnTo>
                  <a:lnTo>
                    <a:pt x="89915" y="219456"/>
                  </a:lnTo>
                  <a:lnTo>
                    <a:pt x="59435" y="246888"/>
                  </a:lnTo>
                  <a:lnTo>
                    <a:pt x="28955" y="268224"/>
                  </a:lnTo>
                  <a:lnTo>
                    <a:pt x="0" y="28041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/>
          <p:nvPr/>
        </p:nvSpPr>
        <p:spPr>
          <a:xfrm>
            <a:off x="5279135" y="4649723"/>
            <a:ext cx="521334" cy="485140"/>
          </a:xfrm>
          <a:custGeom>
            <a:avLst/>
            <a:gdLst/>
            <a:ahLst/>
            <a:cxnLst/>
            <a:rect l="l" t="t" r="r" b="b"/>
            <a:pathLst>
              <a:path w="521335" h="485139">
                <a:moveTo>
                  <a:pt x="263651" y="73151"/>
                </a:moveTo>
                <a:lnTo>
                  <a:pt x="266699" y="68579"/>
                </a:lnTo>
                <a:lnTo>
                  <a:pt x="275843" y="59435"/>
                </a:lnTo>
                <a:lnTo>
                  <a:pt x="284987" y="47243"/>
                </a:lnTo>
                <a:lnTo>
                  <a:pt x="292607" y="33527"/>
                </a:lnTo>
                <a:lnTo>
                  <a:pt x="301751" y="21335"/>
                </a:lnTo>
                <a:lnTo>
                  <a:pt x="310895" y="12191"/>
                </a:lnTo>
                <a:lnTo>
                  <a:pt x="315467" y="3047"/>
                </a:lnTo>
                <a:lnTo>
                  <a:pt x="315467" y="0"/>
                </a:lnTo>
                <a:lnTo>
                  <a:pt x="301751" y="0"/>
                </a:lnTo>
                <a:lnTo>
                  <a:pt x="280415" y="7619"/>
                </a:lnTo>
                <a:lnTo>
                  <a:pt x="216407" y="42671"/>
                </a:lnTo>
                <a:lnTo>
                  <a:pt x="176783" y="68579"/>
                </a:lnTo>
                <a:lnTo>
                  <a:pt x="134111" y="103631"/>
                </a:lnTo>
                <a:lnTo>
                  <a:pt x="99059" y="141731"/>
                </a:lnTo>
                <a:lnTo>
                  <a:pt x="65532" y="181355"/>
                </a:lnTo>
                <a:lnTo>
                  <a:pt x="39623" y="219455"/>
                </a:lnTo>
                <a:lnTo>
                  <a:pt x="22859" y="259079"/>
                </a:lnTo>
                <a:lnTo>
                  <a:pt x="0" y="327659"/>
                </a:lnTo>
                <a:lnTo>
                  <a:pt x="0" y="353568"/>
                </a:lnTo>
                <a:lnTo>
                  <a:pt x="0" y="371856"/>
                </a:lnTo>
                <a:lnTo>
                  <a:pt x="9144" y="384047"/>
                </a:lnTo>
                <a:lnTo>
                  <a:pt x="25908" y="397764"/>
                </a:lnTo>
                <a:lnTo>
                  <a:pt x="47244" y="405384"/>
                </a:lnTo>
                <a:lnTo>
                  <a:pt x="77723" y="409956"/>
                </a:lnTo>
                <a:lnTo>
                  <a:pt x="112775" y="409956"/>
                </a:lnTo>
                <a:lnTo>
                  <a:pt x="147827" y="402336"/>
                </a:lnTo>
                <a:lnTo>
                  <a:pt x="190499" y="384047"/>
                </a:lnTo>
                <a:lnTo>
                  <a:pt x="233171" y="367283"/>
                </a:lnTo>
                <a:lnTo>
                  <a:pt x="271271" y="345947"/>
                </a:lnTo>
                <a:lnTo>
                  <a:pt x="301751" y="327659"/>
                </a:lnTo>
                <a:lnTo>
                  <a:pt x="327659" y="315468"/>
                </a:lnTo>
                <a:lnTo>
                  <a:pt x="344423" y="301751"/>
                </a:lnTo>
                <a:lnTo>
                  <a:pt x="358139" y="294132"/>
                </a:lnTo>
                <a:lnTo>
                  <a:pt x="365759" y="289559"/>
                </a:lnTo>
                <a:lnTo>
                  <a:pt x="370331" y="289559"/>
                </a:lnTo>
                <a:lnTo>
                  <a:pt x="370331" y="297179"/>
                </a:lnTo>
                <a:lnTo>
                  <a:pt x="365759" y="320039"/>
                </a:lnTo>
                <a:lnTo>
                  <a:pt x="358139" y="345947"/>
                </a:lnTo>
                <a:lnTo>
                  <a:pt x="348995" y="371856"/>
                </a:lnTo>
                <a:lnTo>
                  <a:pt x="336803" y="397764"/>
                </a:lnTo>
                <a:lnTo>
                  <a:pt x="327659" y="419099"/>
                </a:lnTo>
                <a:lnTo>
                  <a:pt x="323087" y="435864"/>
                </a:lnTo>
                <a:lnTo>
                  <a:pt x="323087" y="449579"/>
                </a:lnTo>
                <a:lnTo>
                  <a:pt x="323087" y="463295"/>
                </a:lnTo>
                <a:lnTo>
                  <a:pt x="327659" y="470915"/>
                </a:lnTo>
                <a:lnTo>
                  <a:pt x="332231" y="480060"/>
                </a:lnTo>
                <a:lnTo>
                  <a:pt x="341375" y="484632"/>
                </a:lnTo>
                <a:lnTo>
                  <a:pt x="353567" y="484632"/>
                </a:lnTo>
                <a:lnTo>
                  <a:pt x="370331" y="480060"/>
                </a:lnTo>
                <a:lnTo>
                  <a:pt x="431291" y="454151"/>
                </a:lnTo>
                <a:lnTo>
                  <a:pt x="461771" y="431291"/>
                </a:lnTo>
                <a:lnTo>
                  <a:pt x="504444" y="379475"/>
                </a:lnTo>
                <a:lnTo>
                  <a:pt x="516635" y="336803"/>
                </a:lnTo>
                <a:lnTo>
                  <a:pt x="521208" y="320039"/>
                </a:lnTo>
                <a:lnTo>
                  <a:pt x="521208" y="306323"/>
                </a:lnTo>
                <a:lnTo>
                  <a:pt x="516635" y="297179"/>
                </a:lnTo>
                <a:lnTo>
                  <a:pt x="504444" y="289559"/>
                </a:lnTo>
                <a:lnTo>
                  <a:pt x="487679" y="280415"/>
                </a:lnTo>
                <a:lnTo>
                  <a:pt x="469391" y="275844"/>
                </a:lnTo>
                <a:lnTo>
                  <a:pt x="452627" y="271271"/>
                </a:lnTo>
                <a:lnTo>
                  <a:pt x="440435" y="271271"/>
                </a:lnTo>
                <a:lnTo>
                  <a:pt x="426720" y="275844"/>
                </a:lnTo>
                <a:lnTo>
                  <a:pt x="417575" y="280415"/>
                </a:lnTo>
                <a:lnTo>
                  <a:pt x="409955" y="289559"/>
                </a:lnTo>
                <a:lnTo>
                  <a:pt x="400811" y="297179"/>
                </a:lnTo>
                <a:lnTo>
                  <a:pt x="396239" y="306323"/>
                </a:lnTo>
                <a:lnTo>
                  <a:pt x="396239" y="310895"/>
                </a:lnTo>
                <a:lnTo>
                  <a:pt x="400811" y="315468"/>
                </a:lnTo>
                <a:lnTo>
                  <a:pt x="405383" y="320039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object 3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89497" y="4894326"/>
            <a:ext cx="252983" cy="158495"/>
          </a:xfrm>
          <a:prstGeom prst="rect">
            <a:avLst/>
          </a:prstGeom>
        </p:spPr>
      </p:pic>
      <p:grpSp>
        <p:nvGrpSpPr>
          <p:cNvPr id="32" name="object 32"/>
          <p:cNvGrpSpPr/>
          <p:nvPr/>
        </p:nvGrpSpPr>
        <p:grpSpPr>
          <a:xfrm>
            <a:off x="6203441" y="4539234"/>
            <a:ext cx="748665" cy="500380"/>
            <a:chOff x="6203441" y="4539234"/>
            <a:chExt cx="748665" cy="500380"/>
          </a:xfrm>
        </p:grpSpPr>
        <p:sp>
          <p:nvSpPr>
            <p:cNvPr id="33" name="object 33"/>
            <p:cNvSpPr/>
            <p:nvPr/>
          </p:nvSpPr>
          <p:spPr>
            <a:xfrm>
              <a:off x="6338315" y="4549140"/>
              <a:ext cx="104139" cy="480059"/>
            </a:xfrm>
            <a:custGeom>
              <a:avLst/>
              <a:gdLst/>
              <a:ahLst/>
              <a:cxnLst/>
              <a:rect l="l" t="t" r="r" b="b"/>
              <a:pathLst>
                <a:path w="104139" h="480060">
                  <a:moveTo>
                    <a:pt x="103632" y="0"/>
                  </a:moveTo>
                  <a:lnTo>
                    <a:pt x="103632" y="4572"/>
                  </a:lnTo>
                  <a:lnTo>
                    <a:pt x="103632" y="16764"/>
                  </a:lnTo>
                  <a:lnTo>
                    <a:pt x="99060" y="42672"/>
                  </a:lnTo>
                  <a:lnTo>
                    <a:pt x="94488" y="74676"/>
                  </a:lnTo>
                  <a:lnTo>
                    <a:pt x="91440" y="103632"/>
                  </a:lnTo>
                  <a:lnTo>
                    <a:pt x="82296" y="143256"/>
                  </a:lnTo>
                  <a:lnTo>
                    <a:pt x="65532" y="195072"/>
                  </a:lnTo>
                  <a:lnTo>
                    <a:pt x="51816" y="246888"/>
                  </a:lnTo>
                  <a:lnTo>
                    <a:pt x="39624" y="289559"/>
                  </a:lnTo>
                  <a:lnTo>
                    <a:pt x="25908" y="333756"/>
                  </a:lnTo>
                  <a:lnTo>
                    <a:pt x="18288" y="371856"/>
                  </a:lnTo>
                  <a:lnTo>
                    <a:pt x="9144" y="406908"/>
                  </a:lnTo>
                  <a:lnTo>
                    <a:pt x="4572" y="437387"/>
                  </a:lnTo>
                  <a:lnTo>
                    <a:pt x="0" y="458723"/>
                  </a:lnTo>
                  <a:lnTo>
                    <a:pt x="0" y="472439"/>
                  </a:lnTo>
                  <a:lnTo>
                    <a:pt x="0" y="48006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213347" y="4774691"/>
              <a:ext cx="375285" cy="120650"/>
            </a:xfrm>
            <a:custGeom>
              <a:avLst/>
              <a:gdLst/>
              <a:ahLst/>
              <a:cxnLst/>
              <a:rect l="l" t="t" r="r" b="b"/>
              <a:pathLst>
                <a:path w="375284" h="120650">
                  <a:moveTo>
                    <a:pt x="0" y="120395"/>
                  </a:moveTo>
                  <a:lnTo>
                    <a:pt x="9144" y="120395"/>
                  </a:lnTo>
                  <a:lnTo>
                    <a:pt x="22859" y="115823"/>
                  </a:lnTo>
                  <a:lnTo>
                    <a:pt x="47244" y="108203"/>
                  </a:lnTo>
                  <a:lnTo>
                    <a:pt x="94488" y="89915"/>
                  </a:lnTo>
                  <a:lnTo>
                    <a:pt x="143256" y="73151"/>
                  </a:lnTo>
                  <a:lnTo>
                    <a:pt x="181356" y="60959"/>
                  </a:lnTo>
                  <a:lnTo>
                    <a:pt x="219456" y="42671"/>
                  </a:lnTo>
                  <a:lnTo>
                    <a:pt x="259080" y="30479"/>
                  </a:lnTo>
                  <a:lnTo>
                    <a:pt x="289559" y="21335"/>
                  </a:lnTo>
                  <a:lnTo>
                    <a:pt x="318515" y="12191"/>
                  </a:lnTo>
                  <a:lnTo>
                    <a:pt x="344423" y="7619"/>
                  </a:lnTo>
                  <a:lnTo>
                    <a:pt x="362712" y="4571"/>
                  </a:lnTo>
                  <a:lnTo>
                    <a:pt x="374904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583679" y="4838700"/>
              <a:ext cx="358140" cy="187960"/>
            </a:xfrm>
            <a:custGeom>
              <a:avLst/>
              <a:gdLst/>
              <a:ahLst/>
              <a:cxnLst/>
              <a:rect l="l" t="t" r="r" b="b"/>
              <a:pathLst>
                <a:path w="358140" h="187960">
                  <a:moveTo>
                    <a:pt x="0" y="9144"/>
                  </a:moveTo>
                  <a:lnTo>
                    <a:pt x="4572" y="9144"/>
                  </a:lnTo>
                  <a:lnTo>
                    <a:pt x="18288" y="4572"/>
                  </a:lnTo>
                  <a:lnTo>
                    <a:pt x="30480" y="0"/>
                  </a:lnTo>
                  <a:lnTo>
                    <a:pt x="44195" y="0"/>
                  </a:lnTo>
                  <a:lnTo>
                    <a:pt x="56387" y="0"/>
                  </a:lnTo>
                  <a:lnTo>
                    <a:pt x="94488" y="13716"/>
                  </a:lnTo>
                  <a:lnTo>
                    <a:pt x="112775" y="39624"/>
                  </a:lnTo>
                  <a:lnTo>
                    <a:pt x="112775" y="56388"/>
                  </a:lnTo>
                  <a:lnTo>
                    <a:pt x="112775" y="74676"/>
                  </a:lnTo>
                  <a:lnTo>
                    <a:pt x="108204" y="96012"/>
                  </a:lnTo>
                  <a:lnTo>
                    <a:pt x="99060" y="117348"/>
                  </a:lnTo>
                  <a:lnTo>
                    <a:pt x="91439" y="138684"/>
                  </a:lnTo>
                  <a:lnTo>
                    <a:pt x="65532" y="178308"/>
                  </a:lnTo>
                  <a:lnTo>
                    <a:pt x="56387" y="187451"/>
                  </a:lnTo>
                  <a:lnTo>
                    <a:pt x="60960" y="178308"/>
                  </a:lnTo>
                  <a:lnTo>
                    <a:pt x="73152" y="156972"/>
                  </a:lnTo>
                  <a:lnTo>
                    <a:pt x="112775" y="112776"/>
                  </a:lnTo>
                  <a:lnTo>
                    <a:pt x="143256" y="82296"/>
                  </a:lnTo>
                  <a:lnTo>
                    <a:pt x="190500" y="44196"/>
                  </a:lnTo>
                  <a:lnTo>
                    <a:pt x="207264" y="30480"/>
                  </a:lnTo>
                  <a:lnTo>
                    <a:pt x="224028" y="22860"/>
                  </a:lnTo>
                  <a:lnTo>
                    <a:pt x="237743" y="13716"/>
                  </a:lnTo>
                  <a:lnTo>
                    <a:pt x="245364" y="9144"/>
                  </a:lnTo>
                  <a:lnTo>
                    <a:pt x="254507" y="9144"/>
                  </a:lnTo>
                  <a:lnTo>
                    <a:pt x="263652" y="9144"/>
                  </a:lnTo>
                  <a:lnTo>
                    <a:pt x="266700" y="13716"/>
                  </a:lnTo>
                  <a:lnTo>
                    <a:pt x="271272" y="22860"/>
                  </a:lnTo>
                  <a:lnTo>
                    <a:pt x="275843" y="35052"/>
                  </a:lnTo>
                  <a:lnTo>
                    <a:pt x="280416" y="51816"/>
                  </a:lnTo>
                  <a:lnTo>
                    <a:pt x="280416" y="70104"/>
                  </a:lnTo>
                  <a:lnTo>
                    <a:pt x="280416" y="82296"/>
                  </a:lnTo>
                  <a:lnTo>
                    <a:pt x="280416" y="96012"/>
                  </a:lnTo>
                  <a:lnTo>
                    <a:pt x="280416" y="105156"/>
                  </a:lnTo>
                  <a:lnTo>
                    <a:pt x="280416" y="112776"/>
                  </a:lnTo>
                  <a:lnTo>
                    <a:pt x="280416" y="117348"/>
                  </a:lnTo>
                  <a:lnTo>
                    <a:pt x="284988" y="117348"/>
                  </a:lnTo>
                  <a:lnTo>
                    <a:pt x="292607" y="112776"/>
                  </a:lnTo>
                  <a:lnTo>
                    <a:pt x="332232" y="82296"/>
                  </a:lnTo>
                  <a:lnTo>
                    <a:pt x="353567" y="44196"/>
                  </a:lnTo>
                  <a:lnTo>
                    <a:pt x="358139" y="25908"/>
                  </a:lnTo>
                  <a:lnTo>
                    <a:pt x="358139" y="13716"/>
                  </a:lnTo>
                  <a:lnTo>
                    <a:pt x="353567" y="4572"/>
                  </a:lnTo>
                  <a:lnTo>
                    <a:pt x="348995" y="0"/>
                  </a:lnTo>
                  <a:lnTo>
                    <a:pt x="344423" y="0"/>
                  </a:lnTo>
                  <a:lnTo>
                    <a:pt x="339852" y="0"/>
                  </a:lnTo>
                  <a:lnTo>
                    <a:pt x="332232" y="4572"/>
                  </a:lnTo>
                  <a:lnTo>
                    <a:pt x="323087" y="9144"/>
                  </a:lnTo>
                  <a:lnTo>
                    <a:pt x="313943" y="13716"/>
                  </a:lnTo>
                  <a:lnTo>
                    <a:pt x="310895" y="18288"/>
                  </a:lnTo>
                  <a:lnTo>
                    <a:pt x="313943" y="13716"/>
                  </a:lnTo>
                  <a:lnTo>
                    <a:pt x="327660" y="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/>
          <p:nvPr/>
        </p:nvSpPr>
        <p:spPr>
          <a:xfrm>
            <a:off x="7109459" y="4492752"/>
            <a:ext cx="167640" cy="459105"/>
          </a:xfrm>
          <a:custGeom>
            <a:avLst/>
            <a:gdLst/>
            <a:ahLst/>
            <a:cxnLst/>
            <a:rect l="l" t="t" r="r" b="b"/>
            <a:pathLst>
              <a:path w="167640" h="459104">
                <a:moveTo>
                  <a:pt x="167640" y="0"/>
                </a:moveTo>
                <a:lnTo>
                  <a:pt x="167640" y="4572"/>
                </a:lnTo>
                <a:lnTo>
                  <a:pt x="163068" y="18288"/>
                </a:lnTo>
                <a:lnTo>
                  <a:pt x="155448" y="47244"/>
                </a:lnTo>
                <a:lnTo>
                  <a:pt x="132588" y="99060"/>
                </a:lnTo>
                <a:lnTo>
                  <a:pt x="106680" y="152400"/>
                </a:lnTo>
                <a:lnTo>
                  <a:pt x="73152" y="216407"/>
                </a:lnTo>
                <a:lnTo>
                  <a:pt x="42672" y="281940"/>
                </a:lnTo>
                <a:lnTo>
                  <a:pt x="21336" y="329184"/>
                </a:lnTo>
                <a:lnTo>
                  <a:pt x="9144" y="371856"/>
                </a:lnTo>
                <a:lnTo>
                  <a:pt x="4571" y="402336"/>
                </a:lnTo>
                <a:lnTo>
                  <a:pt x="0" y="425195"/>
                </a:lnTo>
                <a:lnTo>
                  <a:pt x="4571" y="437387"/>
                </a:lnTo>
                <a:lnTo>
                  <a:pt x="12192" y="451104"/>
                </a:lnTo>
                <a:lnTo>
                  <a:pt x="30480" y="458723"/>
                </a:lnTo>
                <a:lnTo>
                  <a:pt x="56388" y="458723"/>
                </a:lnTo>
              </a:path>
            </a:pathLst>
          </a:custGeom>
          <a:ln w="1981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7" name="object 37"/>
          <p:cNvGrpSpPr/>
          <p:nvPr/>
        </p:nvGrpSpPr>
        <p:grpSpPr>
          <a:xfrm>
            <a:off x="3672077" y="4924805"/>
            <a:ext cx="5686425" cy="2115820"/>
            <a:chOff x="3672077" y="4924805"/>
            <a:chExt cx="5686425" cy="2115820"/>
          </a:xfrm>
        </p:grpSpPr>
        <p:sp>
          <p:nvSpPr>
            <p:cNvPr id="38" name="object 38"/>
            <p:cNvSpPr/>
            <p:nvPr/>
          </p:nvSpPr>
          <p:spPr>
            <a:xfrm>
              <a:off x="3712463" y="4934711"/>
              <a:ext cx="1102360" cy="151130"/>
            </a:xfrm>
            <a:custGeom>
              <a:avLst/>
              <a:gdLst/>
              <a:ahLst/>
              <a:cxnLst/>
              <a:rect l="l" t="t" r="r" b="b"/>
              <a:pathLst>
                <a:path w="1102360" h="151129">
                  <a:moveTo>
                    <a:pt x="0" y="99060"/>
                  </a:moveTo>
                  <a:lnTo>
                    <a:pt x="9144" y="103632"/>
                  </a:lnTo>
                  <a:lnTo>
                    <a:pt x="25908" y="108204"/>
                  </a:lnTo>
                  <a:lnTo>
                    <a:pt x="51816" y="108204"/>
                  </a:lnTo>
                  <a:lnTo>
                    <a:pt x="99060" y="103632"/>
                  </a:lnTo>
                  <a:lnTo>
                    <a:pt x="160019" y="99060"/>
                  </a:lnTo>
                  <a:lnTo>
                    <a:pt x="214883" y="91440"/>
                  </a:lnTo>
                  <a:lnTo>
                    <a:pt x="271272" y="82296"/>
                  </a:lnTo>
                  <a:lnTo>
                    <a:pt x="348995" y="73152"/>
                  </a:lnTo>
                  <a:lnTo>
                    <a:pt x="408432" y="65532"/>
                  </a:lnTo>
                  <a:lnTo>
                    <a:pt x="469391" y="60960"/>
                  </a:lnTo>
                  <a:lnTo>
                    <a:pt x="551687" y="56388"/>
                  </a:lnTo>
                  <a:lnTo>
                    <a:pt x="611124" y="51816"/>
                  </a:lnTo>
                  <a:lnTo>
                    <a:pt x="672083" y="51816"/>
                  </a:lnTo>
                  <a:lnTo>
                    <a:pt x="749808" y="51816"/>
                  </a:lnTo>
                  <a:lnTo>
                    <a:pt x="809243" y="56388"/>
                  </a:lnTo>
                  <a:lnTo>
                    <a:pt x="851916" y="56388"/>
                  </a:lnTo>
                  <a:lnTo>
                    <a:pt x="903731" y="60960"/>
                  </a:lnTo>
                  <a:lnTo>
                    <a:pt x="947927" y="60960"/>
                  </a:lnTo>
                  <a:lnTo>
                    <a:pt x="990600" y="65532"/>
                  </a:lnTo>
                  <a:lnTo>
                    <a:pt x="1021079" y="65532"/>
                  </a:lnTo>
                  <a:lnTo>
                    <a:pt x="1042416" y="65532"/>
                  </a:lnTo>
                  <a:lnTo>
                    <a:pt x="1059179" y="65532"/>
                  </a:lnTo>
                  <a:lnTo>
                    <a:pt x="1072895" y="65532"/>
                  </a:lnTo>
                  <a:lnTo>
                    <a:pt x="1085087" y="65532"/>
                  </a:lnTo>
                  <a:lnTo>
                    <a:pt x="1094231" y="65532"/>
                  </a:lnTo>
                  <a:lnTo>
                    <a:pt x="1097279" y="60960"/>
                  </a:lnTo>
                  <a:lnTo>
                    <a:pt x="1101852" y="56388"/>
                  </a:lnTo>
                  <a:lnTo>
                    <a:pt x="1101852" y="51816"/>
                  </a:lnTo>
                  <a:lnTo>
                    <a:pt x="1101852" y="42672"/>
                  </a:lnTo>
                  <a:lnTo>
                    <a:pt x="1097279" y="30480"/>
                  </a:lnTo>
                  <a:lnTo>
                    <a:pt x="1094231" y="21336"/>
                  </a:lnTo>
                  <a:lnTo>
                    <a:pt x="1089660" y="12192"/>
                  </a:lnTo>
                  <a:lnTo>
                    <a:pt x="1085087" y="9144"/>
                  </a:lnTo>
                  <a:lnTo>
                    <a:pt x="1080516" y="4572"/>
                  </a:lnTo>
                  <a:lnTo>
                    <a:pt x="1075943" y="0"/>
                  </a:lnTo>
                  <a:lnTo>
                    <a:pt x="1080516" y="9144"/>
                  </a:lnTo>
                  <a:lnTo>
                    <a:pt x="1080516" y="21336"/>
                  </a:lnTo>
                  <a:lnTo>
                    <a:pt x="1068324" y="65532"/>
                  </a:lnTo>
                  <a:lnTo>
                    <a:pt x="1033272" y="112776"/>
                  </a:lnTo>
                  <a:lnTo>
                    <a:pt x="998220" y="143256"/>
                  </a:lnTo>
                  <a:lnTo>
                    <a:pt x="981456" y="150876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681983" y="5116068"/>
              <a:ext cx="1503045" cy="134620"/>
            </a:xfrm>
            <a:custGeom>
              <a:avLst/>
              <a:gdLst/>
              <a:ahLst/>
              <a:cxnLst/>
              <a:rect l="l" t="t" r="r" b="b"/>
              <a:pathLst>
                <a:path w="1503045" h="134620">
                  <a:moveTo>
                    <a:pt x="0" y="134112"/>
                  </a:moveTo>
                  <a:lnTo>
                    <a:pt x="4572" y="134112"/>
                  </a:lnTo>
                  <a:lnTo>
                    <a:pt x="21336" y="134112"/>
                  </a:lnTo>
                  <a:lnTo>
                    <a:pt x="51816" y="129540"/>
                  </a:lnTo>
                  <a:lnTo>
                    <a:pt x="94488" y="126492"/>
                  </a:lnTo>
                  <a:lnTo>
                    <a:pt x="169164" y="112776"/>
                  </a:lnTo>
                  <a:lnTo>
                    <a:pt x="237743" y="103632"/>
                  </a:lnTo>
                  <a:lnTo>
                    <a:pt x="310895" y="91440"/>
                  </a:lnTo>
                  <a:lnTo>
                    <a:pt x="405384" y="77724"/>
                  </a:lnTo>
                  <a:lnTo>
                    <a:pt x="473963" y="70104"/>
                  </a:lnTo>
                  <a:lnTo>
                    <a:pt x="568452" y="56388"/>
                  </a:lnTo>
                  <a:lnTo>
                    <a:pt x="646175" y="44196"/>
                  </a:lnTo>
                  <a:lnTo>
                    <a:pt x="736091" y="35052"/>
                  </a:lnTo>
                  <a:lnTo>
                    <a:pt x="827531" y="25908"/>
                  </a:lnTo>
                  <a:lnTo>
                    <a:pt x="896112" y="25908"/>
                  </a:lnTo>
                  <a:lnTo>
                    <a:pt x="981456" y="25908"/>
                  </a:lnTo>
                  <a:lnTo>
                    <a:pt x="1046987" y="25908"/>
                  </a:lnTo>
                  <a:lnTo>
                    <a:pt x="1106424" y="25908"/>
                  </a:lnTo>
                  <a:lnTo>
                    <a:pt x="1179575" y="30480"/>
                  </a:lnTo>
                  <a:lnTo>
                    <a:pt x="1240536" y="35052"/>
                  </a:lnTo>
                  <a:lnTo>
                    <a:pt x="1283208" y="39624"/>
                  </a:lnTo>
                  <a:lnTo>
                    <a:pt x="1335024" y="44196"/>
                  </a:lnTo>
                  <a:lnTo>
                    <a:pt x="1386840" y="44196"/>
                  </a:lnTo>
                  <a:lnTo>
                    <a:pt x="1429512" y="39624"/>
                  </a:lnTo>
                  <a:lnTo>
                    <a:pt x="1459991" y="35052"/>
                  </a:lnTo>
                  <a:lnTo>
                    <a:pt x="1481328" y="35052"/>
                  </a:lnTo>
                  <a:lnTo>
                    <a:pt x="1495044" y="30480"/>
                  </a:lnTo>
                  <a:lnTo>
                    <a:pt x="1502663" y="25908"/>
                  </a:lnTo>
                  <a:lnTo>
                    <a:pt x="1498091" y="22860"/>
                  </a:lnTo>
                  <a:lnTo>
                    <a:pt x="1490471" y="18288"/>
                  </a:lnTo>
                  <a:lnTo>
                    <a:pt x="1481328" y="13716"/>
                  </a:lnTo>
                  <a:lnTo>
                    <a:pt x="1472183" y="9144"/>
                  </a:lnTo>
                  <a:lnTo>
                    <a:pt x="1469136" y="4572"/>
                  </a:lnTo>
                  <a:lnTo>
                    <a:pt x="1464563" y="0"/>
                  </a:lnTo>
                  <a:lnTo>
                    <a:pt x="1469136" y="0"/>
                  </a:lnTo>
                  <a:lnTo>
                    <a:pt x="1472183" y="0"/>
                  </a:lnTo>
                  <a:lnTo>
                    <a:pt x="1476755" y="0"/>
                  </a:lnTo>
                  <a:lnTo>
                    <a:pt x="1476755" y="4572"/>
                  </a:lnTo>
                  <a:lnTo>
                    <a:pt x="1469136" y="13716"/>
                  </a:lnTo>
                  <a:lnTo>
                    <a:pt x="1450848" y="30480"/>
                  </a:lnTo>
                  <a:lnTo>
                    <a:pt x="1429512" y="51816"/>
                  </a:lnTo>
                  <a:lnTo>
                    <a:pt x="1408175" y="70104"/>
                  </a:lnTo>
                  <a:lnTo>
                    <a:pt x="1386840" y="86868"/>
                  </a:lnTo>
                  <a:lnTo>
                    <a:pt x="1351787" y="103632"/>
                  </a:lnTo>
                  <a:lnTo>
                    <a:pt x="1322832" y="117348"/>
                  </a:lnTo>
                  <a:lnTo>
                    <a:pt x="1287779" y="134112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3851147" y="5346192"/>
              <a:ext cx="1312545" cy="155575"/>
            </a:xfrm>
            <a:custGeom>
              <a:avLst/>
              <a:gdLst/>
              <a:ahLst/>
              <a:cxnLst/>
              <a:rect l="l" t="t" r="r" b="b"/>
              <a:pathLst>
                <a:path w="1312545" h="155575">
                  <a:moveTo>
                    <a:pt x="59436" y="86868"/>
                  </a:moveTo>
                  <a:lnTo>
                    <a:pt x="50292" y="86868"/>
                  </a:lnTo>
                  <a:lnTo>
                    <a:pt x="38100" y="89916"/>
                  </a:lnTo>
                  <a:lnTo>
                    <a:pt x="24384" y="89916"/>
                  </a:lnTo>
                  <a:lnTo>
                    <a:pt x="12192" y="89916"/>
                  </a:lnTo>
                  <a:lnTo>
                    <a:pt x="3048" y="89916"/>
                  </a:lnTo>
                  <a:lnTo>
                    <a:pt x="0" y="89916"/>
                  </a:lnTo>
                  <a:lnTo>
                    <a:pt x="12192" y="82296"/>
                  </a:lnTo>
                  <a:lnTo>
                    <a:pt x="38100" y="73152"/>
                  </a:lnTo>
                  <a:lnTo>
                    <a:pt x="73152" y="64008"/>
                  </a:lnTo>
                  <a:lnTo>
                    <a:pt x="111252" y="56388"/>
                  </a:lnTo>
                  <a:lnTo>
                    <a:pt x="167640" y="51816"/>
                  </a:lnTo>
                  <a:lnTo>
                    <a:pt x="236219" y="47244"/>
                  </a:lnTo>
                  <a:lnTo>
                    <a:pt x="292608" y="47244"/>
                  </a:lnTo>
                  <a:lnTo>
                    <a:pt x="361188" y="47244"/>
                  </a:lnTo>
                  <a:lnTo>
                    <a:pt x="441960" y="47244"/>
                  </a:lnTo>
                  <a:lnTo>
                    <a:pt x="502920" y="47244"/>
                  </a:lnTo>
                  <a:lnTo>
                    <a:pt x="597408" y="51816"/>
                  </a:lnTo>
                  <a:lnTo>
                    <a:pt x="675131" y="51816"/>
                  </a:lnTo>
                  <a:lnTo>
                    <a:pt x="743711" y="51816"/>
                  </a:lnTo>
                  <a:lnTo>
                    <a:pt x="838200" y="47244"/>
                  </a:lnTo>
                  <a:lnTo>
                    <a:pt x="894588" y="47244"/>
                  </a:lnTo>
                  <a:lnTo>
                    <a:pt x="955548" y="47244"/>
                  </a:lnTo>
                  <a:lnTo>
                    <a:pt x="1019556" y="42672"/>
                  </a:lnTo>
                  <a:lnTo>
                    <a:pt x="1078992" y="38100"/>
                  </a:lnTo>
                  <a:lnTo>
                    <a:pt x="1114044" y="35052"/>
                  </a:lnTo>
                  <a:lnTo>
                    <a:pt x="1149096" y="35052"/>
                  </a:lnTo>
                  <a:lnTo>
                    <a:pt x="1178052" y="30480"/>
                  </a:lnTo>
                  <a:lnTo>
                    <a:pt x="1203960" y="30480"/>
                  </a:lnTo>
                  <a:lnTo>
                    <a:pt x="1222248" y="30480"/>
                  </a:lnTo>
                  <a:lnTo>
                    <a:pt x="1229867" y="30480"/>
                  </a:lnTo>
                  <a:lnTo>
                    <a:pt x="1239011" y="30480"/>
                  </a:lnTo>
                  <a:lnTo>
                    <a:pt x="1234440" y="25908"/>
                  </a:lnTo>
                  <a:lnTo>
                    <a:pt x="1229867" y="21336"/>
                  </a:lnTo>
                  <a:lnTo>
                    <a:pt x="1226819" y="16764"/>
                  </a:lnTo>
                  <a:lnTo>
                    <a:pt x="1229867" y="12192"/>
                  </a:lnTo>
                  <a:lnTo>
                    <a:pt x="1239011" y="9144"/>
                  </a:lnTo>
                  <a:lnTo>
                    <a:pt x="1252727" y="4572"/>
                  </a:lnTo>
                  <a:lnTo>
                    <a:pt x="1264919" y="0"/>
                  </a:lnTo>
                  <a:lnTo>
                    <a:pt x="1277111" y="0"/>
                  </a:lnTo>
                  <a:lnTo>
                    <a:pt x="1290827" y="0"/>
                  </a:lnTo>
                  <a:lnTo>
                    <a:pt x="1299972" y="4572"/>
                  </a:lnTo>
                  <a:lnTo>
                    <a:pt x="1307591" y="9144"/>
                  </a:lnTo>
                  <a:lnTo>
                    <a:pt x="1312164" y="16764"/>
                  </a:lnTo>
                  <a:lnTo>
                    <a:pt x="1312164" y="38100"/>
                  </a:lnTo>
                  <a:lnTo>
                    <a:pt x="1303019" y="68580"/>
                  </a:lnTo>
                  <a:lnTo>
                    <a:pt x="1290827" y="99060"/>
                  </a:lnTo>
                  <a:lnTo>
                    <a:pt x="1274063" y="124968"/>
                  </a:lnTo>
                  <a:lnTo>
                    <a:pt x="1260348" y="143256"/>
                  </a:lnTo>
                  <a:lnTo>
                    <a:pt x="1252727" y="155448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361431" y="5285232"/>
              <a:ext cx="276225" cy="494030"/>
            </a:xfrm>
            <a:custGeom>
              <a:avLst/>
              <a:gdLst/>
              <a:ahLst/>
              <a:cxnLst/>
              <a:rect l="l" t="t" r="r" b="b"/>
              <a:pathLst>
                <a:path w="276225" h="494029">
                  <a:moveTo>
                    <a:pt x="163068" y="0"/>
                  </a:moveTo>
                  <a:lnTo>
                    <a:pt x="160020" y="4572"/>
                  </a:lnTo>
                  <a:lnTo>
                    <a:pt x="155448" y="13716"/>
                  </a:lnTo>
                  <a:lnTo>
                    <a:pt x="150876" y="16764"/>
                  </a:lnTo>
                  <a:lnTo>
                    <a:pt x="146304" y="25908"/>
                  </a:lnTo>
                  <a:lnTo>
                    <a:pt x="141732" y="35052"/>
                  </a:lnTo>
                  <a:lnTo>
                    <a:pt x="137160" y="47244"/>
                  </a:lnTo>
                  <a:lnTo>
                    <a:pt x="129540" y="65532"/>
                  </a:lnTo>
                  <a:lnTo>
                    <a:pt x="120396" y="82296"/>
                  </a:lnTo>
                  <a:lnTo>
                    <a:pt x="111252" y="108204"/>
                  </a:lnTo>
                  <a:lnTo>
                    <a:pt x="103632" y="143256"/>
                  </a:lnTo>
                  <a:lnTo>
                    <a:pt x="89916" y="181356"/>
                  </a:lnTo>
                  <a:lnTo>
                    <a:pt x="77724" y="225551"/>
                  </a:lnTo>
                  <a:lnTo>
                    <a:pt x="60960" y="277368"/>
                  </a:lnTo>
                  <a:lnTo>
                    <a:pt x="42672" y="333756"/>
                  </a:lnTo>
                  <a:lnTo>
                    <a:pt x="30480" y="371856"/>
                  </a:lnTo>
                  <a:lnTo>
                    <a:pt x="16764" y="411480"/>
                  </a:lnTo>
                  <a:lnTo>
                    <a:pt x="9144" y="437387"/>
                  </a:lnTo>
                  <a:lnTo>
                    <a:pt x="4572" y="449580"/>
                  </a:lnTo>
                  <a:lnTo>
                    <a:pt x="0" y="463295"/>
                  </a:lnTo>
                  <a:lnTo>
                    <a:pt x="0" y="475487"/>
                  </a:lnTo>
                  <a:lnTo>
                    <a:pt x="4572" y="484632"/>
                  </a:lnTo>
                  <a:lnTo>
                    <a:pt x="9144" y="489204"/>
                  </a:lnTo>
                  <a:lnTo>
                    <a:pt x="16764" y="493776"/>
                  </a:lnTo>
                  <a:lnTo>
                    <a:pt x="35052" y="493776"/>
                  </a:lnTo>
                  <a:lnTo>
                    <a:pt x="56388" y="489204"/>
                  </a:lnTo>
                  <a:lnTo>
                    <a:pt x="85344" y="475487"/>
                  </a:lnTo>
                  <a:lnTo>
                    <a:pt x="124968" y="463295"/>
                  </a:lnTo>
                  <a:lnTo>
                    <a:pt x="163068" y="446532"/>
                  </a:lnTo>
                  <a:lnTo>
                    <a:pt x="224028" y="406908"/>
                  </a:lnTo>
                  <a:lnTo>
                    <a:pt x="262128" y="371856"/>
                  </a:lnTo>
                  <a:lnTo>
                    <a:pt x="275844" y="355091"/>
                  </a:lnTo>
                </a:path>
              </a:pathLst>
            </a:custGeom>
            <a:ln w="198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637275" y="5548884"/>
              <a:ext cx="52069" cy="321945"/>
            </a:xfrm>
            <a:custGeom>
              <a:avLst/>
              <a:gdLst/>
              <a:ahLst/>
              <a:cxnLst/>
              <a:rect l="l" t="t" r="r" b="b"/>
              <a:pathLst>
                <a:path w="52070" h="321945">
                  <a:moveTo>
                    <a:pt x="25908" y="0"/>
                  </a:moveTo>
                  <a:lnTo>
                    <a:pt x="21336" y="0"/>
                  </a:lnTo>
                  <a:lnTo>
                    <a:pt x="16764" y="0"/>
                  </a:lnTo>
                  <a:lnTo>
                    <a:pt x="12192" y="4572"/>
                  </a:lnTo>
                  <a:lnTo>
                    <a:pt x="12192" y="9144"/>
                  </a:lnTo>
                  <a:lnTo>
                    <a:pt x="12192" y="25908"/>
                  </a:lnTo>
                  <a:lnTo>
                    <a:pt x="16764" y="44195"/>
                  </a:lnTo>
                  <a:lnTo>
                    <a:pt x="21336" y="70104"/>
                  </a:lnTo>
                  <a:lnTo>
                    <a:pt x="30480" y="96012"/>
                  </a:lnTo>
                  <a:lnTo>
                    <a:pt x="38100" y="117348"/>
                  </a:lnTo>
                  <a:lnTo>
                    <a:pt x="42672" y="138684"/>
                  </a:lnTo>
                  <a:lnTo>
                    <a:pt x="47244" y="156972"/>
                  </a:lnTo>
                  <a:lnTo>
                    <a:pt x="51816" y="173736"/>
                  </a:lnTo>
                  <a:lnTo>
                    <a:pt x="51816" y="195072"/>
                  </a:lnTo>
                  <a:lnTo>
                    <a:pt x="47244" y="220980"/>
                  </a:lnTo>
                  <a:lnTo>
                    <a:pt x="38100" y="243840"/>
                  </a:lnTo>
                  <a:lnTo>
                    <a:pt x="30480" y="269748"/>
                  </a:lnTo>
                  <a:lnTo>
                    <a:pt x="21336" y="291083"/>
                  </a:lnTo>
                  <a:lnTo>
                    <a:pt x="12192" y="307848"/>
                  </a:lnTo>
                  <a:lnTo>
                    <a:pt x="4572" y="316991"/>
                  </a:lnTo>
                  <a:lnTo>
                    <a:pt x="0" y="321563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826251" y="5372100"/>
              <a:ext cx="577850" cy="527685"/>
            </a:xfrm>
            <a:custGeom>
              <a:avLst/>
              <a:gdLst/>
              <a:ahLst/>
              <a:cxnLst/>
              <a:rect l="l" t="t" r="r" b="b"/>
              <a:pathLst>
                <a:path w="577850" h="527685">
                  <a:moveTo>
                    <a:pt x="0" y="527304"/>
                  </a:moveTo>
                  <a:lnTo>
                    <a:pt x="0" y="524256"/>
                  </a:lnTo>
                  <a:lnTo>
                    <a:pt x="4572" y="498348"/>
                  </a:lnTo>
                  <a:lnTo>
                    <a:pt x="9144" y="458724"/>
                  </a:lnTo>
                  <a:lnTo>
                    <a:pt x="18288" y="411480"/>
                  </a:lnTo>
                  <a:lnTo>
                    <a:pt x="25908" y="355092"/>
                  </a:lnTo>
                  <a:lnTo>
                    <a:pt x="35052" y="303276"/>
                  </a:lnTo>
                  <a:lnTo>
                    <a:pt x="42672" y="256032"/>
                  </a:lnTo>
                  <a:lnTo>
                    <a:pt x="51816" y="216408"/>
                  </a:lnTo>
                  <a:lnTo>
                    <a:pt x="64008" y="172212"/>
                  </a:lnTo>
                  <a:lnTo>
                    <a:pt x="77724" y="129540"/>
                  </a:lnTo>
                  <a:lnTo>
                    <a:pt x="103632" y="68580"/>
                  </a:lnTo>
                  <a:lnTo>
                    <a:pt x="134112" y="30480"/>
                  </a:lnTo>
                  <a:lnTo>
                    <a:pt x="160019" y="9143"/>
                  </a:lnTo>
                  <a:lnTo>
                    <a:pt x="172211" y="0"/>
                  </a:lnTo>
                  <a:lnTo>
                    <a:pt x="181356" y="0"/>
                  </a:lnTo>
                  <a:lnTo>
                    <a:pt x="188976" y="4572"/>
                  </a:lnTo>
                  <a:lnTo>
                    <a:pt x="214883" y="42672"/>
                  </a:lnTo>
                  <a:lnTo>
                    <a:pt x="236219" y="112776"/>
                  </a:lnTo>
                  <a:lnTo>
                    <a:pt x="240792" y="155448"/>
                  </a:lnTo>
                  <a:lnTo>
                    <a:pt x="240792" y="198120"/>
                  </a:lnTo>
                  <a:lnTo>
                    <a:pt x="240792" y="237744"/>
                  </a:lnTo>
                  <a:lnTo>
                    <a:pt x="240792" y="268224"/>
                  </a:lnTo>
                  <a:lnTo>
                    <a:pt x="240792" y="289560"/>
                  </a:lnTo>
                  <a:lnTo>
                    <a:pt x="236219" y="303276"/>
                  </a:lnTo>
                  <a:lnTo>
                    <a:pt x="236219" y="310896"/>
                  </a:lnTo>
                  <a:lnTo>
                    <a:pt x="236219" y="315468"/>
                  </a:lnTo>
                  <a:lnTo>
                    <a:pt x="240792" y="307848"/>
                  </a:lnTo>
                  <a:lnTo>
                    <a:pt x="245364" y="284988"/>
                  </a:lnTo>
                  <a:lnTo>
                    <a:pt x="259080" y="256032"/>
                  </a:lnTo>
                  <a:lnTo>
                    <a:pt x="271272" y="224028"/>
                  </a:lnTo>
                  <a:lnTo>
                    <a:pt x="288036" y="185928"/>
                  </a:lnTo>
                  <a:lnTo>
                    <a:pt x="310895" y="146304"/>
                  </a:lnTo>
                  <a:lnTo>
                    <a:pt x="332232" y="112776"/>
                  </a:lnTo>
                  <a:lnTo>
                    <a:pt x="353567" y="82296"/>
                  </a:lnTo>
                  <a:lnTo>
                    <a:pt x="370332" y="56388"/>
                  </a:lnTo>
                  <a:lnTo>
                    <a:pt x="384048" y="38100"/>
                  </a:lnTo>
                  <a:lnTo>
                    <a:pt x="396239" y="25908"/>
                  </a:lnTo>
                  <a:lnTo>
                    <a:pt x="409956" y="16764"/>
                  </a:lnTo>
                  <a:lnTo>
                    <a:pt x="417576" y="12191"/>
                  </a:lnTo>
                  <a:lnTo>
                    <a:pt x="422148" y="9143"/>
                  </a:lnTo>
                  <a:lnTo>
                    <a:pt x="431291" y="9143"/>
                  </a:lnTo>
                  <a:lnTo>
                    <a:pt x="434339" y="12191"/>
                  </a:lnTo>
                  <a:lnTo>
                    <a:pt x="443484" y="21336"/>
                  </a:lnTo>
                  <a:lnTo>
                    <a:pt x="448056" y="42672"/>
                  </a:lnTo>
                  <a:lnTo>
                    <a:pt x="452628" y="73152"/>
                  </a:lnTo>
                  <a:lnTo>
                    <a:pt x="455676" y="112776"/>
                  </a:lnTo>
                  <a:lnTo>
                    <a:pt x="455676" y="150876"/>
                  </a:lnTo>
                  <a:lnTo>
                    <a:pt x="455676" y="195072"/>
                  </a:lnTo>
                  <a:lnTo>
                    <a:pt x="455676" y="233172"/>
                  </a:lnTo>
                  <a:lnTo>
                    <a:pt x="455676" y="263652"/>
                  </a:lnTo>
                  <a:lnTo>
                    <a:pt x="455676" y="281940"/>
                  </a:lnTo>
                  <a:lnTo>
                    <a:pt x="455676" y="294132"/>
                  </a:lnTo>
                  <a:lnTo>
                    <a:pt x="455676" y="303276"/>
                  </a:lnTo>
                  <a:lnTo>
                    <a:pt x="455676" y="307848"/>
                  </a:lnTo>
                  <a:lnTo>
                    <a:pt x="460248" y="307848"/>
                  </a:lnTo>
                  <a:lnTo>
                    <a:pt x="469391" y="303276"/>
                  </a:lnTo>
                  <a:lnTo>
                    <a:pt x="478536" y="294132"/>
                  </a:lnTo>
                  <a:lnTo>
                    <a:pt x="490728" y="284988"/>
                  </a:lnTo>
                  <a:lnTo>
                    <a:pt x="504443" y="277368"/>
                  </a:lnTo>
                  <a:lnTo>
                    <a:pt x="516636" y="268224"/>
                  </a:lnTo>
                  <a:lnTo>
                    <a:pt x="530352" y="256032"/>
                  </a:lnTo>
                  <a:lnTo>
                    <a:pt x="542543" y="246888"/>
                  </a:lnTo>
                  <a:lnTo>
                    <a:pt x="551687" y="237744"/>
                  </a:lnTo>
                  <a:lnTo>
                    <a:pt x="559308" y="233172"/>
                  </a:lnTo>
                  <a:lnTo>
                    <a:pt x="563880" y="233172"/>
                  </a:lnTo>
                  <a:lnTo>
                    <a:pt x="568452" y="233172"/>
                  </a:lnTo>
                  <a:lnTo>
                    <a:pt x="573024" y="237744"/>
                  </a:lnTo>
                  <a:lnTo>
                    <a:pt x="577595" y="246888"/>
                  </a:lnTo>
                  <a:lnTo>
                    <a:pt x="577595" y="263652"/>
                  </a:lnTo>
                  <a:lnTo>
                    <a:pt x="577595" y="284988"/>
                  </a:lnTo>
                  <a:lnTo>
                    <a:pt x="577595" y="307848"/>
                  </a:lnTo>
                  <a:lnTo>
                    <a:pt x="573024" y="329184"/>
                  </a:lnTo>
                  <a:lnTo>
                    <a:pt x="573024" y="350520"/>
                  </a:lnTo>
                  <a:lnTo>
                    <a:pt x="573024" y="371856"/>
                  </a:lnTo>
                  <a:lnTo>
                    <a:pt x="573024" y="385572"/>
                  </a:lnTo>
                  <a:lnTo>
                    <a:pt x="573024" y="394716"/>
                  </a:lnTo>
                  <a:lnTo>
                    <a:pt x="577595" y="38862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8891015" y="5329428"/>
              <a:ext cx="44450" cy="306705"/>
            </a:xfrm>
            <a:custGeom>
              <a:avLst/>
              <a:gdLst/>
              <a:ahLst/>
              <a:cxnLst/>
              <a:rect l="l" t="t" r="r" b="b"/>
              <a:pathLst>
                <a:path w="44450" h="306704">
                  <a:moveTo>
                    <a:pt x="25907" y="0"/>
                  </a:moveTo>
                  <a:lnTo>
                    <a:pt x="25907" y="3048"/>
                  </a:lnTo>
                  <a:lnTo>
                    <a:pt x="25907" y="12192"/>
                  </a:lnTo>
                  <a:lnTo>
                    <a:pt x="22859" y="28956"/>
                  </a:lnTo>
                  <a:lnTo>
                    <a:pt x="18287" y="59436"/>
                  </a:lnTo>
                  <a:lnTo>
                    <a:pt x="13715" y="94488"/>
                  </a:lnTo>
                  <a:lnTo>
                    <a:pt x="9143" y="124968"/>
                  </a:lnTo>
                  <a:lnTo>
                    <a:pt x="4571" y="155448"/>
                  </a:lnTo>
                  <a:lnTo>
                    <a:pt x="0" y="185928"/>
                  </a:lnTo>
                  <a:lnTo>
                    <a:pt x="0" y="214883"/>
                  </a:lnTo>
                  <a:lnTo>
                    <a:pt x="0" y="245364"/>
                  </a:lnTo>
                  <a:lnTo>
                    <a:pt x="0" y="266700"/>
                  </a:lnTo>
                  <a:lnTo>
                    <a:pt x="4571" y="284988"/>
                  </a:lnTo>
                  <a:lnTo>
                    <a:pt x="9143" y="298704"/>
                  </a:lnTo>
                  <a:lnTo>
                    <a:pt x="9143" y="301752"/>
                  </a:lnTo>
                  <a:lnTo>
                    <a:pt x="9143" y="306323"/>
                  </a:lnTo>
                  <a:lnTo>
                    <a:pt x="18287" y="301752"/>
                  </a:lnTo>
                  <a:lnTo>
                    <a:pt x="30479" y="289559"/>
                  </a:lnTo>
                  <a:lnTo>
                    <a:pt x="44195" y="272795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135617" y="5214366"/>
              <a:ext cx="153924" cy="71627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9038843" y="5219700"/>
              <a:ext cx="248920" cy="382905"/>
            </a:xfrm>
            <a:custGeom>
              <a:avLst/>
              <a:gdLst/>
              <a:ahLst/>
              <a:cxnLst/>
              <a:rect l="l" t="t" r="r" b="b"/>
              <a:pathLst>
                <a:path w="248920" h="382904">
                  <a:moveTo>
                    <a:pt x="50292" y="0"/>
                  </a:moveTo>
                  <a:lnTo>
                    <a:pt x="45720" y="9144"/>
                  </a:lnTo>
                  <a:lnTo>
                    <a:pt x="42672" y="22859"/>
                  </a:lnTo>
                  <a:lnTo>
                    <a:pt x="33528" y="35052"/>
                  </a:lnTo>
                  <a:lnTo>
                    <a:pt x="25908" y="48768"/>
                  </a:lnTo>
                  <a:lnTo>
                    <a:pt x="16764" y="60960"/>
                  </a:lnTo>
                  <a:lnTo>
                    <a:pt x="12192" y="79248"/>
                  </a:lnTo>
                  <a:lnTo>
                    <a:pt x="7620" y="96012"/>
                  </a:lnTo>
                  <a:lnTo>
                    <a:pt x="3048" y="112775"/>
                  </a:lnTo>
                  <a:lnTo>
                    <a:pt x="0" y="131064"/>
                  </a:lnTo>
                  <a:lnTo>
                    <a:pt x="0" y="147828"/>
                  </a:lnTo>
                  <a:lnTo>
                    <a:pt x="0" y="161543"/>
                  </a:lnTo>
                  <a:lnTo>
                    <a:pt x="0" y="173736"/>
                  </a:lnTo>
                  <a:lnTo>
                    <a:pt x="0" y="187452"/>
                  </a:lnTo>
                  <a:lnTo>
                    <a:pt x="3048" y="195072"/>
                  </a:lnTo>
                  <a:lnTo>
                    <a:pt x="3048" y="199643"/>
                  </a:lnTo>
                  <a:lnTo>
                    <a:pt x="7620" y="204216"/>
                  </a:lnTo>
                  <a:lnTo>
                    <a:pt x="12192" y="204216"/>
                  </a:lnTo>
                  <a:lnTo>
                    <a:pt x="21336" y="204216"/>
                  </a:lnTo>
                  <a:lnTo>
                    <a:pt x="33528" y="199643"/>
                  </a:lnTo>
                  <a:lnTo>
                    <a:pt x="45720" y="195072"/>
                  </a:lnTo>
                  <a:lnTo>
                    <a:pt x="64008" y="190500"/>
                  </a:lnTo>
                  <a:lnTo>
                    <a:pt x="85344" y="187452"/>
                  </a:lnTo>
                  <a:lnTo>
                    <a:pt x="106680" y="187452"/>
                  </a:lnTo>
                  <a:lnTo>
                    <a:pt x="128016" y="187452"/>
                  </a:lnTo>
                  <a:lnTo>
                    <a:pt x="149352" y="190500"/>
                  </a:lnTo>
                  <a:lnTo>
                    <a:pt x="167640" y="195072"/>
                  </a:lnTo>
                  <a:lnTo>
                    <a:pt x="184404" y="204216"/>
                  </a:lnTo>
                  <a:lnTo>
                    <a:pt x="201168" y="213359"/>
                  </a:lnTo>
                  <a:lnTo>
                    <a:pt x="214884" y="220980"/>
                  </a:lnTo>
                  <a:lnTo>
                    <a:pt x="222504" y="230124"/>
                  </a:lnTo>
                  <a:lnTo>
                    <a:pt x="231648" y="243840"/>
                  </a:lnTo>
                  <a:lnTo>
                    <a:pt x="240792" y="256031"/>
                  </a:lnTo>
                  <a:lnTo>
                    <a:pt x="243840" y="269748"/>
                  </a:lnTo>
                  <a:lnTo>
                    <a:pt x="248411" y="281940"/>
                  </a:lnTo>
                  <a:lnTo>
                    <a:pt x="248411" y="295656"/>
                  </a:lnTo>
                  <a:lnTo>
                    <a:pt x="243840" y="307848"/>
                  </a:lnTo>
                  <a:lnTo>
                    <a:pt x="240792" y="324612"/>
                  </a:lnTo>
                  <a:lnTo>
                    <a:pt x="231648" y="338328"/>
                  </a:lnTo>
                  <a:lnTo>
                    <a:pt x="219456" y="350519"/>
                  </a:lnTo>
                  <a:lnTo>
                    <a:pt x="201168" y="364236"/>
                  </a:lnTo>
                  <a:lnTo>
                    <a:pt x="184404" y="373380"/>
                  </a:lnTo>
                  <a:lnTo>
                    <a:pt x="167640" y="376428"/>
                  </a:lnTo>
                  <a:lnTo>
                    <a:pt x="149352" y="382523"/>
                  </a:lnTo>
                  <a:lnTo>
                    <a:pt x="132588" y="382523"/>
                  </a:lnTo>
                  <a:lnTo>
                    <a:pt x="115824" y="382523"/>
                  </a:lnTo>
                  <a:lnTo>
                    <a:pt x="97536" y="376428"/>
                  </a:lnTo>
                  <a:lnTo>
                    <a:pt x="85344" y="373380"/>
                  </a:lnTo>
                </a:path>
              </a:pathLst>
            </a:custGeom>
            <a:ln w="1981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031985" y="5214366"/>
              <a:ext cx="213359" cy="64008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676649" y="5214365"/>
              <a:ext cx="5681471" cy="182575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33156" y="705248"/>
            <a:ext cx="68008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Protection</a:t>
            </a:r>
            <a:r>
              <a:rPr spc="-95" dirty="0"/>
              <a:t> </a:t>
            </a:r>
            <a:r>
              <a:rPr spc="-5" dirty="0"/>
              <a:t>Provisioning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997" y="2229174"/>
            <a:ext cx="7393305" cy="4356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407034" indent="-342900">
              <a:lnSpc>
                <a:spcPct val="100000"/>
              </a:lnSpc>
              <a:spcBef>
                <a:spcPts val="95"/>
              </a:spcBef>
              <a:buClr>
                <a:srgbClr val="BAAAE2"/>
              </a:buClr>
              <a:buChar char="•"/>
              <a:tabLst>
                <a:tab pos="355600" algn="l"/>
              </a:tabLst>
            </a:pP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Protection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for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 all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10" dirty="0">
                <a:solidFill>
                  <a:srgbClr val="2F1F57"/>
                </a:solidFill>
                <a:latin typeface="Candara"/>
                <a:cs typeface="Candara"/>
              </a:rPr>
              <a:t>types</a:t>
            </a:r>
            <a:r>
              <a:rPr sz="28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8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the organizational </a:t>
            </a:r>
            <a:r>
              <a:rPr sz="2800" spc="-59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spc="-5" dirty="0">
                <a:solidFill>
                  <a:srgbClr val="2F1F57"/>
                </a:solidFill>
                <a:latin typeface="Candara"/>
                <a:cs typeface="Candara"/>
              </a:rPr>
              <a:t>assets:</a:t>
            </a:r>
            <a:endParaRPr sz="2800">
              <a:latin typeface="Candara"/>
              <a:cs typeface="Candara"/>
            </a:endParaRPr>
          </a:p>
          <a:p>
            <a:pPr marL="697865" marR="1085215" lvl="1" indent="-337185">
              <a:lnSpc>
                <a:spcPct val="100000"/>
              </a:lnSpc>
              <a:spcBef>
                <a:spcPts val="620"/>
              </a:spcBef>
              <a:buFont typeface="Candara"/>
              <a:buChar char="•"/>
              <a:tabLst>
                <a:tab pos="698500" algn="l"/>
              </a:tabLst>
            </a:pPr>
            <a:r>
              <a:rPr sz="2600" b="1" dirty="0">
                <a:solidFill>
                  <a:srgbClr val="2F1F57"/>
                </a:solidFill>
                <a:latin typeface="Candara"/>
                <a:cs typeface="Candara"/>
              </a:rPr>
              <a:t>Financial </a:t>
            </a:r>
            <a:r>
              <a:rPr sz="2600" b="1" spc="-5" dirty="0">
                <a:solidFill>
                  <a:srgbClr val="2F1F57"/>
                </a:solidFill>
                <a:latin typeface="Candara"/>
                <a:cs typeface="Candara"/>
              </a:rPr>
              <a:t>Assets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are 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taken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care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of </a:t>
            </a:r>
            <a:r>
              <a:rPr sz="2600" spc="5" dirty="0">
                <a:solidFill>
                  <a:srgbClr val="2F1F57"/>
                </a:solidFill>
                <a:latin typeface="Candara"/>
                <a:cs typeface="Candara"/>
              </a:rPr>
              <a:t>by the </a:t>
            </a:r>
            <a:r>
              <a:rPr sz="2600" spc="-5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Finance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Department</a:t>
            </a:r>
            <a:endParaRPr sz="2600">
              <a:latin typeface="Candara"/>
              <a:cs typeface="Candara"/>
            </a:endParaRPr>
          </a:p>
          <a:p>
            <a:pPr marL="697865" marR="478155" lvl="1" indent="-337185">
              <a:lnSpc>
                <a:spcPct val="100000"/>
              </a:lnSpc>
              <a:spcBef>
                <a:spcPts val="600"/>
              </a:spcBef>
              <a:buFont typeface="Candara"/>
              <a:buChar char="•"/>
              <a:tabLst>
                <a:tab pos="698500" algn="l"/>
              </a:tabLst>
            </a:pPr>
            <a:r>
              <a:rPr sz="2600" b="1" dirty="0">
                <a:solidFill>
                  <a:srgbClr val="2F1F57"/>
                </a:solidFill>
                <a:latin typeface="Candara"/>
                <a:cs typeface="Candara"/>
              </a:rPr>
              <a:t>Human</a:t>
            </a:r>
            <a:r>
              <a:rPr sz="2600" b="1" spc="-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b="1" dirty="0">
                <a:solidFill>
                  <a:srgbClr val="2F1F57"/>
                </a:solidFill>
                <a:latin typeface="Candara"/>
                <a:cs typeface="Candara"/>
              </a:rPr>
              <a:t>Resource</a:t>
            </a:r>
            <a:r>
              <a:rPr sz="2600" b="1" spc="-5" dirty="0">
                <a:solidFill>
                  <a:srgbClr val="2F1F57"/>
                </a:solidFill>
                <a:latin typeface="Candara"/>
                <a:cs typeface="Candara"/>
              </a:rPr>
              <a:t> Assets</a:t>
            </a:r>
            <a:r>
              <a:rPr sz="2600" b="1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are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taken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 care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6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5" dirty="0">
                <a:solidFill>
                  <a:srgbClr val="2F1F57"/>
                </a:solidFill>
                <a:latin typeface="Candara"/>
                <a:cs typeface="Candara"/>
              </a:rPr>
              <a:t>by </a:t>
            </a:r>
            <a:r>
              <a:rPr sz="2600" spc="-54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HR</a:t>
            </a:r>
            <a:r>
              <a:rPr sz="26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Department</a:t>
            </a:r>
            <a:endParaRPr sz="2600">
              <a:latin typeface="Candara"/>
              <a:cs typeface="Candara"/>
            </a:endParaRPr>
          </a:p>
          <a:p>
            <a:pPr marL="697865" marR="5080" lvl="1" indent="-337185">
              <a:lnSpc>
                <a:spcPct val="100000"/>
              </a:lnSpc>
              <a:spcBef>
                <a:spcPts val="600"/>
              </a:spcBef>
              <a:buFont typeface="Candara"/>
              <a:buChar char="•"/>
              <a:tabLst>
                <a:tab pos="698500" algn="l"/>
              </a:tabLst>
            </a:pPr>
            <a:r>
              <a:rPr sz="2600" b="1" dirty="0">
                <a:solidFill>
                  <a:srgbClr val="2F1F57"/>
                </a:solidFill>
                <a:latin typeface="Candara"/>
                <a:cs typeface="Candara"/>
              </a:rPr>
              <a:t>Physical</a:t>
            </a:r>
            <a:r>
              <a:rPr sz="2600" b="1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b="1" dirty="0">
                <a:solidFill>
                  <a:srgbClr val="2F1F57"/>
                </a:solidFill>
                <a:latin typeface="Candara"/>
                <a:cs typeface="Candara"/>
              </a:rPr>
              <a:t>Assets</a:t>
            </a:r>
            <a:r>
              <a:rPr sz="2600" b="1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are taken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 care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5" dirty="0">
                <a:solidFill>
                  <a:srgbClr val="2F1F57"/>
                </a:solidFill>
                <a:latin typeface="Candara"/>
                <a:cs typeface="Candara"/>
              </a:rPr>
              <a:t>by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the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Physical </a:t>
            </a:r>
            <a:r>
              <a:rPr sz="2600" spc="-54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Security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Department</a:t>
            </a:r>
            <a:endParaRPr sz="2600">
              <a:latin typeface="Candara"/>
              <a:cs typeface="Candara"/>
            </a:endParaRPr>
          </a:p>
          <a:p>
            <a:pPr marL="697865" marR="624840" lvl="1" indent="-337185">
              <a:lnSpc>
                <a:spcPct val="100000"/>
              </a:lnSpc>
              <a:spcBef>
                <a:spcPts val="600"/>
              </a:spcBef>
              <a:buFont typeface="Candara"/>
              <a:buChar char="•"/>
              <a:tabLst>
                <a:tab pos="698500" algn="l"/>
              </a:tabLst>
            </a:pPr>
            <a:r>
              <a:rPr sz="2600" b="1" dirty="0">
                <a:solidFill>
                  <a:srgbClr val="2F1F57"/>
                </a:solidFill>
                <a:latin typeface="Candara"/>
                <a:cs typeface="Candara"/>
              </a:rPr>
              <a:t>Information </a:t>
            </a:r>
            <a:r>
              <a:rPr sz="2600" b="1" spc="-5" dirty="0">
                <a:solidFill>
                  <a:srgbClr val="2F1F57"/>
                </a:solidFill>
                <a:latin typeface="Candara"/>
                <a:cs typeface="Candara"/>
              </a:rPr>
              <a:t>Assets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are </a:t>
            </a:r>
            <a:r>
              <a:rPr sz="2600" spc="-10" dirty="0">
                <a:solidFill>
                  <a:srgbClr val="2F1F57"/>
                </a:solidFill>
                <a:latin typeface="Candara"/>
                <a:cs typeface="Candara"/>
              </a:rPr>
              <a:t>taken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care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of </a:t>
            </a:r>
            <a:r>
              <a:rPr sz="2600" spc="5" dirty="0">
                <a:solidFill>
                  <a:srgbClr val="2F1F57"/>
                </a:solidFill>
                <a:latin typeface="Candara"/>
                <a:cs typeface="Candara"/>
              </a:rPr>
              <a:t>by the </a:t>
            </a:r>
            <a:r>
              <a:rPr sz="2600" spc="-5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FF0000"/>
                </a:solidFill>
                <a:latin typeface="Candara"/>
                <a:cs typeface="Candara"/>
              </a:rPr>
              <a:t>Information</a:t>
            </a:r>
            <a:r>
              <a:rPr sz="2600" spc="-55" dirty="0">
                <a:solidFill>
                  <a:srgbClr val="FF0000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FF0000"/>
                </a:solidFill>
                <a:latin typeface="Candara"/>
                <a:cs typeface="Candara"/>
              </a:rPr>
              <a:t>Security</a:t>
            </a:r>
            <a:r>
              <a:rPr sz="2600" spc="-10" dirty="0">
                <a:solidFill>
                  <a:srgbClr val="FF0000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FF0000"/>
                </a:solidFill>
                <a:latin typeface="Candara"/>
                <a:cs typeface="Candara"/>
              </a:rPr>
              <a:t>Department</a:t>
            </a:r>
            <a:endParaRPr sz="26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555371" y="705248"/>
            <a:ext cx="496252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Security</a:t>
            </a:r>
            <a:r>
              <a:rPr spc="-65" dirty="0"/>
              <a:t> </a:t>
            </a:r>
            <a:r>
              <a:rPr dirty="0"/>
              <a:t>Controls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37516" y="1811481"/>
            <a:ext cx="7830184" cy="2769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NIST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SP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800-53r4,</a:t>
            </a:r>
            <a:r>
              <a:rPr sz="2400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2015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NIST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SP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800-53r5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marR="5080" indent="-342900">
              <a:lnSpc>
                <a:spcPct val="100000"/>
              </a:lnSpc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Security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and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Privacy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Controls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for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Information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Systems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and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Organizations</a:t>
            </a:r>
            <a:endParaRPr sz="240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BAAAE2"/>
              </a:buClr>
              <a:buChar char="•"/>
              <a:tabLst>
                <a:tab pos="354965" algn="l"/>
                <a:tab pos="355600" algn="l"/>
              </a:tabLst>
            </a:pP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20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Control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Families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with hundreds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endParaRPr sz="2400">
              <a:latin typeface="Candara"/>
              <a:cs typeface="Candar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5068" y="4607052"/>
            <a:ext cx="7924799" cy="270814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764030" marR="5080" indent="-1233170">
              <a:lnSpc>
                <a:spcPts val="6000"/>
              </a:lnSpc>
              <a:spcBef>
                <a:spcPts val="675"/>
              </a:spcBef>
            </a:pPr>
            <a:r>
              <a:rPr spc="-50" dirty="0"/>
              <a:t>Types</a:t>
            </a:r>
            <a:r>
              <a:rPr spc="-20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spc="-5" dirty="0"/>
              <a:t>Security </a:t>
            </a:r>
            <a:r>
              <a:rPr spc="-1155" dirty="0"/>
              <a:t> </a:t>
            </a:r>
            <a:r>
              <a:rPr spc="-5" dirty="0"/>
              <a:t>Controls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29997" y="2145124"/>
            <a:ext cx="7287259" cy="468376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4965" indent="-342900">
              <a:lnSpc>
                <a:spcPct val="100000"/>
              </a:lnSpc>
              <a:spcBef>
                <a:spcPts val="755"/>
              </a:spcBef>
              <a:buClr>
                <a:srgbClr val="BAAAE2"/>
              </a:buClr>
              <a:buFont typeface="Candara"/>
              <a:buChar char="•"/>
              <a:tabLst>
                <a:tab pos="355600" algn="l"/>
              </a:tabLst>
            </a:pP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Administrative</a:t>
            </a:r>
            <a:r>
              <a:rPr sz="2800" b="1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endParaRPr sz="2800">
              <a:latin typeface="Candara"/>
              <a:cs typeface="Candara"/>
            </a:endParaRPr>
          </a:p>
          <a:p>
            <a:pPr marL="697865" marR="5080" lvl="1" indent="-337185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Risk Management,</a:t>
            </a:r>
            <a:r>
              <a:rPr sz="26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Security</a:t>
            </a:r>
            <a:r>
              <a:rPr sz="26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Policy,</a:t>
            </a:r>
            <a:r>
              <a:rPr sz="26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Regulations, </a:t>
            </a:r>
            <a:r>
              <a:rPr sz="2600" spc="-54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Documentation, </a:t>
            </a:r>
            <a:r>
              <a:rPr sz="2600" spc="-15" dirty="0">
                <a:solidFill>
                  <a:srgbClr val="2F1F57"/>
                </a:solidFill>
                <a:latin typeface="Candara"/>
                <a:cs typeface="Candara"/>
              </a:rPr>
              <a:t>Trainings</a:t>
            </a:r>
            <a:endParaRPr sz="2600">
              <a:latin typeface="Candara"/>
              <a:cs typeface="Candara"/>
            </a:endParaRPr>
          </a:p>
          <a:p>
            <a:pPr lvl="1">
              <a:lnSpc>
                <a:spcPct val="100000"/>
              </a:lnSpc>
              <a:buClr>
                <a:srgbClr val="2F1F57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5600" algn="l"/>
              </a:tabLst>
            </a:pPr>
            <a:r>
              <a:rPr sz="2800" b="1" spc="-25" dirty="0">
                <a:solidFill>
                  <a:srgbClr val="2F1F57"/>
                </a:solidFill>
                <a:latin typeface="Candara"/>
                <a:cs typeface="Candara"/>
              </a:rPr>
              <a:t>Technical</a:t>
            </a:r>
            <a:r>
              <a:rPr sz="2800" b="1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endParaRPr sz="28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Software</a:t>
            </a:r>
            <a:r>
              <a:rPr sz="2600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or</a:t>
            </a:r>
            <a:r>
              <a:rPr sz="2600" spc="-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Hardware</a:t>
            </a:r>
            <a:r>
              <a:rPr sz="26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endParaRPr sz="2600">
              <a:latin typeface="Candara"/>
              <a:cs typeface="Candara"/>
            </a:endParaRPr>
          </a:p>
          <a:p>
            <a:pPr marL="698500" lvl="1" indent="-337820">
              <a:lnSpc>
                <a:spcPct val="100000"/>
              </a:lnSpc>
              <a:spcBef>
                <a:spcPts val="60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Firewall, IDS,</a:t>
            </a:r>
            <a:r>
              <a:rPr sz="2600" spc="-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Encryption,</a:t>
            </a: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 Authentication</a:t>
            </a:r>
            <a:endParaRPr sz="2600">
              <a:latin typeface="Candara"/>
              <a:cs typeface="Candara"/>
            </a:endParaRPr>
          </a:p>
          <a:p>
            <a:pPr lvl="1">
              <a:lnSpc>
                <a:spcPct val="100000"/>
              </a:lnSpc>
              <a:buClr>
                <a:srgbClr val="2F1F57"/>
              </a:buClr>
              <a:buFont typeface="Candara"/>
              <a:buChar char="•"/>
            </a:pPr>
            <a:endParaRPr sz="1950">
              <a:latin typeface="Candara"/>
              <a:cs typeface="Candara"/>
            </a:endParaRPr>
          </a:p>
          <a:p>
            <a:pPr marL="354965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5600" algn="l"/>
              </a:tabLst>
            </a:pP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Physical</a:t>
            </a:r>
            <a:r>
              <a:rPr sz="2800" b="1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800" b="1" spc="-5" dirty="0">
                <a:solidFill>
                  <a:srgbClr val="2F1F57"/>
                </a:solidFill>
                <a:latin typeface="Candara"/>
                <a:cs typeface="Candara"/>
              </a:rPr>
              <a:t>Controls</a:t>
            </a:r>
            <a:endParaRPr sz="2800">
              <a:latin typeface="Candara"/>
              <a:cs typeface="Candara"/>
            </a:endParaRPr>
          </a:p>
          <a:p>
            <a:pPr marL="697865" marR="956944" lvl="1" indent="-337185">
              <a:lnSpc>
                <a:spcPct val="100000"/>
              </a:lnSpc>
              <a:spcBef>
                <a:spcPts val="620"/>
              </a:spcBef>
              <a:buChar char="•"/>
              <a:tabLst>
                <a:tab pos="699135" algn="l"/>
              </a:tabLst>
            </a:pPr>
            <a:r>
              <a:rPr sz="2600" spc="-5" dirty="0">
                <a:solidFill>
                  <a:srgbClr val="2F1F57"/>
                </a:solidFill>
                <a:latin typeface="Candara"/>
                <a:cs typeface="Candara"/>
              </a:rPr>
              <a:t>Locks, Security Guards, Alarms, Lighting, </a:t>
            </a:r>
            <a:r>
              <a:rPr sz="2600" spc="-55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600" dirty="0">
                <a:solidFill>
                  <a:srgbClr val="2F1F57"/>
                </a:solidFill>
                <a:latin typeface="Candara"/>
                <a:cs typeface="Candara"/>
              </a:rPr>
              <a:t>Fencing</a:t>
            </a:r>
            <a:endParaRPr sz="26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761074" y="705248"/>
            <a:ext cx="65468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Control</a:t>
            </a:r>
            <a:r>
              <a:rPr spc="-25" dirty="0"/>
              <a:t> </a:t>
            </a:r>
            <a:r>
              <a:rPr spc="-5" dirty="0"/>
              <a:t>Functionalities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44076" y="1922804"/>
            <a:ext cx="7995920" cy="4780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Directive:</a:t>
            </a:r>
            <a:r>
              <a:rPr sz="2400" b="1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Specifies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acceptable</a:t>
            </a:r>
            <a:r>
              <a:rPr sz="2400" spc="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rules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behavior</a:t>
            </a:r>
            <a:endParaRPr sz="2400" dirty="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 dirty="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Deterrent:</a:t>
            </a:r>
            <a:r>
              <a:rPr sz="2400" b="1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Discourage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a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potential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attacker</a:t>
            </a:r>
            <a:endParaRPr sz="2400" dirty="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 dirty="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Detective:</a:t>
            </a:r>
            <a:r>
              <a:rPr sz="2400" b="1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Identify</a:t>
            </a:r>
            <a:r>
              <a:rPr sz="2400" spc="2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incident’s</a:t>
            </a:r>
            <a:r>
              <a:rPr sz="2400" spc="3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activities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after it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took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place</a:t>
            </a:r>
            <a:endParaRPr sz="2400" dirty="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 dirty="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Preventive: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Stop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an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incident</a:t>
            </a:r>
            <a:r>
              <a:rPr sz="24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from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occurring</a:t>
            </a:r>
            <a:endParaRPr sz="2400" dirty="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BAAAE2"/>
              </a:buClr>
              <a:buFont typeface="Candara"/>
              <a:buChar char="•"/>
            </a:pPr>
            <a:endParaRPr sz="1950" dirty="0">
              <a:latin typeface="Candara"/>
              <a:cs typeface="Candara"/>
            </a:endParaRPr>
          </a:p>
          <a:p>
            <a:pPr marL="354965" marR="66929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Recovery:</a:t>
            </a:r>
            <a:r>
              <a:rPr sz="2400" b="1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Restore</a:t>
            </a:r>
            <a:r>
              <a:rPr sz="2400" spc="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necessary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 components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to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return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to </a:t>
            </a:r>
            <a:r>
              <a:rPr sz="2400" spc="-50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normal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operations</a:t>
            </a:r>
            <a:endParaRPr sz="2400" dirty="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 dirty="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Compensating: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Alternate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for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 the</a:t>
            </a:r>
            <a:r>
              <a:rPr sz="2400" spc="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loss</a:t>
            </a:r>
            <a:r>
              <a:rPr sz="2400" spc="-4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of</a:t>
            </a:r>
            <a:r>
              <a:rPr sz="2400" spc="-2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primary</a:t>
            </a:r>
            <a:r>
              <a:rPr sz="2400" spc="-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control</a:t>
            </a:r>
            <a:endParaRPr sz="2400" dirty="0">
              <a:latin typeface="Candara"/>
              <a:cs typeface="Candar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BAAAE2"/>
              </a:buClr>
              <a:buFont typeface="Candara"/>
              <a:buChar char="•"/>
            </a:pPr>
            <a:endParaRPr sz="1950" dirty="0">
              <a:latin typeface="Candara"/>
              <a:cs typeface="Candara"/>
            </a:endParaRPr>
          </a:p>
          <a:p>
            <a:pPr marL="355600" indent="-342900">
              <a:lnSpc>
                <a:spcPct val="100000"/>
              </a:lnSpc>
              <a:buClr>
                <a:srgbClr val="BAAAE2"/>
              </a:buClr>
              <a:buFont typeface="Candara"/>
              <a:buChar char="•"/>
              <a:tabLst>
                <a:tab pos="354965" algn="l"/>
                <a:tab pos="355600" algn="l"/>
              </a:tabLst>
            </a:pPr>
            <a:r>
              <a:rPr sz="2400" b="1" spc="-5" dirty="0">
                <a:solidFill>
                  <a:srgbClr val="2F1F57"/>
                </a:solidFill>
                <a:latin typeface="Candara"/>
                <a:cs typeface="Candara"/>
              </a:rPr>
              <a:t>Corrective:</a:t>
            </a:r>
            <a:r>
              <a:rPr sz="2400" b="1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Fix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items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after an</a:t>
            </a:r>
            <a:r>
              <a:rPr sz="2400" dirty="0">
                <a:solidFill>
                  <a:srgbClr val="2F1F57"/>
                </a:solidFill>
                <a:latin typeface="Candara"/>
                <a:cs typeface="Candara"/>
              </a:rPr>
              <a:t> incident</a:t>
            </a:r>
            <a:r>
              <a:rPr sz="2400" spc="3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15" dirty="0">
                <a:solidFill>
                  <a:srgbClr val="2F1F57"/>
                </a:solidFill>
                <a:latin typeface="Candara"/>
                <a:cs typeface="Candara"/>
              </a:rPr>
              <a:t>has</a:t>
            </a:r>
            <a:r>
              <a:rPr sz="2400" spc="10" dirty="0">
                <a:solidFill>
                  <a:srgbClr val="2F1F57"/>
                </a:solidFill>
                <a:latin typeface="Candara"/>
                <a:cs typeface="Candara"/>
              </a:rPr>
              <a:t> </a:t>
            </a:r>
            <a:r>
              <a:rPr sz="2400" spc="-5" dirty="0">
                <a:solidFill>
                  <a:srgbClr val="2F1F57"/>
                </a:solidFill>
                <a:latin typeface="Candara"/>
                <a:cs typeface="Candara"/>
              </a:rPr>
              <a:t>occurred</a:t>
            </a:r>
            <a:endParaRPr sz="2400" dirty="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37944"/>
            <a:ext cx="9144000" cy="2651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004759" y="705248"/>
            <a:ext cx="40576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549525" algn="l"/>
              </a:tabLst>
            </a:pPr>
            <a:r>
              <a:rPr spc="-15" dirty="0"/>
              <a:t>D</a:t>
            </a:r>
            <a:r>
              <a:rPr spc="35" dirty="0"/>
              <a:t>e</a:t>
            </a:r>
            <a:r>
              <a:rPr spc="-50" dirty="0"/>
              <a:t>f</a:t>
            </a:r>
            <a:r>
              <a:rPr spc="35" dirty="0"/>
              <a:t>e</a:t>
            </a:r>
            <a:r>
              <a:rPr spc="-10" dirty="0"/>
              <a:t>n</a:t>
            </a:r>
            <a:r>
              <a:rPr spc="5" dirty="0"/>
              <a:t>s</a:t>
            </a:r>
            <a:r>
              <a:rPr dirty="0"/>
              <a:t>e	L</a:t>
            </a:r>
            <a:r>
              <a:rPr spc="10" dirty="0"/>
              <a:t>i</a:t>
            </a:r>
            <a:r>
              <a:rPr spc="-10" dirty="0"/>
              <a:t>n</a:t>
            </a:r>
            <a:r>
              <a:rPr spc="-20" dirty="0"/>
              <a:t>e</a:t>
            </a:r>
            <a:r>
              <a:rPr dirty="0"/>
              <a:t>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89760" y="1600200"/>
            <a:ext cx="6230111" cy="433425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43063" y="6100092"/>
            <a:ext cx="7601584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Arial"/>
                <a:cs typeface="Arial"/>
              </a:rPr>
              <a:t>Defense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Depth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spc="-5" dirty="0">
                <a:latin typeface="Arial"/>
                <a:cs typeface="Arial"/>
              </a:rPr>
              <a:t>Principle</a:t>
            </a:r>
            <a:r>
              <a:rPr sz="2000" spc="-5" dirty="0">
                <a:latin typeface="Arial MT"/>
                <a:cs typeface="Arial MT"/>
              </a:rPr>
              <a:t>: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Security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should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never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rely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single </a:t>
            </a:r>
            <a:r>
              <a:rPr sz="2000" spc="-54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method.</a:t>
            </a:r>
            <a:endParaRPr sz="200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</a:pPr>
            <a:r>
              <a:rPr sz="2000" dirty="0">
                <a:latin typeface="Arial MT"/>
                <a:cs typeface="Arial MT"/>
              </a:rPr>
              <a:t>It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should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implemented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in</a:t>
            </a:r>
            <a:r>
              <a:rPr sz="2000" spc="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layers.</a:t>
            </a:r>
            <a:endParaRPr sz="200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17091" y="6109716"/>
            <a:ext cx="2977896" cy="4038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816</Words>
  <Application>Microsoft Office PowerPoint</Application>
  <PresentationFormat>Custom</PresentationFormat>
  <Paragraphs>151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Arial MT</vt:lpstr>
      <vt:lpstr>Calibri</vt:lpstr>
      <vt:lpstr>Candara</vt:lpstr>
      <vt:lpstr>Times New Roman</vt:lpstr>
      <vt:lpstr>Office Theme</vt:lpstr>
      <vt:lpstr>Vulnerability Assessment  and Reverse Engineering</vt:lpstr>
      <vt:lpstr>Tentative Course  Contents</vt:lpstr>
      <vt:lpstr>Marks Distribution of Course</vt:lpstr>
      <vt:lpstr>Recommended Readings</vt:lpstr>
      <vt:lpstr>Security ??</vt:lpstr>
      <vt:lpstr>Security ??</vt:lpstr>
      <vt:lpstr>Core Concepts of  Information Security</vt:lpstr>
      <vt:lpstr>Confidentiality</vt:lpstr>
      <vt:lpstr>Integrity</vt:lpstr>
      <vt:lpstr>Availability</vt:lpstr>
      <vt:lpstr>Privacy</vt:lpstr>
      <vt:lpstr>Basic Terminology</vt:lpstr>
      <vt:lpstr>Threat and Risk</vt:lpstr>
      <vt:lpstr>Basic Terminology:  Example</vt:lpstr>
      <vt:lpstr>Residual Risk</vt:lpstr>
      <vt:lpstr>Protection Provisioning</vt:lpstr>
      <vt:lpstr>Security Controls</vt:lpstr>
      <vt:lpstr>Types of Security  Controls</vt:lpstr>
      <vt:lpstr>Control Functionalities</vt:lpstr>
      <vt:lpstr>Defense Lines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- 01-Introduction to Vulnerability Management.pptx</dc:title>
  <dc:creator>HP</dc:creator>
  <cp:lastModifiedBy>Shanza Zaman</cp:lastModifiedBy>
  <cp:revision>2</cp:revision>
  <dcterms:created xsi:type="dcterms:W3CDTF">2024-03-09T04:58:41Z</dcterms:created>
  <dcterms:modified xsi:type="dcterms:W3CDTF">2024-03-09T05:24:00Z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2022-09-23T00:00:00Z</vt:filetime>
  </property>
  <property fmtid="{D5CDD505-2E9C-101B-9397-08002B2CF9AE}" pid="3" name="LastSaved">
    <vt:filetime>2024-03-09T00:00:00Z</vt:filetime>
  </property>
</Properties>
</file>