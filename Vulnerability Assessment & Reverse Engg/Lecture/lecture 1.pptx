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_rels/presentation.xml.rels" ContentType="application/vnd.openxmlformats-package.relationships+xml"/>
  <Override PartName="/ppt/media/image29.png" ContentType="image/png"/>
  <Override PartName="/ppt/media/image27.png" ContentType="image/png"/>
  <Override PartName="/ppt/media/image21.jpeg" ContentType="image/jpeg"/>
  <Override PartName="/ppt/media/image26.png" ContentType="image/png"/>
  <Override PartName="/ppt/media/image25.png" ContentType="image/png"/>
  <Override PartName="/ppt/media/image24.png" ContentType="image/png"/>
  <Override PartName="/ppt/media/image23.png" ContentType="image/png"/>
  <Override PartName="/ppt/media/image7.png" ContentType="image/png"/>
  <Override PartName="/ppt/media/image16.png" ContentType="image/png"/>
  <Override PartName="/ppt/media/image11.png" ContentType="image/png"/>
  <Override PartName="/ppt/media/image18.png" ContentType="image/png"/>
  <Override PartName="/ppt/media/image9.png" ContentType="image/png"/>
  <Override PartName="/ppt/media/image12.png" ContentType="image/png"/>
  <Override PartName="/ppt/media/image3.png" ContentType="image/png"/>
  <Override PartName="/ppt/media/image35.jpeg" ContentType="image/jpeg"/>
  <Override PartName="/ppt/media/image30.png" ContentType="image/png"/>
  <Override PartName="/ppt/media/image28.png" ContentType="image/png"/>
  <Override PartName="/ppt/media/image31.png" ContentType="image/png"/>
  <Override PartName="/ppt/media/image4.png" ContentType="image/png"/>
  <Override PartName="/ppt/media/image13.png" ContentType="image/png"/>
  <Override PartName="/ppt/media/image32.png" ContentType="image/png"/>
  <Override PartName="/ppt/media/image34.jpeg" ContentType="image/jpeg"/>
  <Override PartName="/ppt/media/image10.png" ContentType="image/png"/>
  <Override PartName="/ppt/media/image1.png" ContentType="image/png"/>
  <Override PartName="/ppt/media/image33.png" ContentType="image/png"/>
  <Override PartName="/ppt/media/image22.png" ContentType="image/png"/>
  <Override PartName="/ppt/media/image36.jpeg" ContentType="image/jpeg"/>
  <Override PartName="/ppt/media/image15.png" ContentType="image/png"/>
  <Override PartName="/ppt/media/image8.jpeg" ContentType="image/jpeg"/>
  <Override PartName="/ppt/media/image6.png" ContentType="image/png"/>
  <Override PartName="/ppt/media/image5.png" ContentType="image/png"/>
  <Override PartName="/ppt/media/image14.png" ContentType="image/png"/>
  <Override PartName="/ppt/media/image20.png" ContentType="image/png"/>
  <Override PartName="/ppt/media/image2.jpeg" ContentType="image/jpeg"/>
  <Override PartName="/ppt/media/image17.png" ContentType="image/png"/>
  <Override PartName="/ppt/media/image19.png" ContentType="image/png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6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0058400" cy="77724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2046240" y="324000"/>
            <a:ext cx="5981040" cy="160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44040" y="1930320"/>
            <a:ext cx="8694360" cy="246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8B8CF03-A45A-422B-A6F8-1613B1F0CA7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2046240" y="324000"/>
            <a:ext cx="5981040" cy="160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644040" y="1930320"/>
            <a:ext cx="8694360" cy="246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F1EC966-9EDB-4AF1-8AE7-05764FC6953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2046240" y="324000"/>
            <a:ext cx="5981040" cy="160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644040" y="1930320"/>
            <a:ext cx="8694360" cy="246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31B747C-3217-42E2-98CD-2FC15289A15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2046240" y="324000"/>
            <a:ext cx="5981040" cy="160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44040" y="1930320"/>
            <a:ext cx="8694360" cy="246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2D4B895E-E6D5-4281-8F62-BEFE1095F4E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2046240" y="324000"/>
            <a:ext cx="5981040" cy="160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644040" y="1930320"/>
            <a:ext cx="8694360" cy="246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9F671395-E148-4D15-86C2-CD9FF722976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bg object 16" descr=""/>
          <p:cNvPicPr/>
          <p:nvPr/>
        </p:nvPicPr>
        <p:blipFill>
          <a:blip r:embed="rId2"/>
          <a:stretch/>
        </p:blipFill>
        <p:spPr>
          <a:xfrm>
            <a:off x="457200" y="457200"/>
            <a:ext cx="9143280" cy="6857280"/>
          </a:xfrm>
          <a:prstGeom prst="rect">
            <a:avLst/>
          </a:prstGeom>
          <a:ln w="0">
            <a:noFill/>
          </a:ln>
        </p:spPr>
      </p:pic>
      <p:pic>
        <p:nvPicPr>
          <p:cNvPr id="1" name="bg object 17" descr=""/>
          <p:cNvPicPr/>
          <p:nvPr/>
        </p:nvPicPr>
        <p:blipFill>
          <a:blip r:embed="rId3"/>
          <a:stretch/>
        </p:blipFill>
        <p:spPr>
          <a:xfrm>
            <a:off x="457200" y="2058840"/>
            <a:ext cx="9143280" cy="525564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2046240" y="324000"/>
            <a:ext cx="5981040" cy="160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44040" y="1930320"/>
            <a:ext cx="8694360" cy="246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>
          <a:xfrm>
            <a:off x="3420000" y="7228440"/>
            <a:ext cx="3218040" cy="38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>
          <a:xfrm>
            <a:off x="7242120" y="7228440"/>
            <a:ext cx="2312640" cy="38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A3B934C-3BAD-4966-B330-7567987A71DE}" type="slidenum">
              <a:rPr b="0" lang="en-US" sz="18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>
          <a:xfrm>
            <a:off x="502920" y="7228440"/>
            <a:ext cx="2312640" cy="38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g object 16" descr=""/>
          <p:cNvPicPr/>
          <p:nvPr/>
        </p:nvPicPr>
        <p:blipFill>
          <a:blip r:embed="rId2"/>
          <a:stretch/>
        </p:blipFill>
        <p:spPr>
          <a:xfrm>
            <a:off x="457200" y="457200"/>
            <a:ext cx="9143280" cy="6857280"/>
          </a:xfrm>
          <a:prstGeom prst="rect">
            <a:avLst/>
          </a:prstGeom>
          <a:ln w="0">
            <a:noFill/>
          </a:ln>
        </p:spPr>
      </p:pic>
      <p:pic>
        <p:nvPicPr>
          <p:cNvPr id="10" name="bg object 17" descr=""/>
          <p:cNvPicPr/>
          <p:nvPr/>
        </p:nvPicPr>
        <p:blipFill>
          <a:blip r:embed="rId3"/>
          <a:stretch/>
        </p:blipFill>
        <p:spPr>
          <a:xfrm>
            <a:off x="457200" y="2058840"/>
            <a:ext cx="9143280" cy="5255640"/>
          </a:xfrm>
          <a:prstGeom prst="rect">
            <a:avLst/>
          </a:prstGeom>
          <a:ln w="0">
            <a:noFill/>
          </a:ln>
        </p:spPr>
      </p:pic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2046240" y="324000"/>
            <a:ext cx="5981040" cy="160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44040" y="1930320"/>
            <a:ext cx="8694360" cy="246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ftr" idx="4"/>
          </p:nvPr>
        </p:nvSpPr>
        <p:spPr>
          <a:xfrm>
            <a:off x="3420000" y="7228440"/>
            <a:ext cx="3218040" cy="38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sldNum" idx="5"/>
          </p:nvPr>
        </p:nvSpPr>
        <p:spPr>
          <a:xfrm>
            <a:off x="7242120" y="7228440"/>
            <a:ext cx="2312640" cy="38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AE6DE7D-F77E-4522-80FA-3A4E44163985}" type="slidenum">
              <a:rPr b="0" lang="en-US" sz="18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dt" idx="6"/>
          </p:nvPr>
        </p:nvSpPr>
        <p:spPr>
          <a:xfrm>
            <a:off x="502920" y="7228440"/>
            <a:ext cx="2312640" cy="38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bg object 16" descr=""/>
          <p:cNvPicPr/>
          <p:nvPr/>
        </p:nvPicPr>
        <p:blipFill>
          <a:blip r:embed="rId2"/>
          <a:stretch/>
        </p:blipFill>
        <p:spPr>
          <a:xfrm>
            <a:off x="457200" y="457200"/>
            <a:ext cx="9143280" cy="6857280"/>
          </a:xfrm>
          <a:prstGeom prst="rect">
            <a:avLst/>
          </a:prstGeom>
          <a:ln w="0">
            <a:noFill/>
          </a:ln>
        </p:spPr>
      </p:pic>
      <p:pic>
        <p:nvPicPr>
          <p:cNvPr id="19" name="bg object 17" descr=""/>
          <p:cNvPicPr/>
          <p:nvPr/>
        </p:nvPicPr>
        <p:blipFill>
          <a:blip r:embed="rId3"/>
          <a:stretch/>
        </p:blipFill>
        <p:spPr>
          <a:xfrm>
            <a:off x="457200" y="2058840"/>
            <a:ext cx="9143280" cy="5255640"/>
          </a:xfrm>
          <a:prstGeom prst="rect">
            <a:avLst/>
          </a:prstGeom>
          <a:ln w="0">
            <a:noFill/>
          </a:ln>
        </p:spPr>
      </p:pic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2046240" y="324000"/>
            <a:ext cx="5981040" cy="160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644040" y="1930320"/>
            <a:ext cx="8694360" cy="246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ftr" idx="7"/>
          </p:nvPr>
        </p:nvSpPr>
        <p:spPr>
          <a:xfrm>
            <a:off x="3420000" y="7228440"/>
            <a:ext cx="3218040" cy="38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sldNum" idx="8"/>
          </p:nvPr>
        </p:nvSpPr>
        <p:spPr>
          <a:xfrm>
            <a:off x="7242120" y="7228440"/>
            <a:ext cx="2312640" cy="38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1D6362B-7C7F-4A25-A65B-C4692EFB7032}" type="slidenum">
              <a:rPr b="0" lang="en-US" sz="18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dt" idx="9"/>
          </p:nvPr>
        </p:nvSpPr>
        <p:spPr>
          <a:xfrm>
            <a:off x="502920" y="7228440"/>
            <a:ext cx="2312640" cy="38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bg object 16" descr=""/>
          <p:cNvPicPr/>
          <p:nvPr/>
        </p:nvPicPr>
        <p:blipFill>
          <a:blip r:embed="rId2"/>
          <a:stretch/>
        </p:blipFill>
        <p:spPr>
          <a:xfrm>
            <a:off x="457200" y="457200"/>
            <a:ext cx="9143280" cy="6857280"/>
          </a:xfrm>
          <a:prstGeom prst="rect">
            <a:avLst/>
          </a:prstGeom>
          <a:ln w="0">
            <a:noFill/>
          </a:ln>
        </p:spPr>
      </p:pic>
      <p:pic>
        <p:nvPicPr>
          <p:cNvPr id="28" name="bg object 17" descr=""/>
          <p:cNvPicPr/>
          <p:nvPr/>
        </p:nvPicPr>
        <p:blipFill>
          <a:blip r:embed="rId3"/>
          <a:stretch/>
        </p:blipFill>
        <p:spPr>
          <a:xfrm>
            <a:off x="457200" y="2058840"/>
            <a:ext cx="9143280" cy="5255640"/>
          </a:xfrm>
          <a:prstGeom prst="rect">
            <a:avLst/>
          </a:prstGeom>
          <a:ln w="0">
            <a:noFill/>
          </a:ln>
        </p:spPr>
      </p:pic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2046240" y="324000"/>
            <a:ext cx="5981040" cy="160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44040" y="1930320"/>
            <a:ext cx="8694360" cy="246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ftr" idx="10"/>
          </p:nvPr>
        </p:nvSpPr>
        <p:spPr>
          <a:xfrm>
            <a:off x="3420000" y="7228440"/>
            <a:ext cx="3218040" cy="38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sldNum" idx="11"/>
          </p:nvPr>
        </p:nvSpPr>
        <p:spPr>
          <a:xfrm>
            <a:off x="7242120" y="7228440"/>
            <a:ext cx="2312640" cy="38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38BD3AE-6B7F-469B-938E-F00314148E06}" type="slidenum">
              <a:rPr b="0" lang="en-US" sz="18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dt" idx="12"/>
          </p:nvPr>
        </p:nvSpPr>
        <p:spPr>
          <a:xfrm>
            <a:off x="502920" y="7228440"/>
            <a:ext cx="2312640" cy="38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bg object 16" descr=""/>
          <p:cNvPicPr/>
          <p:nvPr/>
        </p:nvPicPr>
        <p:blipFill>
          <a:blip r:embed="rId2"/>
          <a:stretch/>
        </p:blipFill>
        <p:spPr>
          <a:xfrm>
            <a:off x="457200" y="457200"/>
            <a:ext cx="9143280" cy="6857280"/>
          </a:xfrm>
          <a:prstGeom prst="rect">
            <a:avLst/>
          </a:prstGeom>
          <a:ln w="0">
            <a:noFill/>
          </a:ln>
        </p:spPr>
      </p:pic>
      <p:pic>
        <p:nvPicPr>
          <p:cNvPr id="37" name="bg object 17" descr=""/>
          <p:cNvPicPr/>
          <p:nvPr/>
        </p:nvPicPr>
        <p:blipFill>
          <a:blip r:embed="rId3"/>
          <a:stretch/>
        </p:blipFill>
        <p:spPr>
          <a:xfrm>
            <a:off x="457200" y="2058840"/>
            <a:ext cx="9143280" cy="5255640"/>
          </a:xfrm>
          <a:prstGeom prst="rect">
            <a:avLst/>
          </a:prstGeom>
          <a:ln w="0">
            <a:noFill/>
          </a:ln>
        </p:spPr>
      </p:pic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2046240" y="324000"/>
            <a:ext cx="5981040" cy="160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44040" y="1930320"/>
            <a:ext cx="8694360" cy="246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13"/>
          </p:nvPr>
        </p:nvSpPr>
        <p:spPr>
          <a:xfrm>
            <a:off x="3420000" y="7228440"/>
            <a:ext cx="3218040" cy="38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14"/>
          </p:nvPr>
        </p:nvSpPr>
        <p:spPr>
          <a:xfrm>
            <a:off x="7242120" y="7228440"/>
            <a:ext cx="2312640" cy="38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47323E1-57F0-41B8-B670-43E68B96B840}" type="slidenum">
              <a:rPr b="0" lang="en-US" sz="18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dt" idx="15"/>
          </p:nvPr>
        </p:nvSpPr>
        <p:spPr>
          <a:xfrm>
            <a:off x="502920" y="7228440"/>
            <a:ext cx="2312640" cy="38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jpeg"/><Relationship Id="rId3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jpe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4.jpeg"/><Relationship Id="rId3" Type="http://schemas.openxmlformats.org/officeDocument/2006/relationships/slideLayout" Target="../slideLayouts/slideLayout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35.jpeg"/><Relationship Id="rId3" Type="http://schemas.openxmlformats.org/officeDocument/2006/relationships/image" Target="../media/image36.jpeg"/><Relationship Id="rId4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object 2"/>
          <p:cNvGrpSpPr/>
          <p:nvPr/>
        </p:nvGrpSpPr>
        <p:grpSpPr>
          <a:xfrm>
            <a:off x="914400" y="1143000"/>
            <a:ext cx="7923960" cy="5257080"/>
            <a:chOff x="914400" y="1143000"/>
            <a:chExt cx="7923960" cy="5257080"/>
          </a:xfrm>
        </p:grpSpPr>
        <p:sp>
          <p:nvSpPr>
            <p:cNvPr id="46" name="object 3"/>
            <p:cNvSpPr/>
            <p:nvPr/>
          </p:nvSpPr>
          <p:spPr>
            <a:xfrm>
              <a:off x="7461360" y="1143000"/>
              <a:ext cx="13320" cy="5257080"/>
            </a:xfrm>
            <a:custGeom>
              <a:avLst/>
              <a:gdLst>
                <a:gd name="textAreaLeft" fmla="*/ 0 w 13320"/>
                <a:gd name="textAreaRight" fmla="*/ 14040 w 13320"/>
                <a:gd name="textAreaTop" fmla="*/ 0 h 5257080"/>
                <a:gd name="textAreaBottom" fmla="*/ 5257800 h 5257080"/>
              </a:gdLst>
              <a:ahLst/>
              <a:rect l="textAreaLeft" t="textAreaTop" r="textAreaRight" b="textAreaBottom"/>
              <a:pathLst>
                <a:path w="13970" h="5257800">
                  <a:moveTo>
                    <a:pt x="13716" y="5257800"/>
                  </a:moveTo>
                  <a:lnTo>
                    <a:pt x="0" y="5257800"/>
                  </a:lnTo>
                  <a:lnTo>
                    <a:pt x="0" y="0"/>
                  </a:lnTo>
                  <a:lnTo>
                    <a:pt x="13716" y="0"/>
                  </a:lnTo>
                  <a:lnTo>
                    <a:pt x="13716" y="5257800"/>
                  </a:lnTo>
                  <a:close/>
                </a:path>
              </a:pathLst>
            </a:custGeom>
            <a:solidFill>
              <a:srgbClr val="9090c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7" name="object 4"/>
            <p:cNvSpPr/>
            <p:nvPr/>
          </p:nvSpPr>
          <p:spPr>
            <a:xfrm>
              <a:off x="914400" y="2959560"/>
              <a:ext cx="7923960" cy="25200"/>
            </a:xfrm>
            <a:custGeom>
              <a:avLst/>
              <a:gdLst>
                <a:gd name="textAreaLeft" fmla="*/ 0 w 7923960"/>
                <a:gd name="textAreaRight" fmla="*/ 7924680 w 7923960"/>
                <a:gd name="textAreaTop" fmla="*/ 0 h 25200"/>
                <a:gd name="textAreaBottom" fmla="*/ 25920 h 25200"/>
              </a:gdLst>
              <a:ahLst/>
              <a:rect l="textAreaLeft" t="textAreaTop" r="textAreaRight" b="textAreaBottom"/>
              <a:pathLst>
                <a:path w="7924800" h="26035">
                  <a:moveTo>
                    <a:pt x="7924800" y="25908"/>
                  </a:moveTo>
                  <a:lnTo>
                    <a:pt x="0" y="25908"/>
                  </a:lnTo>
                  <a:lnTo>
                    <a:pt x="0" y="0"/>
                  </a:lnTo>
                  <a:lnTo>
                    <a:pt x="7924800" y="0"/>
                  </a:lnTo>
                  <a:lnTo>
                    <a:pt x="7924800" y="25908"/>
                  </a:lnTo>
                  <a:close/>
                </a:path>
              </a:pathLst>
            </a:custGeom>
            <a:solidFill>
              <a:srgbClr val="49009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48" name="object 5"/>
          <p:cNvSpPr/>
          <p:nvPr/>
        </p:nvSpPr>
        <p:spPr>
          <a:xfrm>
            <a:off x="7850880" y="1598040"/>
            <a:ext cx="875520" cy="11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 defTabSz="914400">
              <a:lnSpc>
                <a:spcPts val="1854"/>
              </a:lnSpc>
              <a:spcBef>
                <a:spcPts val="96"/>
              </a:spcBef>
            </a:pPr>
            <a:r>
              <a:rPr b="1" lang="en-US" sz="1600" spc="-7" strike="noStrike">
                <a:solidFill>
                  <a:srgbClr val="490093"/>
                </a:solidFill>
                <a:latin typeface="Arial"/>
              </a:rPr>
              <a:t>Lecture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12600" defTabSz="914400">
              <a:lnSpc>
                <a:spcPts val="7135"/>
              </a:lnSpc>
            </a:pPr>
            <a:r>
              <a:rPr b="1" lang="en-US" sz="6000" spc="15" strike="noStrike">
                <a:solidFill>
                  <a:srgbClr val="490093"/>
                </a:solidFill>
                <a:latin typeface="Arial"/>
              </a:rPr>
              <a:t>0</a:t>
            </a:r>
            <a:r>
              <a:rPr b="1" lang="en-US" sz="6000" spc="-1" strike="noStrike">
                <a:solidFill>
                  <a:srgbClr val="490093"/>
                </a:solidFill>
                <a:latin typeface="Arial"/>
              </a:rPr>
              <a:t>1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object 6"/>
          <p:cNvSpPr/>
          <p:nvPr/>
        </p:nvSpPr>
        <p:spPr>
          <a:xfrm>
            <a:off x="2840760" y="5510880"/>
            <a:ext cx="2792160" cy="50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990"/>
              </a:lnSpc>
            </a:pPr>
            <a:r>
              <a:rPr b="0" lang="en-US" sz="1800" spc="-7" strike="noStrike">
                <a:solidFill>
                  <a:schemeClr val="dk1"/>
                </a:solidFill>
                <a:latin typeface="Arial MT"/>
              </a:rPr>
              <a:t>Dr</a:t>
            </a:r>
            <a:r>
              <a:rPr b="0" lang="en-US" sz="1800" spc="-1" strike="noStrike">
                <a:solidFill>
                  <a:schemeClr val="dk1"/>
                </a:solidFill>
                <a:latin typeface="Arial MT"/>
              </a:rPr>
              <a:t> </a:t>
            </a:r>
            <a:r>
              <a:rPr b="0" lang="en-US" sz="1800" spc="-12" strike="noStrike">
                <a:solidFill>
                  <a:schemeClr val="dk1"/>
                </a:solidFill>
                <a:latin typeface="Arial MT"/>
              </a:rPr>
              <a:t>Syed</a:t>
            </a:r>
            <a:r>
              <a:rPr b="0" lang="en-US" sz="1800" spc="21" strike="noStrike">
                <a:solidFill>
                  <a:schemeClr val="dk1"/>
                </a:solidFill>
                <a:latin typeface="Arial MT"/>
              </a:rPr>
              <a:t> </a:t>
            </a:r>
            <a:r>
              <a:rPr b="0" lang="en-US" sz="1800" spc="-12" strike="noStrike">
                <a:solidFill>
                  <a:schemeClr val="dk1"/>
                </a:solidFill>
                <a:latin typeface="Arial MT"/>
              </a:rPr>
              <a:t>Muhammad</a:t>
            </a:r>
            <a:r>
              <a:rPr b="0" lang="en-US" sz="1800" spc="26" strike="noStrike">
                <a:solidFill>
                  <a:schemeClr val="dk1"/>
                </a:solidFill>
                <a:latin typeface="Arial MT"/>
              </a:rPr>
              <a:t> </a:t>
            </a:r>
            <a:r>
              <a:rPr b="0" lang="en-US" sz="1800" spc="-12" strike="noStrike">
                <a:solidFill>
                  <a:schemeClr val="dk1"/>
                </a:solidFill>
                <a:latin typeface="Arial MT"/>
              </a:rPr>
              <a:t>Sajjad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051200" y="1375560"/>
            <a:ext cx="6202440" cy="184068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53280" indent="-41400">
              <a:lnSpc>
                <a:spcPct val="100000"/>
              </a:lnSpc>
              <a:spcBef>
                <a:spcPts val="96"/>
              </a:spcBef>
              <a:buNone/>
              <a:tabLst>
                <a:tab algn="l" pos="0"/>
              </a:tabLst>
            </a:pPr>
            <a:r>
              <a:rPr b="1" lang="en-US" sz="4000" spc="-7" strike="noStrike">
                <a:solidFill>
                  <a:srgbClr val="9900cc"/>
                </a:solidFill>
                <a:latin typeface="Arial"/>
              </a:rPr>
              <a:t>Vulnerability </a:t>
            </a:r>
            <a:r>
              <a:rPr b="1" lang="en-US" sz="4000" spc="-12" strike="noStrike">
                <a:solidFill>
                  <a:srgbClr val="9900cc"/>
                </a:solidFill>
                <a:latin typeface="Arial"/>
              </a:rPr>
              <a:t>Assessment </a:t>
            </a:r>
            <a:r>
              <a:rPr b="1" lang="en-US" sz="4000" spc="-1101" strike="noStrike">
                <a:solidFill>
                  <a:srgbClr val="9900cc"/>
                </a:solidFill>
                <a:latin typeface="Arial"/>
              </a:rPr>
              <a:t> </a:t>
            </a:r>
            <a:r>
              <a:rPr b="1" lang="en-US" sz="4000" spc="-1" strike="noStrike">
                <a:solidFill>
                  <a:srgbClr val="9900cc"/>
                </a:solidFill>
                <a:latin typeface="Arial"/>
              </a:rPr>
              <a:t>and</a:t>
            </a:r>
            <a:r>
              <a:rPr b="1" lang="en-US" sz="4000" spc="-60" strike="noStrike">
                <a:solidFill>
                  <a:srgbClr val="9900cc"/>
                </a:solidFill>
                <a:latin typeface="Arial"/>
              </a:rPr>
              <a:t> </a:t>
            </a:r>
            <a:r>
              <a:rPr b="1" lang="en-US" sz="4000" spc="-7" strike="noStrike">
                <a:solidFill>
                  <a:srgbClr val="9900cc"/>
                </a:solidFill>
                <a:latin typeface="Arial"/>
              </a:rPr>
              <a:t>Reverse</a:t>
            </a:r>
            <a:r>
              <a:rPr b="1" lang="en-US" sz="4000" spc="-1" strike="noStrike">
                <a:solidFill>
                  <a:srgbClr val="9900cc"/>
                </a:solidFill>
                <a:latin typeface="Arial"/>
              </a:rPr>
              <a:t> </a:t>
            </a:r>
            <a:r>
              <a:rPr b="1" lang="en-US" sz="4000" spc="-7" strike="noStrike">
                <a:solidFill>
                  <a:srgbClr val="9900cc"/>
                </a:solidFill>
                <a:latin typeface="Arial"/>
              </a:rPr>
              <a:t>Engineering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object 9"/>
          <p:cNvSpPr/>
          <p:nvPr/>
        </p:nvSpPr>
        <p:spPr>
          <a:xfrm>
            <a:off x="2087280" y="3526200"/>
            <a:ext cx="4474080" cy="86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39480" indent="-1227600" defTabSz="914400">
              <a:lnSpc>
                <a:spcPct val="100000"/>
              </a:lnSpc>
              <a:spcBef>
                <a:spcPts val="96"/>
              </a:spcBef>
              <a:tabLst>
                <a:tab algn="l" pos="0"/>
              </a:tabLst>
            </a:pPr>
            <a:r>
              <a:rPr b="1" lang="en-US" sz="2800" spc="-7" strike="noStrike">
                <a:solidFill>
                  <a:schemeClr val="dk1"/>
                </a:solidFill>
                <a:latin typeface="Times New Roman"/>
              </a:rPr>
              <a:t>Introduction</a:t>
            </a:r>
            <a:r>
              <a:rPr b="1" lang="en-US" sz="2800" spc="9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1" lang="en-US" sz="2800" spc="-12" strike="noStrike">
                <a:solidFill>
                  <a:schemeClr val="dk1"/>
                </a:solidFill>
                <a:latin typeface="Times New Roman"/>
              </a:rPr>
              <a:t>to</a:t>
            </a:r>
            <a:r>
              <a:rPr b="1" lang="en-US" sz="2800" spc="1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1" lang="en-US" sz="2800" spc="-7" strike="noStrike">
                <a:solidFill>
                  <a:schemeClr val="dk1"/>
                </a:solidFill>
                <a:latin typeface="Times New Roman"/>
              </a:rPr>
              <a:t>Vulnerability </a:t>
            </a:r>
            <a:r>
              <a:rPr b="1" lang="en-US" sz="2800" spc="-687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1" lang="en-US" sz="2800" spc="-7" strike="noStrike">
                <a:solidFill>
                  <a:schemeClr val="dk1"/>
                </a:solidFill>
                <a:latin typeface="Times New Roman"/>
              </a:rPr>
              <a:t>Management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object 10"/>
          <p:cNvSpPr/>
          <p:nvPr/>
        </p:nvSpPr>
        <p:spPr>
          <a:xfrm>
            <a:off x="2819520" y="5508000"/>
            <a:ext cx="2858760" cy="257040"/>
          </a:xfrm>
          <a:custGeom>
            <a:avLst/>
            <a:gdLst>
              <a:gd name="textAreaLeft" fmla="*/ 0 w 2858760"/>
              <a:gd name="textAreaRight" fmla="*/ 2859480 w 2858760"/>
              <a:gd name="textAreaTop" fmla="*/ 0 h 257040"/>
              <a:gd name="textAreaBottom" fmla="*/ 257760 h 257040"/>
            </a:gdLst>
            <a:ahLst/>
            <a:rect l="textAreaLeft" t="textAreaTop" r="textAreaRight" b="textAreaBottom"/>
            <a:pathLst>
              <a:path w="2859404" h="257810">
                <a:moveTo>
                  <a:pt x="2858872" y="0"/>
                </a:moveTo>
                <a:lnTo>
                  <a:pt x="0" y="0"/>
                </a:lnTo>
                <a:lnTo>
                  <a:pt x="0" y="257701"/>
                </a:lnTo>
                <a:lnTo>
                  <a:pt x="2858872" y="257701"/>
                </a:lnTo>
                <a:lnTo>
                  <a:pt x="2858872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3" name="TextBox 10"/>
          <p:cNvSpPr/>
          <p:nvPr/>
        </p:nvSpPr>
        <p:spPr>
          <a:xfrm>
            <a:off x="1676520" y="5029200"/>
            <a:ext cx="5180760" cy="198036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object 2" descr=""/>
          <p:cNvPicPr/>
          <p:nvPr/>
        </p:nvPicPr>
        <p:blipFill>
          <a:blip r:embed="rId1"/>
          <a:stretch/>
        </p:blipFill>
        <p:spPr>
          <a:xfrm>
            <a:off x="457200" y="1837800"/>
            <a:ext cx="9143280" cy="264600"/>
          </a:xfrm>
          <a:prstGeom prst="rect">
            <a:avLst/>
          </a:prstGeom>
          <a:ln w="0">
            <a:noFill/>
          </a:ln>
        </p:spPr>
      </p:pic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85800" y="324000"/>
            <a:ext cx="8915040" cy="2372040"/>
          </a:xfrm>
          <a:prstGeom prst="rect">
            <a:avLst/>
          </a:prstGeom>
          <a:noFill/>
          <a:ln w="0">
            <a:noFill/>
          </a:ln>
        </p:spPr>
        <p:txBody>
          <a:bodyPr lIns="0" rIns="0" tIns="85680" bIns="0" anchor="t">
            <a:noAutofit/>
          </a:bodyPr>
          <a:p>
            <a:pPr marL="1120320" indent="-1108080">
              <a:lnSpc>
                <a:spcPts val="6001"/>
              </a:lnSpc>
              <a:spcBef>
                <a:spcPts val="675"/>
              </a:spcBef>
              <a:buNone/>
              <a:tabLst>
                <a:tab algn="l" pos="0"/>
              </a:tabLst>
            </a:pPr>
            <a:r>
              <a:rPr b="0" lang="en-US" sz="5400" spc="-327" strike="noStrike">
                <a:solidFill>
                  <a:srgbClr val="2f1f57"/>
                </a:solidFill>
                <a:latin typeface="Candara"/>
              </a:rPr>
              <a:t>T</a:t>
            </a:r>
            <a:r>
              <a:rPr b="0" lang="en-US" sz="5400" spc="-21" strike="noStrike">
                <a:solidFill>
                  <a:srgbClr val="2f1f57"/>
                </a:solidFill>
                <a:latin typeface="Candara"/>
              </a:rPr>
              <a:t>e</a:t>
            </a:r>
            <a:r>
              <a:rPr b="0" lang="en-US" sz="5400" spc="-12" strike="noStrike">
                <a:solidFill>
                  <a:srgbClr val="2f1f57"/>
                </a:solidFill>
                <a:latin typeface="Candara"/>
              </a:rPr>
              <a:t>n</a:t>
            </a:r>
            <a:r>
              <a:rPr b="0" lang="en-US" sz="5400" spc="1" strike="noStrike">
                <a:solidFill>
                  <a:srgbClr val="2f1f57"/>
                </a:solidFill>
                <a:latin typeface="Candara"/>
              </a:rPr>
              <a:t>t</a:t>
            </a:r>
            <a:r>
              <a:rPr b="0" lang="en-US" sz="5400" spc="46" strike="noStrike">
                <a:solidFill>
                  <a:srgbClr val="2f1f57"/>
                </a:solidFill>
                <a:latin typeface="Candara"/>
              </a:rPr>
              <a:t>a</a:t>
            </a:r>
            <a:r>
              <a:rPr b="0" lang="en-US" sz="5400" spc="1" strike="noStrike">
                <a:solidFill>
                  <a:srgbClr val="2f1f57"/>
                </a:solidFill>
                <a:latin typeface="Candara"/>
              </a:rPr>
              <a:t>t</a:t>
            </a:r>
            <a:r>
              <a:rPr b="0" lang="en-US" sz="5400" spc="-46" strike="noStrike">
                <a:solidFill>
                  <a:srgbClr val="2f1f57"/>
                </a:solidFill>
                <a:latin typeface="Candara"/>
              </a:rPr>
              <a:t>i</a:t>
            </a:r>
            <a:r>
              <a:rPr b="0" lang="en-US" sz="5400" spc="-7" strike="noStrike">
                <a:solidFill>
                  <a:srgbClr val="2f1f57"/>
                </a:solidFill>
                <a:latin typeface="Candara"/>
              </a:rPr>
              <a:t>v</a:t>
            </a:r>
            <a:r>
              <a:rPr b="0" lang="en-US" sz="5400" spc="-1" strike="noStrike">
                <a:solidFill>
                  <a:srgbClr val="2f1f57"/>
                </a:solidFill>
                <a:latin typeface="Candara"/>
              </a:rPr>
              <a:t>e C</a:t>
            </a:r>
            <a:r>
              <a:rPr b="0" lang="en-US" sz="5400" spc="1" strike="noStrike">
                <a:solidFill>
                  <a:srgbClr val="2f1f57"/>
                </a:solidFill>
                <a:latin typeface="Candara"/>
              </a:rPr>
              <a:t>o</a:t>
            </a:r>
            <a:r>
              <a:rPr b="0" lang="en-US" sz="5400" spc="15" strike="noStrike">
                <a:solidFill>
                  <a:srgbClr val="2f1f57"/>
                </a:solidFill>
                <a:latin typeface="Candara"/>
              </a:rPr>
              <a:t>u</a:t>
            </a:r>
            <a:r>
              <a:rPr b="0" lang="en-US" sz="5400" spc="-26" strike="noStrike">
                <a:solidFill>
                  <a:srgbClr val="2f1f57"/>
                </a:solidFill>
                <a:latin typeface="Candara"/>
              </a:rPr>
              <a:t>r</a:t>
            </a:r>
            <a:r>
              <a:rPr b="0" lang="en-US" sz="5400" spc="1" strike="noStrike">
                <a:solidFill>
                  <a:srgbClr val="2f1f57"/>
                </a:solidFill>
                <a:latin typeface="Candara"/>
              </a:rPr>
              <a:t>s</a:t>
            </a:r>
            <a:r>
              <a:rPr b="0" lang="en-US" sz="5400" spc="-1" strike="noStrike">
                <a:solidFill>
                  <a:srgbClr val="2f1f57"/>
                </a:solidFill>
                <a:latin typeface="Candara"/>
              </a:rPr>
              <a:t>e </a:t>
            </a:r>
            <a:r>
              <a:rPr b="0" lang="en-US" sz="5400" spc="-7" strike="noStrike">
                <a:solidFill>
                  <a:srgbClr val="2f1f57"/>
                </a:solidFill>
                <a:latin typeface="Candara"/>
              </a:rPr>
              <a:t>Contents</a:t>
            </a: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object 4"/>
          <p:cNvSpPr/>
          <p:nvPr/>
        </p:nvSpPr>
        <p:spPr>
          <a:xfrm>
            <a:off x="1038960" y="1903680"/>
            <a:ext cx="7977960" cy="451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8920" bIns="0" anchor="t">
            <a:spAutoFit/>
          </a:bodyPr>
          <a:p>
            <a:pPr marL="348480" indent="-336600" defTabSz="914400">
              <a:lnSpc>
                <a:spcPct val="100000"/>
              </a:lnSpc>
              <a:spcBef>
                <a:spcPts val="700"/>
              </a:spcBef>
              <a:buClr>
                <a:srgbClr val="2f1f57"/>
              </a:buClr>
              <a:buFont typeface="Symbol" charset="2"/>
              <a:buChar char=""/>
              <a:tabLst>
                <a:tab algn="l" pos="348120"/>
                <a:tab algn="l" pos="349200"/>
              </a:tabLst>
            </a:pPr>
            <a:r>
              <a:rPr b="0" lang="en-US" sz="2000" spc="-7" strike="noStrike">
                <a:solidFill>
                  <a:srgbClr val="2f1f57"/>
                </a:solidFill>
                <a:latin typeface="Candara"/>
              </a:rPr>
              <a:t>Introduction</a:t>
            </a:r>
            <a:r>
              <a:rPr b="0" lang="en-US" sz="2000" spc="-1" strike="noStrike">
                <a:solidFill>
                  <a:srgbClr val="2f1f57"/>
                </a:solidFill>
                <a:latin typeface="Candara"/>
              </a:rPr>
              <a:t> to</a:t>
            </a:r>
            <a:r>
              <a:rPr b="0" lang="en-US" sz="2000" spc="-7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000" spc="-12" strike="noStrike">
                <a:solidFill>
                  <a:srgbClr val="2f1f57"/>
                </a:solidFill>
                <a:latin typeface="Candara"/>
              </a:rPr>
              <a:t>Vulnerability</a:t>
            </a:r>
            <a:r>
              <a:rPr b="0" lang="en-US" sz="2000" spc="49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000" spc="-7" strike="noStrike">
                <a:solidFill>
                  <a:srgbClr val="2f1f57"/>
                </a:solidFill>
                <a:latin typeface="Candara"/>
              </a:rPr>
              <a:t>Management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8480" indent="-336600" defTabSz="914400">
              <a:lnSpc>
                <a:spcPct val="100000"/>
              </a:lnSpc>
              <a:spcBef>
                <a:spcPts val="601"/>
              </a:spcBef>
              <a:buClr>
                <a:srgbClr val="2f1f57"/>
              </a:buClr>
              <a:buFont typeface="Symbol" charset="2"/>
              <a:buChar char=""/>
              <a:tabLst>
                <a:tab algn="l" pos="348120"/>
                <a:tab algn="l" pos="349200"/>
              </a:tabLst>
            </a:pPr>
            <a:r>
              <a:rPr b="0" lang="en-US" sz="2000" spc="-7" strike="noStrike">
                <a:solidFill>
                  <a:srgbClr val="2f1f57"/>
                </a:solidFill>
                <a:latin typeface="Candara"/>
              </a:rPr>
              <a:t>Sources </a:t>
            </a:r>
            <a:r>
              <a:rPr b="0" lang="en-US" sz="2000" spc="-1" strike="noStrike">
                <a:solidFill>
                  <a:srgbClr val="2f1f57"/>
                </a:solidFill>
                <a:latin typeface="Candara"/>
              </a:rPr>
              <a:t>of</a:t>
            </a:r>
            <a:r>
              <a:rPr b="0" lang="en-US" sz="2000" spc="-26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000" spc="-7" strike="noStrike">
                <a:solidFill>
                  <a:srgbClr val="2f1f57"/>
                </a:solidFill>
                <a:latin typeface="Candara"/>
              </a:rPr>
              <a:t>Information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04640" indent="-392400" defTabSz="914400">
              <a:lnSpc>
                <a:spcPct val="100000"/>
              </a:lnSpc>
              <a:spcBef>
                <a:spcPts val="601"/>
              </a:spcBef>
              <a:buClr>
                <a:srgbClr val="2f1f57"/>
              </a:buClr>
              <a:buFont typeface="Symbol" charset="2"/>
              <a:buChar char=""/>
              <a:tabLst>
                <a:tab algn="l" pos="404640"/>
                <a:tab algn="l" pos="405000"/>
              </a:tabLst>
            </a:pPr>
            <a:r>
              <a:rPr b="0" lang="en-US" sz="2000" spc="-7" strike="noStrike">
                <a:solidFill>
                  <a:srgbClr val="2f1f57"/>
                </a:solidFill>
                <a:latin typeface="Candara"/>
              </a:rPr>
              <a:t>Program</a:t>
            </a:r>
            <a:r>
              <a:rPr b="0" lang="en-US" sz="2000" spc="-12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000" spc="-7" strike="noStrike">
                <a:solidFill>
                  <a:srgbClr val="2f1f57"/>
                </a:solidFill>
                <a:latin typeface="Candara"/>
              </a:rPr>
              <a:t>and Organization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8480" indent="-336600" defTabSz="914400">
              <a:lnSpc>
                <a:spcPct val="100000"/>
              </a:lnSpc>
              <a:spcBef>
                <a:spcPts val="601"/>
              </a:spcBef>
              <a:buClr>
                <a:srgbClr val="2f1f57"/>
              </a:buClr>
              <a:buFont typeface="Symbol" charset="2"/>
              <a:buChar char=""/>
              <a:tabLst>
                <a:tab algn="l" pos="348120"/>
                <a:tab algn="l" pos="349200"/>
              </a:tabLst>
            </a:pPr>
            <a:r>
              <a:rPr b="0" lang="en-US" sz="2000" spc="-15" strike="noStrike">
                <a:solidFill>
                  <a:srgbClr val="2f1f57"/>
                </a:solidFill>
                <a:latin typeface="Candara"/>
              </a:rPr>
              <a:t>Technology-</a:t>
            </a:r>
            <a:r>
              <a:rPr b="0" lang="en-US" sz="2000" spc="-2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000" spc="-12" strike="noStrike">
                <a:solidFill>
                  <a:srgbClr val="2f1f57"/>
                </a:solidFill>
                <a:latin typeface="Candara"/>
              </a:rPr>
              <a:t>Vulnerability</a:t>
            </a:r>
            <a:r>
              <a:rPr b="0" lang="en-US" sz="2000" spc="29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000" spc="-7" strike="noStrike">
                <a:solidFill>
                  <a:srgbClr val="2f1f57"/>
                </a:solidFill>
                <a:latin typeface="Candara"/>
              </a:rPr>
              <a:t>Scanners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8480" indent="-336600" defTabSz="914400">
              <a:lnSpc>
                <a:spcPct val="100000"/>
              </a:lnSpc>
              <a:spcBef>
                <a:spcPts val="601"/>
              </a:spcBef>
              <a:buClr>
                <a:srgbClr val="2f1f57"/>
              </a:buClr>
              <a:buFont typeface="Symbol" charset="2"/>
              <a:buChar char=""/>
              <a:tabLst>
                <a:tab algn="l" pos="348120"/>
                <a:tab algn="l" pos="349200"/>
              </a:tabLst>
            </a:pPr>
            <a:r>
              <a:rPr b="0" lang="en-US" sz="2000" spc="-7" strike="noStrike">
                <a:solidFill>
                  <a:srgbClr val="2f1f57"/>
                </a:solidFill>
                <a:latin typeface="Candara"/>
              </a:rPr>
              <a:t>Automating</a:t>
            </a:r>
            <a:r>
              <a:rPr b="0" lang="en-US" sz="2000" spc="2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000" spc="-12" strike="noStrike">
                <a:solidFill>
                  <a:srgbClr val="2f1f57"/>
                </a:solidFill>
                <a:latin typeface="Candara"/>
              </a:rPr>
              <a:t>Vulnerability</a:t>
            </a:r>
            <a:r>
              <a:rPr b="0" lang="en-US" sz="2000" spc="5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000" spc="-7" strike="noStrike">
                <a:solidFill>
                  <a:srgbClr val="2f1f57"/>
                </a:solidFill>
                <a:latin typeface="Candara"/>
              </a:rPr>
              <a:t>Management</a:t>
            </a:r>
            <a:r>
              <a:rPr b="0" lang="en-US" sz="2000" spc="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000" spc="-7" strike="noStrike">
                <a:solidFill>
                  <a:srgbClr val="2f1f57"/>
                </a:solidFill>
                <a:latin typeface="Candara"/>
              </a:rPr>
              <a:t>and</a:t>
            </a:r>
            <a:r>
              <a:rPr b="0" lang="en-US" sz="2000" spc="2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000" spc="-7" strike="noStrike">
                <a:solidFill>
                  <a:srgbClr val="2f1f57"/>
                </a:solidFill>
                <a:latin typeface="Candara"/>
              </a:rPr>
              <a:t>Dealing</a:t>
            </a:r>
            <a:r>
              <a:rPr b="0" lang="en-US" sz="2000" spc="46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000" spc="-7" strike="noStrike">
                <a:solidFill>
                  <a:srgbClr val="2f1f57"/>
                </a:solidFill>
                <a:latin typeface="Candara"/>
              </a:rPr>
              <a:t>With</a:t>
            </a:r>
            <a:r>
              <a:rPr b="0" lang="en-US" sz="2000" spc="2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000" spc="-12" strike="noStrike">
                <a:solidFill>
                  <a:srgbClr val="2f1f57"/>
                </a:solidFill>
                <a:latin typeface="Candara"/>
              </a:rPr>
              <a:t>Vulnerabilities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8480" indent="-336600" defTabSz="914400">
              <a:lnSpc>
                <a:spcPct val="100000"/>
              </a:lnSpc>
              <a:spcBef>
                <a:spcPts val="601"/>
              </a:spcBef>
              <a:buClr>
                <a:srgbClr val="2f1f57"/>
              </a:buClr>
              <a:buFont typeface="Symbol" charset="2"/>
              <a:buChar char=""/>
              <a:tabLst>
                <a:tab algn="l" pos="348120"/>
                <a:tab algn="l" pos="349200"/>
              </a:tabLst>
            </a:pPr>
            <a:r>
              <a:rPr b="0" lang="en-US" sz="2000" spc="-1" strike="noStrike">
                <a:solidFill>
                  <a:srgbClr val="2f1f57"/>
                </a:solidFill>
                <a:latin typeface="Candara"/>
              </a:rPr>
              <a:t>Hands-On</a:t>
            </a:r>
            <a:r>
              <a:rPr b="0" lang="en-US" sz="2000" spc="-1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000" spc="-12" strike="noStrike">
                <a:solidFill>
                  <a:srgbClr val="2f1f57"/>
                </a:solidFill>
                <a:latin typeface="Candara"/>
              </a:rPr>
              <a:t>Vulnerability</a:t>
            </a:r>
            <a:r>
              <a:rPr b="0" lang="en-US" sz="2000" spc="1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000" spc="-1" strike="noStrike">
                <a:solidFill>
                  <a:srgbClr val="2f1f57"/>
                </a:solidFill>
                <a:latin typeface="Candara"/>
              </a:rPr>
              <a:t>Management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8480" indent="-336600" defTabSz="914400">
              <a:lnSpc>
                <a:spcPct val="100000"/>
              </a:lnSpc>
              <a:spcBef>
                <a:spcPts val="601"/>
              </a:spcBef>
              <a:buClr>
                <a:srgbClr val="2f1f57"/>
              </a:buClr>
              <a:buFont typeface="Symbol" charset="2"/>
              <a:buChar char=""/>
              <a:tabLst>
                <a:tab algn="l" pos="348120"/>
                <a:tab algn="l" pos="349200"/>
              </a:tabLst>
            </a:pPr>
            <a:r>
              <a:rPr b="0" lang="en-US" sz="2000" spc="-7" strike="noStrike">
                <a:solidFill>
                  <a:srgbClr val="2f1f57"/>
                </a:solidFill>
                <a:latin typeface="Candara"/>
              </a:rPr>
              <a:t>Preparing</a:t>
            </a:r>
            <a:r>
              <a:rPr b="0" lang="en-US" sz="2000" spc="-1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000" spc="-1" strike="noStrike">
                <a:solidFill>
                  <a:srgbClr val="2f1f57"/>
                </a:solidFill>
                <a:latin typeface="Candara"/>
              </a:rPr>
              <a:t>to</a:t>
            </a:r>
            <a:r>
              <a:rPr b="0" lang="en-US" sz="2000" spc="-46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000" spc="-1" strike="noStrike">
                <a:solidFill>
                  <a:srgbClr val="2f1f57"/>
                </a:solidFill>
                <a:latin typeface="Candara"/>
              </a:rPr>
              <a:t>Reverse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8480" indent="-336600" defTabSz="914400">
              <a:lnSpc>
                <a:spcPct val="100000"/>
              </a:lnSpc>
              <a:spcBef>
                <a:spcPts val="601"/>
              </a:spcBef>
              <a:buClr>
                <a:srgbClr val="2f1f57"/>
              </a:buClr>
              <a:buFont typeface="Symbol" charset="2"/>
              <a:buChar char=""/>
              <a:tabLst>
                <a:tab algn="l" pos="348120"/>
                <a:tab algn="l" pos="349200"/>
              </a:tabLst>
            </a:pPr>
            <a:r>
              <a:rPr b="0" lang="en-US" sz="2000" spc="-7" strike="noStrike">
                <a:solidFill>
                  <a:srgbClr val="2f1f57"/>
                </a:solidFill>
                <a:latin typeface="Candara"/>
              </a:rPr>
              <a:t>Identification</a:t>
            </a:r>
            <a:r>
              <a:rPr b="0" lang="en-US" sz="2000" spc="-1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000" spc="-7" strike="noStrike">
                <a:solidFill>
                  <a:srgbClr val="2f1f57"/>
                </a:solidFill>
                <a:latin typeface="Candara"/>
              </a:rPr>
              <a:t>and</a:t>
            </a:r>
            <a:r>
              <a:rPr b="0" lang="en-US" sz="2000" spc="7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000" spc="-7" strike="noStrike">
                <a:solidFill>
                  <a:srgbClr val="2f1f57"/>
                </a:solidFill>
                <a:latin typeface="Candara"/>
              </a:rPr>
              <a:t>Extraction</a:t>
            </a:r>
            <a:r>
              <a:rPr b="0" lang="en-US" sz="2000" spc="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000" spc="-1" strike="noStrike">
                <a:solidFill>
                  <a:srgbClr val="2f1f57"/>
                </a:solidFill>
                <a:latin typeface="Candara"/>
              </a:rPr>
              <a:t>of</a:t>
            </a:r>
            <a:r>
              <a:rPr b="0" lang="en-US" sz="2000" spc="-12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000" spc="-1" strike="noStrike">
                <a:solidFill>
                  <a:srgbClr val="2f1f57"/>
                </a:solidFill>
                <a:latin typeface="Candara"/>
              </a:rPr>
              <a:t>Hidden</a:t>
            </a:r>
            <a:r>
              <a:rPr b="0" lang="en-US" sz="2000" spc="-1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000" spc="-7" strike="noStrike">
                <a:solidFill>
                  <a:srgbClr val="2f1f57"/>
                </a:solidFill>
                <a:latin typeface="Candara"/>
              </a:rPr>
              <a:t>Components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8480" indent="-336600" defTabSz="914400">
              <a:lnSpc>
                <a:spcPct val="100000"/>
              </a:lnSpc>
              <a:spcBef>
                <a:spcPts val="601"/>
              </a:spcBef>
              <a:buClr>
                <a:srgbClr val="2f1f57"/>
              </a:buClr>
              <a:buFont typeface="Symbol" charset="2"/>
              <a:buChar char=""/>
              <a:tabLst>
                <a:tab algn="l" pos="348120"/>
                <a:tab algn="l" pos="349200"/>
              </a:tabLst>
            </a:pPr>
            <a:r>
              <a:rPr b="0" lang="en-US" sz="2000" spc="-1" strike="noStrike">
                <a:solidFill>
                  <a:srgbClr val="2f1f57"/>
                </a:solidFill>
                <a:latin typeface="Candara"/>
              </a:rPr>
              <a:t>The</a:t>
            </a:r>
            <a:r>
              <a:rPr b="0" lang="en-US" sz="2000" spc="-2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000" spc="-1" strike="noStrike">
                <a:solidFill>
                  <a:srgbClr val="2f1f57"/>
                </a:solidFill>
                <a:latin typeface="Candara"/>
              </a:rPr>
              <a:t>Low-Level</a:t>
            </a:r>
            <a:r>
              <a:rPr b="0" lang="en-US" sz="2000" spc="-52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000" spc="-7" strike="noStrike">
                <a:solidFill>
                  <a:srgbClr val="2f1f57"/>
                </a:solidFill>
                <a:latin typeface="Candara"/>
              </a:rPr>
              <a:t>Language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8480" indent="-336600" defTabSz="914400">
              <a:lnSpc>
                <a:spcPct val="100000"/>
              </a:lnSpc>
              <a:spcBef>
                <a:spcPts val="601"/>
              </a:spcBef>
              <a:buClr>
                <a:srgbClr val="2f1f57"/>
              </a:buClr>
              <a:buFont typeface="Symbol" charset="2"/>
              <a:buChar char=""/>
              <a:tabLst>
                <a:tab algn="l" pos="348120"/>
                <a:tab algn="l" pos="349200"/>
              </a:tabLst>
            </a:pPr>
            <a:r>
              <a:rPr b="0" lang="en-US" sz="2000" spc="-7" strike="noStrike">
                <a:solidFill>
                  <a:srgbClr val="2f1f57"/>
                </a:solidFill>
                <a:latin typeface="Candara"/>
              </a:rPr>
              <a:t>Static</a:t>
            </a:r>
            <a:r>
              <a:rPr b="0" lang="en-US" sz="2000" spc="-32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000" spc="-7" strike="noStrike">
                <a:solidFill>
                  <a:srgbClr val="2f1f57"/>
                </a:solidFill>
                <a:latin typeface="Candara"/>
              </a:rPr>
              <a:t>and</a:t>
            </a:r>
            <a:r>
              <a:rPr b="0" lang="en-US" sz="2000" spc="-1" strike="noStrike">
                <a:solidFill>
                  <a:srgbClr val="2f1f57"/>
                </a:solidFill>
                <a:latin typeface="Candara"/>
              </a:rPr>
              <a:t> Dynamic</a:t>
            </a:r>
            <a:r>
              <a:rPr b="0" lang="en-US" sz="2000" spc="-7" strike="noStrike">
                <a:solidFill>
                  <a:srgbClr val="2f1f57"/>
                </a:solidFill>
                <a:latin typeface="Candara"/>
              </a:rPr>
              <a:t> Reversing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8480" indent="-336600" defTabSz="914400">
              <a:lnSpc>
                <a:spcPct val="100000"/>
              </a:lnSpc>
              <a:spcBef>
                <a:spcPts val="601"/>
              </a:spcBef>
              <a:buClr>
                <a:srgbClr val="2f1f57"/>
              </a:buClr>
              <a:buFont typeface="Symbol" charset="2"/>
              <a:buChar char=""/>
              <a:tabLst>
                <a:tab algn="l" pos="348120"/>
                <a:tab algn="l" pos="349200"/>
              </a:tabLst>
            </a:pPr>
            <a:r>
              <a:rPr b="0" lang="en-US" sz="2000" spc="-1" strike="noStrike">
                <a:solidFill>
                  <a:srgbClr val="2f1f57"/>
                </a:solidFill>
                <a:latin typeface="Candara"/>
              </a:rPr>
              <a:t>RE</a:t>
            </a:r>
            <a:r>
              <a:rPr b="0" lang="en-US" sz="2000" spc="-1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000" spc="-1" strike="noStrike">
                <a:solidFill>
                  <a:srgbClr val="2f1f57"/>
                </a:solidFill>
                <a:latin typeface="Candara"/>
              </a:rPr>
              <a:t>in </a:t>
            </a:r>
            <a:r>
              <a:rPr b="0" lang="en-US" sz="2000" spc="-7" strike="noStrike">
                <a:solidFill>
                  <a:srgbClr val="2f1f57"/>
                </a:solidFill>
                <a:latin typeface="Candara"/>
              </a:rPr>
              <a:t>Windows</a:t>
            </a:r>
            <a:r>
              <a:rPr b="0" lang="en-US" sz="2000" spc="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000" spc="-7" strike="noStrike">
                <a:solidFill>
                  <a:srgbClr val="2f1f57"/>
                </a:solidFill>
                <a:latin typeface="Candara"/>
              </a:rPr>
              <a:t>and</a:t>
            </a:r>
            <a:r>
              <a:rPr b="0" lang="en-US" sz="2000" spc="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000" spc="-7" strike="noStrike">
                <a:solidFill>
                  <a:srgbClr val="2f1f57"/>
                </a:solidFill>
                <a:latin typeface="Candara"/>
              </a:rPr>
              <a:t>Linux</a:t>
            </a:r>
            <a:r>
              <a:rPr b="0" lang="en-US" sz="2000" spc="9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000" spc="-7" strike="noStrike">
                <a:solidFill>
                  <a:srgbClr val="2f1f57"/>
                </a:solidFill>
                <a:latin typeface="Candara"/>
              </a:rPr>
              <a:t>Platforms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object 2" descr=""/>
          <p:cNvPicPr/>
          <p:nvPr/>
        </p:nvPicPr>
        <p:blipFill>
          <a:blip r:embed="rId1"/>
          <a:stretch/>
        </p:blipFill>
        <p:spPr>
          <a:xfrm>
            <a:off x="457200" y="1837800"/>
            <a:ext cx="9143280" cy="264600"/>
          </a:xfrm>
          <a:prstGeom prst="rect">
            <a:avLst/>
          </a:prstGeom>
          <a:ln w="0">
            <a:noFill/>
          </a:ln>
        </p:spPr>
      </p:pic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831600" y="705240"/>
            <a:ext cx="8298000" cy="16585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rgbClr val="2f1f57"/>
                </a:solidFill>
                <a:latin typeface="Candara"/>
              </a:rPr>
              <a:t>Marks</a:t>
            </a:r>
            <a:r>
              <a:rPr b="0" lang="en-US" sz="5400" spc="-52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5400" spc="-7" strike="noStrike">
                <a:solidFill>
                  <a:srgbClr val="2f1f57"/>
                </a:solidFill>
                <a:latin typeface="Candara"/>
              </a:rPr>
              <a:t>Distribution</a:t>
            </a:r>
            <a:r>
              <a:rPr b="0" lang="en-US" sz="5400" spc="-12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5400" spc="-1" strike="noStrike">
                <a:solidFill>
                  <a:srgbClr val="2f1f57"/>
                </a:solidFill>
                <a:latin typeface="Candara"/>
              </a:rPr>
              <a:t>of</a:t>
            </a:r>
            <a:r>
              <a:rPr b="0" lang="en-US" sz="5400" spc="-46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5400" spc="-1" strike="noStrike">
                <a:solidFill>
                  <a:srgbClr val="2f1f57"/>
                </a:solidFill>
                <a:latin typeface="Candara"/>
              </a:rPr>
              <a:t>Course</a:t>
            </a: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object 4"/>
          <p:cNvSpPr/>
          <p:nvPr/>
        </p:nvSpPr>
        <p:spPr>
          <a:xfrm>
            <a:off x="689760" y="2070720"/>
            <a:ext cx="4791600" cy="48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55680" indent="-343080" defTabSz="914400">
              <a:lnSpc>
                <a:spcPct val="100000"/>
              </a:lnSpc>
              <a:spcBef>
                <a:spcPts val="99"/>
              </a:spcBef>
              <a:buClr>
                <a:srgbClr val="baaae2"/>
              </a:buClr>
              <a:buFont typeface="Symbol" charset="2"/>
              <a:buChar char=""/>
              <a:tabLst>
                <a:tab algn="l" pos="354960"/>
                <a:tab algn="l" pos="355680"/>
                <a:tab algn="l" pos="4357440"/>
              </a:tabLst>
            </a:pP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Assignments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	</a:t>
            </a:r>
            <a:r>
              <a:rPr b="0" lang="en-US" sz="2400" spc="-15" strike="noStrike">
                <a:solidFill>
                  <a:srgbClr val="2f1f57"/>
                </a:solidFill>
                <a:latin typeface="Candara"/>
              </a:rPr>
              <a:t>8%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"/>
              </a:spcBef>
              <a:tabLst>
                <a:tab algn="l" pos="354960"/>
                <a:tab algn="l" pos="355680"/>
                <a:tab algn="l" pos="435744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buClr>
                <a:srgbClr val="baaae2"/>
              </a:buClr>
              <a:buFont typeface="Candara"/>
              <a:buChar char="•"/>
              <a:tabLst>
                <a:tab algn="l" pos="354960"/>
                <a:tab algn="l" pos="355680"/>
                <a:tab algn="l" pos="4357440"/>
              </a:tabLst>
            </a:pP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Quizzes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	</a:t>
            </a:r>
            <a:r>
              <a:rPr b="0" lang="en-US" sz="2400" spc="-15" strike="noStrike">
                <a:solidFill>
                  <a:srgbClr val="2f1f57"/>
                </a:solidFill>
                <a:latin typeface="Candara"/>
              </a:rPr>
              <a:t>8%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4"/>
              </a:spcBef>
              <a:tabLst>
                <a:tab algn="l" pos="354960"/>
                <a:tab algn="l" pos="355680"/>
                <a:tab algn="l" pos="435744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buClr>
                <a:srgbClr val="baaae2"/>
              </a:buClr>
              <a:buFont typeface="Candara"/>
              <a:buChar char="•"/>
              <a:tabLst>
                <a:tab algn="l" pos="354960"/>
                <a:tab algn="l" pos="355680"/>
                <a:tab algn="l" pos="4357440"/>
              </a:tabLst>
            </a:pPr>
            <a:r>
              <a:rPr b="0" lang="en-US" sz="2400" spc="-12" strike="noStrike">
                <a:solidFill>
                  <a:srgbClr val="2f1f57"/>
                </a:solidFill>
                <a:latin typeface="Candara"/>
              </a:rPr>
              <a:t>P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a</a:t>
            </a:r>
            <a:r>
              <a:rPr b="0" lang="en-US" sz="2400" spc="7" strike="noStrike">
                <a:solidFill>
                  <a:srgbClr val="2f1f57"/>
                </a:solidFill>
                <a:latin typeface="Candara"/>
              </a:rPr>
              <a:t>p</a:t>
            </a:r>
            <a:r>
              <a:rPr b="0" lang="en-US" sz="2400" spc="-12" strike="noStrike">
                <a:solidFill>
                  <a:srgbClr val="2f1f57"/>
                </a:solidFill>
                <a:latin typeface="Candara"/>
              </a:rPr>
              <a:t>e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r</a:t>
            </a:r>
            <a:r>
              <a:rPr b="0" lang="en-US" sz="2400" spc="1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5" strike="noStrike">
                <a:solidFill>
                  <a:srgbClr val="2f1f57"/>
                </a:solidFill>
                <a:latin typeface="Candara"/>
              </a:rPr>
              <a:t>wr</a:t>
            </a:r>
            <a:r>
              <a:rPr b="0" lang="en-US" sz="2400" spc="1" strike="noStrike">
                <a:solidFill>
                  <a:srgbClr val="2f1f57"/>
                </a:solidFill>
                <a:latin typeface="Candara"/>
              </a:rPr>
              <a:t>i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t</a:t>
            </a:r>
            <a:r>
              <a:rPr b="0" lang="en-US" sz="2400" spc="9" strike="noStrike">
                <a:solidFill>
                  <a:srgbClr val="2f1f57"/>
                </a:solidFill>
                <a:latin typeface="Candara"/>
              </a:rPr>
              <a:t>e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-</a:t>
            </a:r>
            <a:r>
              <a:rPr b="0" lang="en-US" sz="2400" spc="7" strike="noStrike">
                <a:solidFill>
                  <a:srgbClr val="2f1f57"/>
                </a:solidFill>
                <a:latin typeface="Candara"/>
              </a:rPr>
              <a:t>u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p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	</a:t>
            </a:r>
            <a:r>
              <a:rPr b="0" lang="en-US" sz="2400" spc="-26" strike="noStrike">
                <a:solidFill>
                  <a:srgbClr val="2f1f57"/>
                </a:solidFill>
                <a:latin typeface="Candara"/>
              </a:rPr>
              <a:t>1</a:t>
            </a:r>
            <a:r>
              <a:rPr b="0" lang="en-US" sz="2400" spc="9" strike="noStrike">
                <a:solidFill>
                  <a:srgbClr val="2f1f57"/>
                </a:solidFill>
                <a:latin typeface="Candara"/>
              </a:rPr>
              <a:t>4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%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"/>
              </a:spcBef>
              <a:tabLst>
                <a:tab algn="l" pos="354960"/>
                <a:tab algn="l" pos="355680"/>
                <a:tab algn="l" pos="435744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spcBef>
                <a:spcPts val="6"/>
              </a:spcBef>
              <a:buClr>
                <a:srgbClr val="baaae2"/>
              </a:buClr>
              <a:buFont typeface="Candara"/>
              <a:buChar char="•"/>
              <a:tabLst>
                <a:tab algn="l" pos="354960"/>
                <a:tab algn="l" pos="355680"/>
                <a:tab algn="l" pos="4326840"/>
              </a:tabLst>
            </a:pP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Mid-term</a:t>
            </a:r>
            <a:r>
              <a:rPr b="0" lang="en-US" sz="2400" spc="1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2" strike="noStrike">
                <a:solidFill>
                  <a:srgbClr val="2f1f57"/>
                </a:solidFill>
                <a:latin typeface="Candara"/>
              </a:rPr>
              <a:t>Exam</a:t>
            </a:r>
            <a:r>
              <a:rPr b="0" lang="en-US" sz="2400" spc="-12" strike="noStrike">
                <a:solidFill>
                  <a:srgbClr val="2f1f57"/>
                </a:solidFill>
                <a:latin typeface="Candara"/>
              </a:rPr>
              <a:t>	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25%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4"/>
              </a:spcBef>
              <a:tabLst>
                <a:tab algn="l" pos="354960"/>
                <a:tab algn="l" pos="355680"/>
                <a:tab algn="l" pos="432684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buClr>
                <a:srgbClr val="baaae2"/>
              </a:buClr>
              <a:buFont typeface="Candara"/>
              <a:buChar char="•"/>
              <a:tabLst>
                <a:tab algn="l" pos="354960"/>
                <a:tab algn="l" pos="355680"/>
                <a:tab algn="l" pos="4286880"/>
              </a:tabLst>
            </a:pP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Final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	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45%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object 2" descr=""/>
          <p:cNvPicPr/>
          <p:nvPr/>
        </p:nvPicPr>
        <p:blipFill>
          <a:blip r:embed="rId1"/>
          <a:stretch/>
        </p:blipFill>
        <p:spPr>
          <a:xfrm>
            <a:off x="457200" y="1837800"/>
            <a:ext cx="9143280" cy="264600"/>
          </a:xfrm>
          <a:prstGeom prst="rect">
            <a:avLst/>
          </a:prstGeom>
          <a:ln w="0">
            <a:noFill/>
          </a:ln>
        </p:spPr>
      </p:pic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354320" y="705240"/>
            <a:ext cx="7252920" cy="16585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5400" spc="-7" strike="noStrike">
                <a:solidFill>
                  <a:srgbClr val="2f1f57"/>
                </a:solidFill>
                <a:latin typeface="Candara"/>
              </a:rPr>
              <a:t>Recommended</a:t>
            </a:r>
            <a:r>
              <a:rPr b="0" lang="en-US" sz="5400" spc="9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5400" spc="-7" strike="noStrike">
                <a:solidFill>
                  <a:srgbClr val="2f1f57"/>
                </a:solidFill>
                <a:latin typeface="Candara"/>
              </a:rPr>
              <a:t>Readings</a:t>
            </a: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object 4"/>
          <p:cNvSpPr/>
          <p:nvPr/>
        </p:nvSpPr>
        <p:spPr>
          <a:xfrm>
            <a:off x="689760" y="2073600"/>
            <a:ext cx="8033760" cy="213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355680" indent="-343440" defTabSz="914400">
              <a:lnSpc>
                <a:spcPct val="100000"/>
              </a:lnSpc>
              <a:spcBef>
                <a:spcPts val="105"/>
              </a:spcBef>
              <a:buClr>
                <a:srgbClr val="baaae2"/>
              </a:buClr>
              <a:buFont typeface="Candara"/>
              <a:buChar char="•"/>
              <a:tabLst>
                <a:tab algn="l" pos="355680"/>
                <a:tab algn="l" pos="356400"/>
                <a:tab algn="l" pos="927720"/>
              </a:tabLst>
            </a:pPr>
            <a:r>
              <a:rPr b="1" lang="en-US" sz="2000" spc="-1" strike="noStrike">
                <a:solidFill>
                  <a:srgbClr val="2f1f57"/>
                </a:solidFill>
                <a:latin typeface="Candara"/>
              </a:rPr>
              <a:t>•</a:t>
            </a:r>
            <a:r>
              <a:rPr b="1" lang="en-US" sz="2000" spc="-1" strike="noStrike">
                <a:solidFill>
                  <a:srgbClr val="2f1f57"/>
                </a:solidFill>
                <a:latin typeface="Candara"/>
              </a:rPr>
              <a:t>	</a:t>
            </a:r>
            <a:r>
              <a:rPr b="1" lang="en-US" sz="2000" spc="-7" strike="noStrike">
                <a:solidFill>
                  <a:srgbClr val="2f1f57"/>
                </a:solidFill>
                <a:latin typeface="Candara"/>
              </a:rPr>
              <a:t>Practical Vulnerability </a:t>
            </a:r>
            <a:r>
              <a:rPr b="1" lang="en-US" sz="2000" spc="-1" strike="noStrike">
                <a:solidFill>
                  <a:srgbClr val="2f1f57"/>
                </a:solidFill>
                <a:latin typeface="Candara"/>
              </a:rPr>
              <a:t>Management: A Strategic </a:t>
            </a:r>
            <a:r>
              <a:rPr b="1" lang="en-US" sz="2000" spc="-7" strike="noStrike">
                <a:solidFill>
                  <a:srgbClr val="2f1f57"/>
                </a:solidFill>
                <a:latin typeface="Candara"/>
              </a:rPr>
              <a:t>Approach to </a:t>
            </a:r>
            <a:r>
              <a:rPr b="1" lang="en-US" sz="2000" spc="-420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1" lang="en-US" sz="2000" spc="-1" strike="noStrike">
                <a:solidFill>
                  <a:srgbClr val="2f1f57"/>
                </a:solidFill>
                <a:latin typeface="Candara"/>
              </a:rPr>
              <a:t>Managing</a:t>
            </a:r>
            <a:r>
              <a:rPr b="1" lang="en-US" sz="2000" spc="-2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1" lang="en-US" sz="2000" spc="-1" strike="noStrike">
                <a:solidFill>
                  <a:srgbClr val="2f1f57"/>
                </a:solidFill>
                <a:latin typeface="Candara"/>
              </a:rPr>
              <a:t>Cyber</a:t>
            </a:r>
            <a:r>
              <a:rPr b="1" lang="en-US" sz="2000" spc="-7" strike="noStrike">
                <a:solidFill>
                  <a:srgbClr val="2f1f57"/>
                </a:solidFill>
                <a:latin typeface="Candara"/>
              </a:rPr>
              <a:t> Risk</a:t>
            </a:r>
            <a:r>
              <a:rPr b="1" lang="en-US" sz="2000" spc="1" strike="noStrike">
                <a:solidFill>
                  <a:srgbClr val="2f1f57"/>
                </a:solidFill>
                <a:latin typeface="Candara"/>
              </a:rPr>
              <a:t> by</a:t>
            </a:r>
            <a:r>
              <a:rPr b="1" lang="en-US" sz="2000" spc="-1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1" lang="en-US" sz="2000" spc="-1" strike="noStrike">
                <a:solidFill>
                  <a:srgbClr val="2f1f57"/>
                </a:solidFill>
                <a:latin typeface="Candara"/>
              </a:rPr>
              <a:t>Andrew</a:t>
            </a:r>
            <a:r>
              <a:rPr b="1" lang="en-US" sz="2000" spc="-12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1" lang="en-US" sz="2000" spc="-7" strike="noStrike">
                <a:solidFill>
                  <a:srgbClr val="2f1f57"/>
                </a:solidFill>
                <a:latin typeface="Candara"/>
              </a:rPr>
              <a:t>Magnusson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4"/>
              </a:spcBef>
              <a:tabLst>
                <a:tab algn="l" pos="355680"/>
                <a:tab algn="l" pos="356400"/>
                <a:tab algn="l" pos="92772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5680" indent="-343440" defTabSz="914400">
              <a:lnSpc>
                <a:spcPct val="100000"/>
              </a:lnSpc>
              <a:buClr>
                <a:srgbClr val="baaae2"/>
              </a:buClr>
              <a:buFont typeface="Candara"/>
              <a:buChar char="•"/>
              <a:tabLst>
                <a:tab algn="l" pos="355680"/>
                <a:tab algn="l" pos="356400"/>
                <a:tab algn="l" pos="927720"/>
              </a:tabLst>
            </a:pPr>
            <a:r>
              <a:rPr b="1" lang="en-US" sz="2000" spc="-1" strike="noStrike">
                <a:solidFill>
                  <a:srgbClr val="2f1f57"/>
                </a:solidFill>
                <a:latin typeface="Candara"/>
              </a:rPr>
              <a:t>•</a:t>
            </a:r>
            <a:r>
              <a:rPr b="1" lang="en-US" sz="2000" spc="-1" strike="noStrike">
                <a:solidFill>
                  <a:srgbClr val="2f1f57"/>
                </a:solidFill>
                <a:latin typeface="Candara"/>
              </a:rPr>
              <a:t>	</a:t>
            </a:r>
            <a:r>
              <a:rPr b="1" lang="en-US" sz="2000" spc="-7" strike="noStrike">
                <a:solidFill>
                  <a:srgbClr val="2f1f57"/>
                </a:solidFill>
                <a:latin typeface="Candara"/>
              </a:rPr>
              <a:t>Vulnerability</a:t>
            </a:r>
            <a:r>
              <a:rPr b="1" lang="en-US" sz="2000" spc="-4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1" lang="en-US" sz="2000" spc="-1" strike="noStrike">
                <a:solidFill>
                  <a:srgbClr val="2f1f57"/>
                </a:solidFill>
                <a:latin typeface="Candara"/>
              </a:rPr>
              <a:t>Management</a:t>
            </a:r>
            <a:r>
              <a:rPr b="1" lang="en-US" sz="2000" spc="-2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1" lang="en-US" sz="2000" spc="-1" strike="noStrike">
                <a:solidFill>
                  <a:srgbClr val="2f1f57"/>
                </a:solidFill>
                <a:latin typeface="Candara"/>
              </a:rPr>
              <a:t>2nd</a:t>
            </a:r>
            <a:r>
              <a:rPr b="1" lang="en-US" sz="2000" spc="-1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1" lang="en-US" sz="2000" spc="-1" strike="noStrike">
                <a:solidFill>
                  <a:srgbClr val="2f1f57"/>
                </a:solidFill>
                <a:latin typeface="Candara"/>
              </a:rPr>
              <a:t>Edition</a:t>
            </a:r>
            <a:r>
              <a:rPr b="1" lang="en-US" sz="2000" spc="-3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1" lang="en-US" sz="2000" spc="1" strike="noStrike">
                <a:solidFill>
                  <a:srgbClr val="2f1f57"/>
                </a:solidFill>
                <a:latin typeface="Candara"/>
              </a:rPr>
              <a:t>by</a:t>
            </a:r>
            <a:r>
              <a:rPr b="1" lang="en-US" sz="2000" spc="-1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1" lang="en-US" sz="2000" spc="-7" strike="noStrike">
                <a:solidFill>
                  <a:srgbClr val="2f1f57"/>
                </a:solidFill>
                <a:latin typeface="Candara"/>
              </a:rPr>
              <a:t>Park</a:t>
            </a:r>
            <a:r>
              <a:rPr b="1" lang="en-US" sz="2000" spc="2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1" lang="en-US" sz="2000" spc="-1" strike="noStrike">
                <a:solidFill>
                  <a:srgbClr val="2f1f57"/>
                </a:solidFill>
                <a:latin typeface="Candara"/>
              </a:rPr>
              <a:t>Foreman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"/>
              </a:spcBef>
              <a:tabLst>
                <a:tab algn="l" pos="355680"/>
                <a:tab algn="l" pos="356400"/>
                <a:tab algn="l" pos="92772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5680" indent="-343440" defTabSz="914400">
              <a:lnSpc>
                <a:spcPct val="100000"/>
              </a:lnSpc>
              <a:buClr>
                <a:srgbClr val="baaae2"/>
              </a:buClr>
              <a:buFont typeface="Candara"/>
              <a:buChar char="•"/>
              <a:tabLst>
                <a:tab algn="l" pos="355680"/>
                <a:tab algn="l" pos="356400"/>
                <a:tab algn="l" pos="927720"/>
              </a:tabLst>
            </a:pPr>
            <a:r>
              <a:rPr b="1" lang="en-US" sz="2000" spc="-1" strike="noStrike">
                <a:solidFill>
                  <a:srgbClr val="2f1f57"/>
                </a:solidFill>
                <a:latin typeface="Candara"/>
              </a:rPr>
              <a:t>•</a:t>
            </a:r>
            <a:r>
              <a:rPr b="1" lang="en-US" sz="2000" spc="-1" strike="noStrike">
                <a:solidFill>
                  <a:srgbClr val="2f1f57"/>
                </a:solidFill>
                <a:latin typeface="Candara"/>
              </a:rPr>
              <a:t>	</a:t>
            </a:r>
            <a:r>
              <a:rPr b="1" lang="en-US" sz="2000" spc="-7" strike="noStrike">
                <a:solidFill>
                  <a:srgbClr val="2f1f57"/>
                </a:solidFill>
                <a:latin typeface="Candara"/>
              </a:rPr>
              <a:t>Mastering </a:t>
            </a:r>
            <a:r>
              <a:rPr b="1" lang="en-US" sz="2000" spc="-1" strike="noStrike">
                <a:solidFill>
                  <a:srgbClr val="2f1f57"/>
                </a:solidFill>
                <a:latin typeface="Candara"/>
              </a:rPr>
              <a:t>Reverse Engineering: </a:t>
            </a:r>
            <a:r>
              <a:rPr b="1" lang="en-US" sz="2000" spc="-7" strike="noStrike">
                <a:solidFill>
                  <a:srgbClr val="2f1f57"/>
                </a:solidFill>
                <a:latin typeface="Candara"/>
              </a:rPr>
              <a:t>Re-engineer </a:t>
            </a:r>
            <a:r>
              <a:rPr b="1" lang="en-US" sz="2000" spc="-1" strike="noStrike">
                <a:solidFill>
                  <a:srgbClr val="2f1f57"/>
                </a:solidFill>
                <a:latin typeface="Candara"/>
              </a:rPr>
              <a:t>your ethical </a:t>
            </a:r>
            <a:r>
              <a:rPr b="1" lang="en-US" sz="2000" spc="-7" strike="noStrike">
                <a:solidFill>
                  <a:srgbClr val="2f1f57"/>
                </a:solidFill>
                <a:latin typeface="Candara"/>
              </a:rPr>
              <a:t>hacking </a:t>
            </a:r>
            <a:r>
              <a:rPr b="1" lang="en-US" sz="2000" spc="-420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1" lang="en-US" sz="2000" spc="-7" strike="noStrike">
                <a:solidFill>
                  <a:srgbClr val="2f1f57"/>
                </a:solidFill>
                <a:latin typeface="Candara"/>
              </a:rPr>
              <a:t>skills</a:t>
            </a:r>
            <a:r>
              <a:rPr b="1" lang="en-US" sz="2000" spc="-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1" lang="en-US" sz="2000" spc="1" strike="noStrike">
                <a:solidFill>
                  <a:srgbClr val="2f1f57"/>
                </a:solidFill>
                <a:latin typeface="Candara"/>
              </a:rPr>
              <a:t>by</a:t>
            </a:r>
            <a:r>
              <a:rPr b="1" lang="en-US" sz="2000" spc="-1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1" lang="en-US" sz="2000" spc="-1" strike="noStrike">
                <a:solidFill>
                  <a:srgbClr val="2f1f57"/>
                </a:solidFill>
                <a:latin typeface="Candara"/>
              </a:rPr>
              <a:t>Reginald</a:t>
            </a:r>
            <a:r>
              <a:rPr b="1" lang="en-US" sz="2000" spc="-3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1" lang="en-US" sz="2000" spc="-21" strike="noStrike">
                <a:solidFill>
                  <a:srgbClr val="2f1f57"/>
                </a:solidFill>
                <a:latin typeface="Candara"/>
              </a:rPr>
              <a:t>Wong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object 2" descr=""/>
          <p:cNvPicPr/>
          <p:nvPr/>
        </p:nvPicPr>
        <p:blipFill>
          <a:blip r:embed="rId1"/>
          <a:stretch/>
        </p:blipFill>
        <p:spPr>
          <a:xfrm>
            <a:off x="457200" y="1837800"/>
            <a:ext cx="9143280" cy="264600"/>
          </a:xfrm>
          <a:prstGeom prst="rect">
            <a:avLst/>
          </a:prstGeom>
          <a:ln w="0">
            <a:noFill/>
          </a:ln>
        </p:spPr>
      </p:pic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3538080" y="705240"/>
            <a:ext cx="2996640" cy="16585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5400" spc="-7" strike="noStrike">
                <a:solidFill>
                  <a:srgbClr val="2f1f57"/>
                </a:solidFill>
                <a:latin typeface="Candara"/>
              </a:rPr>
              <a:t>Security</a:t>
            </a:r>
            <a:r>
              <a:rPr b="0" lang="en-US" sz="5400" spc="-97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5400" spc="9" strike="noStrike">
                <a:solidFill>
                  <a:srgbClr val="2f1f57"/>
                </a:solidFill>
                <a:latin typeface="Candara"/>
              </a:rPr>
              <a:t>??</a:t>
            </a: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object 4"/>
          <p:cNvSpPr/>
          <p:nvPr/>
        </p:nvSpPr>
        <p:spPr>
          <a:xfrm>
            <a:off x="1329840" y="2135880"/>
            <a:ext cx="6783120" cy="338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2960" bIns="0" anchor="t">
            <a:spAutoFit/>
          </a:bodyPr>
          <a:p>
            <a:pPr marL="343080" indent="-343080" algn="r" defTabSz="914400">
              <a:lnSpc>
                <a:spcPct val="100000"/>
              </a:lnSpc>
              <a:spcBef>
                <a:spcPts val="811"/>
              </a:spcBef>
              <a:buClr>
                <a:srgbClr val="baaae2"/>
              </a:buClr>
              <a:buFont typeface="Symbol" charset="2"/>
              <a:buChar char=""/>
              <a:tabLst>
                <a:tab algn="l" pos="343080"/>
              </a:tabLst>
            </a:pPr>
            <a:r>
              <a:rPr b="0" lang="en-US" sz="3200" spc="-1" strike="noStrike">
                <a:solidFill>
                  <a:srgbClr val="2f1f57"/>
                </a:solidFill>
                <a:latin typeface="Candara"/>
              </a:rPr>
              <a:t>A</a:t>
            </a:r>
            <a:r>
              <a:rPr b="0" lang="en-US" sz="3200" spc="7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3200" spc="-7" strike="noStrike">
                <a:solidFill>
                  <a:srgbClr val="2f1f57"/>
                </a:solidFill>
                <a:latin typeface="Candara"/>
              </a:rPr>
              <a:t>condition</a:t>
            </a:r>
            <a:r>
              <a:rPr b="0" lang="en-US" sz="3200" spc="-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3200" spc="1" strike="noStrike">
                <a:solidFill>
                  <a:srgbClr val="2f1f57"/>
                </a:solidFill>
                <a:latin typeface="Candara"/>
              </a:rPr>
              <a:t>that</a:t>
            </a:r>
            <a:r>
              <a:rPr b="0" lang="en-US" sz="3200" spc="-26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3200" spc="-7" strike="noStrike">
                <a:solidFill>
                  <a:srgbClr val="2f1f57"/>
                </a:solidFill>
                <a:latin typeface="Candara"/>
              </a:rPr>
              <a:t>results</a:t>
            </a:r>
            <a:r>
              <a:rPr b="0" lang="en-US" sz="3200" spc="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3200" spc="-7" strike="noStrike">
                <a:solidFill>
                  <a:srgbClr val="2f1f57"/>
                </a:solidFill>
                <a:latin typeface="Candara"/>
              </a:rPr>
              <a:t>from</a:t>
            </a:r>
            <a:r>
              <a:rPr b="0" lang="en-US" sz="3200" spc="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3200" spc="-1" strike="noStrike">
                <a:solidFill>
                  <a:srgbClr val="2f1f57"/>
                </a:solidFill>
                <a:latin typeface="Candara"/>
              </a:rPr>
              <a:t>the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337680" indent="-337680" algn="r" defTabSz="914400">
              <a:lnSpc>
                <a:spcPct val="100000"/>
              </a:lnSpc>
              <a:spcBef>
                <a:spcPts val="621"/>
              </a:spcBef>
              <a:buClr>
                <a:srgbClr val="2f1f57"/>
              </a:buClr>
              <a:buFont typeface="Symbol" charset="2"/>
              <a:buChar char=""/>
              <a:tabLst>
                <a:tab algn="l" pos="337680"/>
              </a:tabLst>
            </a:pP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establishment</a:t>
            </a:r>
            <a:r>
              <a:rPr b="0" lang="en-US" sz="2800" spc="7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12" strike="noStrike">
                <a:solidFill>
                  <a:srgbClr val="2f1f57"/>
                </a:solidFill>
                <a:latin typeface="Candara"/>
              </a:rPr>
              <a:t>and</a:t>
            </a:r>
            <a:r>
              <a:rPr b="0" lang="en-US" sz="2800" spc="7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12" strike="noStrike">
                <a:solidFill>
                  <a:srgbClr val="2f1f57"/>
                </a:solidFill>
                <a:latin typeface="Candara"/>
              </a:rPr>
              <a:t>maintenance</a:t>
            </a:r>
            <a:r>
              <a:rPr b="0" lang="en-US" sz="2800" spc="26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of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698040" defTabSz="914400">
              <a:lnSpc>
                <a:spcPct val="100000"/>
              </a:lnSpc>
              <a:tabLst>
                <a:tab algn="l" pos="337680"/>
              </a:tabLst>
            </a:pPr>
            <a:r>
              <a:rPr b="1" lang="en-US" sz="2800" spc="-7" strike="noStrike">
                <a:solidFill>
                  <a:srgbClr val="2f1f57"/>
                </a:solidFill>
                <a:latin typeface="Candara"/>
              </a:rPr>
              <a:t>protective</a:t>
            </a:r>
            <a:r>
              <a:rPr b="1" lang="en-US" sz="2800" spc="-1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1" lang="en-US" sz="2800" spc="-12" strike="noStrike">
                <a:solidFill>
                  <a:srgbClr val="2f1f57"/>
                </a:solidFill>
                <a:latin typeface="Candara"/>
              </a:rPr>
              <a:t>measures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698400" indent="-337680" defTabSz="914400">
              <a:lnSpc>
                <a:spcPct val="100000"/>
              </a:lnSpc>
              <a:spcBef>
                <a:spcPts val="601"/>
              </a:spcBef>
              <a:buClr>
                <a:srgbClr val="2f1f57"/>
              </a:buClr>
              <a:buFont typeface="Symbol" charset="2"/>
              <a:buChar char=""/>
              <a:tabLst>
                <a:tab algn="l" pos="699120"/>
              </a:tabLst>
            </a:pP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that</a:t>
            </a:r>
            <a:r>
              <a:rPr b="0" lang="en-US" sz="2800" spc="-26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enables</a:t>
            </a:r>
            <a:r>
              <a:rPr b="0" lang="en-US" sz="2800" spc="-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an enterprise</a:t>
            </a:r>
            <a:r>
              <a:rPr b="0" lang="en-US" sz="2800" spc="-12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to</a:t>
            </a:r>
            <a:r>
              <a:rPr b="0" lang="en-US" sz="2800" spc="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perform</a:t>
            </a:r>
            <a:r>
              <a:rPr b="0" lang="en-US" sz="2800" spc="-26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12" strike="noStrike">
                <a:solidFill>
                  <a:srgbClr val="2f1f57"/>
                </a:solidFill>
                <a:latin typeface="Candara"/>
              </a:rPr>
              <a:t>its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698040" defTabSz="914400">
              <a:lnSpc>
                <a:spcPct val="100000"/>
              </a:lnSpc>
              <a:tabLst>
                <a:tab algn="l" pos="699120"/>
              </a:tabLst>
            </a:pPr>
            <a:r>
              <a:rPr b="1" lang="en-US" sz="2800" spc="-7" strike="noStrike">
                <a:solidFill>
                  <a:srgbClr val="2f1f57"/>
                </a:solidFill>
                <a:latin typeface="Candara"/>
              </a:rPr>
              <a:t>mission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698400" indent="-337680" defTabSz="914400">
              <a:lnSpc>
                <a:spcPct val="100000"/>
              </a:lnSpc>
              <a:spcBef>
                <a:spcPts val="601"/>
              </a:spcBef>
              <a:buClr>
                <a:srgbClr val="2f1f57"/>
              </a:buClr>
              <a:buFont typeface="Symbol" charset="2"/>
              <a:buChar char=""/>
              <a:tabLst>
                <a:tab algn="l" pos="699120"/>
              </a:tabLst>
            </a:pP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despite</a:t>
            </a:r>
            <a:r>
              <a:rPr b="0" lang="en-US" sz="2800" spc="-2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1" lang="en-US" sz="2800" spc="-7" strike="noStrike">
                <a:solidFill>
                  <a:srgbClr val="2f1f57"/>
                </a:solidFill>
                <a:latin typeface="Candara"/>
              </a:rPr>
              <a:t>risks</a:t>
            </a:r>
            <a:r>
              <a:rPr b="1" lang="en-US" sz="2800" spc="-12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posed</a:t>
            </a:r>
            <a:r>
              <a:rPr b="0" lang="en-US" sz="2800" spc="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15" strike="noStrike">
                <a:solidFill>
                  <a:srgbClr val="2f1f57"/>
                </a:solidFill>
                <a:latin typeface="Candara"/>
              </a:rPr>
              <a:t>by</a:t>
            </a:r>
            <a:r>
              <a:rPr b="0" lang="en-US" sz="2800" spc="9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the threats.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object 5"/>
          <p:cNvSpPr/>
          <p:nvPr/>
        </p:nvSpPr>
        <p:spPr>
          <a:xfrm>
            <a:off x="1679040" y="5882760"/>
            <a:ext cx="6197400" cy="80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8920" bIns="0" anchor="t">
            <a:spAutoFit/>
          </a:bodyPr>
          <a:p>
            <a:pPr marL="349200" indent="-337320" defTabSz="914400">
              <a:lnSpc>
                <a:spcPct val="100000"/>
              </a:lnSpc>
              <a:spcBef>
                <a:spcPts val="700"/>
              </a:spcBef>
              <a:buClr>
                <a:srgbClr val="2f1f57"/>
              </a:buClr>
              <a:buFont typeface="Symbol" charset="2"/>
              <a:buChar char=""/>
              <a:tabLst>
                <a:tab algn="l" pos="349200"/>
                <a:tab algn="l" pos="349920"/>
              </a:tabLst>
            </a:pPr>
            <a:r>
              <a:rPr b="0" lang="en-US" sz="1400" spc="-1" strike="noStrike">
                <a:solidFill>
                  <a:srgbClr val="2f1f57"/>
                </a:solidFill>
                <a:latin typeface="Candara"/>
              </a:rPr>
              <a:t>Ref:</a:t>
            </a:r>
            <a:r>
              <a:rPr b="0" lang="en-US" sz="1400" spc="-26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1400" spc="-7" strike="noStrike">
                <a:solidFill>
                  <a:srgbClr val="2f1f57"/>
                </a:solidFill>
                <a:latin typeface="Candara"/>
              </a:rPr>
              <a:t>NIST</a:t>
            </a:r>
            <a:r>
              <a:rPr b="0" lang="en-US" sz="1400" spc="-2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1400" spc="-7" strike="noStrike">
                <a:solidFill>
                  <a:srgbClr val="2f1f57"/>
                </a:solidFill>
                <a:latin typeface="Candara"/>
              </a:rPr>
              <a:t>Glossary</a:t>
            </a:r>
            <a:r>
              <a:rPr b="0" lang="en-US" sz="1400" spc="1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1400" spc="-1" strike="noStrike">
                <a:solidFill>
                  <a:srgbClr val="2f1f57"/>
                </a:solidFill>
                <a:latin typeface="Candara"/>
              </a:rPr>
              <a:t>of</a:t>
            </a:r>
            <a:r>
              <a:rPr b="0" lang="en-US" sz="1400" spc="-7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1400" spc="-1" strike="noStrike">
                <a:solidFill>
                  <a:srgbClr val="2f1f57"/>
                </a:solidFill>
                <a:latin typeface="Candara"/>
              </a:rPr>
              <a:t>Key</a:t>
            </a:r>
            <a:r>
              <a:rPr b="0" lang="en-US" sz="1400" spc="-26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1400" spc="-7" strike="noStrike">
                <a:solidFill>
                  <a:srgbClr val="2f1f57"/>
                </a:solidFill>
                <a:latin typeface="Candara"/>
              </a:rPr>
              <a:t>Information</a:t>
            </a:r>
            <a:r>
              <a:rPr b="0" lang="en-US" sz="1400" spc="3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1400" spc="-7" strike="noStrike">
                <a:solidFill>
                  <a:srgbClr val="2f1f57"/>
                </a:solidFill>
                <a:latin typeface="Candara"/>
              </a:rPr>
              <a:t>Security</a:t>
            </a:r>
            <a:r>
              <a:rPr b="0" lang="en-US" sz="1400" spc="-26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1400" spc="-15" strike="noStrike">
                <a:solidFill>
                  <a:srgbClr val="2f1f57"/>
                </a:solidFill>
                <a:latin typeface="Candara"/>
              </a:rPr>
              <a:t>Terms</a:t>
            </a:r>
            <a:r>
              <a:rPr b="0" lang="en-US" sz="1400" spc="-2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1400" spc="-7" strike="noStrike">
                <a:solidFill>
                  <a:srgbClr val="2f1f57"/>
                </a:solidFill>
                <a:latin typeface="Candara"/>
              </a:rPr>
              <a:t>NIST</a:t>
            </a:r>
            <a:r>
              <a:rPr b="0" lang="en-US" sz="1400" spc="-1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1400" spc="-1" strike="noStrike">
                <a:solidFill>
                  <a:srgbClr val="2f1f57"/>
                </a:solidFill>
                <a:latin typeface="Candara"/>
              </a:rPr>
              <a:t>IR </a:t>
            </a:r>
            <a:r>
              <a:rPr b="0" lang="en-US" sz="1400" spc="-7" strike="noStrike">
                <a:solidFill>
                  <a:srgbClr val="2f1f57"/>
                </a:solidFill>
                <a:latin typeface="Candara"/>
              </a:rPr>
              <a:t>7298</a:t>
            </a:r>
            <a:r>
              <a:rPr b="0" lang="en-US" sz="1400" spc="9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1400" spc="-7" strike="noStrike">
                <a:solidFill>
                  <a:srgbClr val="2f1f57"/>
                </a:solidFill>
                <a:latin typeface="Candara"/>
              </a:rPr>
              <a:t>Rev.</a:t>
            </a:r>
            <a:r>
              <a:rPr b="0" lang="en-US" sz="1400" spc="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1400" spc="-7" strike="noStrike">
                <a:solidFill>
                  <a:srgbClr val="2f1f57"/>
                </a:solidFill>
                <a:latin typeface="Candara"/>
              </a:rPr>
              <a:t>2,</a:t>
            </a:r>
            <a:r>
              <a:rPr b="0" lang="en-US" sz="1400" spc="-12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1400" spc="-1" strike="noStrike">
                <a:solidFill>
                  <a:srgbClr val="2f1f57"/>
                </a:solidFill>
                <a:latin typeface="Candara"/>
              </a:rPr>
              <a:t>2013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49200" indent="-337320" defTabSz="914400">
              <a:lnSpc>
                <a:spcPct val="100000"/>
              </a:lnSpc>
              <a:spcBef>
                <a:spcPts val="601"/>
              </a:spcBef>
              <a:buClr>
                <a:srgbClr val="2f1f57"/>
              </a:buClr>
              <a:buFont typeface="Symbol" charset="2"/>
              <a:buChar char=""/>
              <a:tabLst>
                <a:tab algn="l" pos="349200"/>
                <a:tab algn="l" pos="349920"/>
              </a:tabLst>
            </a:pPr>
            <a:r>
              <a:rPr b="0" lang="en-US" sz="1400" spc="-7" strike="noStrike">
                <a:solidFill>
                  <a:srgbClr val="2f1f57"/>
                </a:solidFill>
                <a:latin typeface="Candara"/>
              </a:rPr>
              <a:t>National</a:t>
            </a:r>
            <a:r>
              <a:rPr b="0" lang="en-US" sz="1400" spc="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1400" spc="-7" strike="noStrike">
                <a:solidFill>
                  <a:srgbClr val="2f1f57"/>
                </a:solidFill>
                <a:latin typeface="Candara"/>
              </a:rPr>
              <a:t>Institute</a:t>
            </a:r>
            <a:r>
              <a:rPr b="0" lang="en-US" sz="1400" spc="-32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1400" spc="-12" strike="noStrike">
                <a:solidFill>
                  <a:srgbClr val="2f1f57"/>
                </a:solidFill>
                <a:latin typeface="Candara"/>
              </a:rPr>
              <a:t>of</a:t>
            </a:r>
            <a:r>
              <a:rPr b="0" lang="en-US" sz="1400" spc="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1400" spc="-7" strike="noStrike">
                <a:solidFill>
                  <a:srgbClr val="2f1f57"/>
                </a:solidFill>
                <a:latin typeface="Candara"/>
              </a:rPr>
              <a:t>Standards</a:t>
            </a:r>
            <a:r>
              <a:rPr b="0" lang="en-US" sz="1400" spc="1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1400" spc="-12" strike="noStrike">
                <a:solidFill>
                  <a:srgbClr val="2f1f57"/>
                </a:solidFill>
                <a:latin typeface="Candara"/>
              </a:rPr>
              <a:t>and</a:t>
            </a:r>
            <a:r>
              <a:rPr b="0" lang="en-US" sz="1400" spc="1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1400" spc="-12" strike="noStrike">
                <a:solidFill>
                  <a:srgbClr val="2f1f57"/>
                </a:solidFill>
                <a:latin typeface="Candara"/>
              </a:rPr>
              <a:t>Technology</a:t>
            </a:r>
            <a:r>
              <a:rPr b="0" lang="en-US" sz="1400" spc="-7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1400" spc="-1" strike="noStrike">
                <a:solidFill>
                  <a:srgbClr val="2f1f57"/>
                </a:solidFill>
                <a:latin typeface="Candara"/>
              </a:rPr>
              <a:t>(NIST),</a:t>
            </a:r>
            <a:r>
              <a:rPr b="0" lang="en-US" sz="1400" spc="-1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1400" spc="-7" strike="noStrike">
                <a:solidFill>
                  <a:srgbClr val="2f1f57"/>
                </a:solidFill>
                <a:latin typeface="Candara"/>
              </a:rPr>
              <a:t>USA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object 2" descr=""/>
          <p:cNvPicPr/>
          <p:nvPr/>
        </p:nvPicPr>
        <p:blipFill>
          <a:blip r:embed="rId1"/>
          <a:stretch/>
        </p:blipFill>
        <p:spPr>
          <a:xfrm>
            <a:off x="457200" y="1837800"/>
            <a:ext cx="9143280" cy="264600"/>
          </a:xfrm>
          <a:prstGeom prst="rect">
            <a:avLst/>
          </a:prstGeom>
          <a:ln w="0">
            <a:noFill/>
          </a:ln>
        </p:spPr>
      </p:pic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3538080" y="705240"/>
            <a:ext cx="2996640" cy="16585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5400" spc="-7" strike="noStrike">
                <a:solidFill>
                  <a:srgbClr val="2f1f57"/>
                </a:solidFill>
                <a:latin typeface="Candara"/>
              </a:rPr>
              <a:t>Security</a:t>
            </a:r>
            <a:r>
              <a:rPr b="0" lang="en-US" sz="5400" spc="-97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5400" spc="9" strike="noStrike">
                <a:solidFill>
                  <a:srgbClr val="2f1f57"/>
                </a:solidFill>
                <a:latin typeface="Candara"/>
              </a:rPr>
              <a:t>??</a:t>
            </a: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9" name="object 4" descr=""/>
          <p:cNvPicPr/>
          <p:nvPr/>
        </p:nvPicPr>
        <p:blipFill>
          <a:blip r:embed="rId2"/>
          <a:stretch/>
        </p:blipFill>
        <p:spPr>
          <a:xfrm>
            <a:off x="2455200" y="2302920"/>
            <a:ext cx="5160960" cy="4037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object 2" descr=""/>
          <p:cNvPicPr/>
          <p:nvPr/>
        </p:nvPicPr>
        <p:blipFill>
          <a:blip r:embed="rId1"/>
          <a:stretch/>
        </p:blipFill>
        <p:spPr>
          <a:xfrm>
            <a:off x="457200" y="1837800"/>
            <a:ext cx="9143280" cy="264600"/>
          </a:xfrm>
          <a:prstGeom prst="rect">
            <a:avLst/>
          </a:prstGeom>
          <a:ln w="0">
            <a:noFill/>
          </a:ln>
        </p:spPr>
      </p:pic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2046240" y="324000"/>
            <a:ext cx="5981040" cy="2372040"/>
          </a:xfrm>
          <a:prstGeom prst="rect">
            <a:avLst/>
          </a:prstGeom>
          <a:noFill/>
          <a:ln w="0">
            <a:noFill/>
          </a:ln>
        </p:spPr>
        <p:txBody>
          <a:bodyPr lIns="0" rIns="0" tIns="85680" bIns="0" anchor="t">
            <a:noAutofit/>
          </a:bodyPr>
          <a:p>
            <a:pPr marL="12600" indent="490320">
              <a:lnSpc>
                <a:spcPts val="6001"/>
              </a:lnSpc>
              <a:spcBef>
                <a:spcPts val="675"/>
              </a:spcBef>
              <a:buNone/>
              <a:tabLst>
                <a:tab algn="l" pos="0"/>
              </a:tabLst>
            </a:pPr>
            <a:r>
              <a:rPr b="0" lang="en-US" sz="5400" spc="-7" strike="noStrike">
                <a:solidFill>
                  <a:srgbClr val="2f1f57"/>
                </a:solidFill>
                <a:latin typeface="Candara"/>
              </a:rPr>
              <a:t>Core</a:t>
            </a:r>
            <a:r>
              <a:rPr b="0" lang="en-US" sz="5400" spc="-7" strike="noStrike">
                <a:solidFill>
                  <a:srgbClr val="2f1f57"/>
                </a:solidFill>
                <a:latin typeface="Candara"/>
              </a:rPr>
              <a:t>	</a:t>
            </a:r>
            <a:r>
              <a:rPr b="0" lang="en-US" sz="5400" spc="-7" strike="noStrike">
                <a:solidFill>
                  <a:srgbClr val="2f1f57"/>
                </a:solidFill>
                <a:latin typeface="Candara"/>
              </a:rPr>
              <a:t>Concepts</a:t>
            </a:r>
            <a:r>
              <a:rPr b="0" lang="en-US" sz="5400" spc="-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5400" spc="-26" strike="noStrike">
                <a:solidFill>
                  <a:srgbClr val="2f1f57"/>
                </a:solidFill>
                <a:latin typeface="Candara"/>
              </a:rPr>
              <a:t>of </a:t>
            </a:r>
            <a:r>
              <a:rPr b="0" lang="en-US" sz="5400" spc="-2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5400" spc="-7" strike="noStrike">
                <a:solidFill>
                  <a:srgbClr val="2f1f57"/>
                </a:solidFill>
                <a:latin typeface="Candara"/>
              </a:rPr>
              <a:t>Information</a:t>
            </a:r>
            <a:r>
              <a:rPr b="0" lang="en-US" sz="5400" spc="-72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5400" spc="-1" strike="noStrike">
                <a:solidFill>
                  <a:srgbClr val="2f1f57"/>
                </a:solidFill>
                <a:latin typeface="Candara"/>
              </a:rPr>
              <a:t>Security</a:t>
            </a: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644040" y="1930320"/>
            <a:ext cx="8694360" cy="442944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355680" indent="-343440">
              <a:lnSpc>
                <a:spcPct val="100000"/>
              </a:lnSpc>
              <a:spcBef>
                <a:spcPts val="96"/>
              </a:spcBef>
              <a:buClr>
                <a:srgbClr val="baaae2"/>
              </a:buClr>
              <a:buFont typeface="Symbol" charset="2"/>
              <a:buChar char=""/>
              <a:tabLst>
                <a:tab algn="l" pos="356400"/>
              </a:tabLst>
            </a:pPr>
            <a:r>
              <a:rPr b="0" lang="en-US" sz="2800" spc="-12" strike="noStrike">
                <a:solidFill>
                  <a:srgbClr val="2f1f57"/>
                </a:solidFill>
                <a:latin typeface="Candara"/>
              </a:rPr>
              <a:t>Core 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concepts of information </a:t>
            </a:r>
            <a:r>
              <a:rPr b="0" lang="en-US" sz="2800" spc="-1" strike="noStrike">
                <a:solidFill>
                  <a:srgbClr val="2f1f57"/>
                </a:solidFill>
                <a:latin typeface="Candara"/>
              </a:rPr>
              <a:t>security are </a:t>
            </a:r>
            <a:r>
              <a:rPr b="0" lang="en-US" sz="2800" spc="-596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Confidentiality,</a:t>
            </a:r>
            <a:r>
              <a:rPr b="0" lang="en-US" sz="2800" spc="-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Integrity,</a:t>
            </a:r>
            <a:r>
              <a:rPr b="0" lang="en-US" sz="2800" spc="-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12" strike="noStrike">
                <a:solidFill>
                  <a:srgbClr val="2f1f57"/>
                </a:solidFill>
                <a:latin typeface="Candara"/>
              </a:rPr>
              <a:t>and</a:t>
            </a:r>
            <a:r>
              <a:rPr b="0" lang="en-US" sz="2800" spc="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12" strike="noStrike">
                <a:solidFill>
                  <a:srgbClr val="2f1f57"/>
                </a:solidFill>
                <a:latin typeface="Candara"/>
              </a:rPr>
              <a:t>Availability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355680" indent="-343440">
              <a:lnSpc>
                <a:spcPct val="100000"/>
              </a:lnSpc>
              <a:spcBef>
                <a:spcPts val="2401"/>
              </a:spcBef>
              <a:buClr>
                <a:srgbClr val="baaae2"/>
              </a:buClr>
              <a:buFont typeface="Symbol" charset="2"/>
              <a:buChar char=""/>
              <a:tabLst>
                <a:tab algn="l" pos="356400"/>
              </a:tabLst>
            </a:pPr>
            <a:r>
              <a:rPr b="0" lang="en-US" sz="2800" spc="-1" strike="noStrike">
                <a:solidFill>
                  <a:srgbClr val="2f1f57"/>
                </a:solidFill>
                <a:latin typeface="Candara"/>
              </a:rPr>
              <a:t>These</a:t>
            </a:r>
            <a:r>
              <a:rPr b="0" lang="en-US" sz="2800" spc="-1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12" strike="noStrike">
                <a:solidFill>
                  <a:srgbClr val="2f1f57"/>
                </a:solidFill>
                <a:latin typeface="Candara"/>
              </a:rPr>
              <a:t>must</a:t>
            </a:r>
            <a:r>
              <a:rPr b="0" lang="en-US" sz="2800" spc="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15" strike="noStrike">
                <a:solidFill>
                  <a:srgbClr val="2f1f57"/>
                </a:solidFill>
                <a:latin typeface="Candara"/>
              </a:rPr>
              <a:t>be</a:t>
            </a:r>
            <a:r>
              <a:rPr b="0" lang="en-US" sz="2800" spc="1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supported</a:t>
            </a:r>
            <a:r>
              <a:rPr b="0" lang="en-US" sz="2800" spc="-3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1" strike="noStrike">
                <a:solidFill>
                  <a:srgbClr val="2f1f57"/>
                </a:solidFill>
                <a:latin typeface="Candara"/>
              </a:rPr>
              <a:t>by</a:t>
            </a:r>
            <a:r>
              <a:rPr b="0" lang="en-US" sz="2800" spc="-1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adequate</a:t>
            </a:r>
            <a:r>
              <a:rPr b="0" lang="en-US" sz="2800" spc="1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security</a:t>
            </a:r>
            <a:r>
              <a:rPr b="0" lang="en-US" sz="2800" spc="-2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controls </a:t>
            </a:r>
            <a:r>
              <a:rPr b="0" lang="en-US" sz="2800" spc="-59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to</a:t>
            </a:r>
            <a:r>
              <a:rPr b="0" lang="en-US" sz="2800" spc="7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mitigate</a:t>
            </a:r>
            <a:r>
              <a:rPr b="0" lang="en-US" sz="2800" spc="-32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the</a:t>
            </a:r>
            <a:r>
              <a:rPr b="0" lang="en-US" sz="2800" spc="26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risks</a:t>
            </a:r>
            <a:r>
              <a:rPr b="0" lang="en-US" sz="2800" spc="-2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of</a:t>
            </a:r>
            <a:r>
              <a:rPr b="0" lang="en-US" sz="2800" spc="7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disclosure,</a:t>
            </a:r>
            <a:r>
              <a:rPr b="0" lang="en-US" sz="2800" spc="-26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corruption,</a:t>
            </a:r>
            <a:r>
              <a:rPr b="0" lang="en-US" sz="2800" spc="-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12" strike="noStrike">
                <a:solidFill>
                  <a:srgbClr val="2f1f57"/>
                </a:solidFill>
                <a:latin typeface="Candara"/>
              </a:rPr>
              <a:t>and 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 disruption.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3" name="object 5" descr=""/>
          <p:cNvPicPr/>
          <p:nvPr/>
        </p:nvPicPr>
        <p:blipFill>
          <a:blip r:embed="rId2"/>
          <a:stretch/>
        </p:blipFill>
        <p:spPr>
          <a:xfrm>
            <a:off x="3584520" y="4169520"/>
            <a:ext cx="3201120" cy="3029040"/>
          </a:xfrm>
          <a:prstGeom prst="rect">
            <a:avLst/>
          </a:prstGeom>
          <a:ln w="0">
            <a:noFill/>
          </a:ln>
        </p:spPr>
      </p:pic>
      <p:sp>
        <p:nvSpPr>
          <p:cNvPr id="74" name="object 6"/>
          <p:cNvSpPr/>
          <p:nvPr/>
        </p:nvSpPr>
        <p:spPr>
          <a:xfrm>
            <a:off x="4640040" y="5368680"/>
            <a:ext cx="1003320" cy="49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 indent="234360" defTabSz="914400">
              <a:lnSpc>
                <a:spcPct val="100000"/>
              </a:lnSpc>
              <a:spcBef>
                <a:spcPts val="96"/>
              </a:spcBef>
              <a:tabLst>
                <a:tab algn="l" pos="0"/>
              </a:tabLst>
            </a:pPr>
            <a:r>
              <a:rPr b="0" lang="en-US" sz="1600" spc="-12" strike="noStrike">
                <a:solidFill>
                  <a:schemeClr val="dk1"/>
                </a:solidFill>
                <a:latin typeface="Calibri"/>
              </a:rPr>
              <a:t>Data/ </a:t>
            </a:r>
            <a:r>
              <a:rPr b="0" lang="en-US" sz="1600" spc="-7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1600" spc="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1600" spc="-32" strike="noStrike">
                <a:solidFill>
                  <a:schemeClr val="dk1"/>
                </a:solidFill>
                <a:latin typeface="Calibri"/>
              </a:rPr>
              <a:t>nf</a:t>
            </a:r>
            <a:r>
              <a:rPr b="0" lang="en-US" sz="1600" spc="-7" strike="noStrike">
                <a:solidFill>
                  <a:schemeClr val="dk1"/>
                </a:solidFill>
                <a:latin typeface="Calibri"/>
              </a:rPr>
              <a:t>o</a:t>
            </a:r>
            <a:r>
              <a:rPr b="0" lang="en-US" sz="1600" spc="-21" strike="noStrike">
                <a:solidFill>
                  <a:schemeClr val="dk1"/>
                </a:solidFill>
                <a:latin typeface="Calibri"/>
              </a:rPr>
              <a:t>r</a:t>
            </a:r>
            <a:r>
              <a:rPr b="0" lang="en-US" sz="1600" spc="-7" strike="noStrike">
                <a:solidFill>
                  <a:schemeClr val="dk1"/>
                </a:solidFill>
                <a:latin typeface="Calibri"/>
              </a:rPr>
              <a:t>m</a:t>
            </a:r>
            <a:r>
              <a:rPr b="0" lang="en-US" sz="1600" spc="-21" strike="noStrike">
                <a:solidFill>
                  <a:schemeClr val="dk1"/>
                </a:solidFill>
                <a:latin typeface="Calibri"/>
              </a:rPr>
              <a:t>a</a:t>
            </a: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1600" spc="-7" strike="noStrike">
                <a:solidFill>
                  <a:schemeClr val="dk1"/>
                </a:solidFill>
                <a:latin typeface="Calibri"/>
              </a:rPr>
              <a:t>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object 2" descr=""/>
          <p:cNvPicPr/>
          <p:nvPr/>
        </p:nvPicPr>
        <p:blipFill>
          <a:blip r:embed="rId1"/>
          <a:stretch/>
        </p:blipFill>
        <p:spPr>
          <a:xfrm>
            <a:off x="457200" y="1837800"/>
            <a:ext cx="9143280" cy="264600"/>
          </a:xfrm>
          <a:prstGeom prst="rect">
            <a:avLst/>
          </a:prstGeom>
          <a:ln w="0">
            <a:noFill/>
          </a:ln>
        </p:spPr>
      </p:pic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1828800" y="705240"/>
            <a:ext cx="5330880" cy="16585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rgbClr val="2f1f57"/>
                </a:solidFill>
                <a:latin typeface="Candara"/>
              </a:rPr>
              <a:t>C</a:t>
            </a:r>
            <a:r>
              <a:rPr b="0" lang="en-US" sz="5400" spc="1" strike="noStrike">
                <a:solidFill>
                  <a:srgbClr val="2f1f57"/>
                </a:solidFill>
                <a:latin typeface="Candara"/>
              </a:rPr>
              <a:t>o</a:t>
            </a:r>
            <a:r>
              <a:rPr b="0" lang="en-US" sz="5400" spc="-12" strike="noStrike">
                <a:solidFill>
                  <a:srgbClr val="2f1f57"/>
                </a:solidFill>
                <a:latin typeface="Candara"/>
              </a:rPr>
              <a:t>n</a:t>
            </a:r>
            <a:r>
              <a:rPr b="0" lang="en-US" sz="5400" spc="1" strike="noStrike">
                <a:solidFill>
                  <a:srgbClr val="2f1f57"/>
                </a:solidFill>
                <a:latin typeface="Candara"/>
              </a:rPr>
              <a:t>f</a:t>
            </a:r>
            <a:r>
              <a:rPr b="0" lang="en-US" sz="5400" spc="-46" strike="noStrike">
                <a:solidFill>
                  <a:srgbClr val="2f1f57"/>
                </a:solidFill>
                <a:latin typeface="Candara"/>
              </a:rPr>
              <a:t>i</a:t>
            </a:r>
            <a:r>
              <a:rPr b="0" lang="en-US" sz="5400" spc="46" strike="noStrike">
                <a:solidFill>
                  <a:srgbClr val="2f1f57"/>
                </a:solidFill>
                <a:latin typeface="Candara"/>
              </a:rPr>
              <a:t>d</a:t>
            </a:r>
            <a:r>
              <a:rPr b="0" lang="en-US" sz="5400" spc="-21" strike="noStrike">
                <a:solidFill>
                  <a:srgbClr val="2f1f57"/>
                </a:solidFill>
                <a:latin typeface="Candara"/>
              </a:rPr>
              <a:t>e</a:t>
            </a:r>
            <a:r>
              <a:rPr b="0" lang="en-US" sz="5400" spc="-12" strike="noStrike">
                <a:solidFill>
                  <a:srgbClr val="2f1f57"/>
                </a:solidFill>
                <a:latin typeface="Candara"/>
              </a:rPr>
              <a:t>n</a:t>
            </a:r>
            <a:r>
              <a:rPr b="0" lang="en-US" sz="5400" spc="1" strike="noStrike">
                <a:solidFill>
                  <a:srgbClr val="2f1f57"/>
                </a:solidFill>
                <a:latin typeface="Candara"/>
              </a:rPr>
              <a:t>t</a:t>
            </a:r>
            <a:r>
              <a:rPr b="0" lang="en-US" sz="5400" spc="7" strike="noStrike">
                <a:solidFill>
                  <a:srgbClr val="2f1f57"/>
                </a:solidFill>
                <a:latin typeface="Candara"/>
              </a:rPr>
              <a:t>i</a:t>
            </a:r>
            <a:r>
              <a:rPr b="0" lang="en-US" sz="5400" spc="-7" strike="noStrike">
                <a:solidFill>
                  <a:srgbClr val="2f1f57"/>
                </a:solidFill>
                <a:latin typeface="Candara"/>
              </a:rPr>
              <a:t>a</a:t>
            </a:r>
            <a:r>
              <a:rPr b="0" lang="en-US" sz="5400" spc="1" strike="noStrike">
                <a:solidFill>
                  <a:srgbClr val="2f1f57"/>
                </a:solidFill>
                <a:latin typeface="Candara"/>
              </a:rPr>
              <a:t>l</a:t>
            </a:r>
            <a:r>
              <a:rPr b="0" lang="en-US" sz="5400" spc="7" strike="noStrike">
                <a:solidFill>
                  <a:srgbClr val="2f1f57"/>
                </a:solidFill>
                <a:latin typeface="Candara"/>
              </a:rPr>
              <a:t>i</a:t>
            </a:r>
            <a:r>
              <a:rPr b="0" lang="en-US" sz="5400" spc="1" strike="noStrike">
                <a:solidFill>
                  <a:srgbClr val="2f1f57"/>
                </a:solidFill>
                <a:latin typeface="Candara"/>
              </a:rPr>
              <a:t>t</a:t>
            </a:r>
            <a:r>
              <a:rPr b="0" lang="en-US" sz="5400" spc="-1" strike="noStrike">
                <a:solidFill>
                  <a:srgbClr val="2f1f57"/>
                </a:solidFill>
                <a:latin typeface="Candara"/>
              </a:rPr>
              <a:t>y</a:t>
            </a: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object 4"/>
          <p:cNvSpPr/>
          <p:nvPr/>
        </p:nvSpPr>
        <p:spPr>
          <a:xfrm>
            <a:off x="685800" y="1943640"/>
            <a:ext cx="8229240" cy="450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54960" indent="-343080" defTabSz="914400">
              <a:lnSpc>
                <a:spcPct val="100000"/>
              </a:lnSpc>
              <a:spcBef>
                <a:spcPts val="99"/>
              </a:spcBef>
              <a:buClr>
                <a:srgbClr val="baaae2"/>
              </a:buClr>
              <a:buFont typeface="Symbol" charset="2"/>
              <a:buChar char=""/>
              <a:tabLst>
                <a:tab algn="l" pos="354960"/>
                <a:tab algn="l" pos="355680"/>
              </a:tabLst>
            </a:pP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Only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authorized</a:t>
            </a:r>
            <a:r>
              <a:rPr b="0" lang="en-US" sz="2400" spc="9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individual/processes</a:t>
            </a:r>
            <a:r>
              <a:rPr b="0" lang="en-US" sz="2400" spc="-12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should</a:t>
            </a:r>
            <a:r>
              <a:rPr b="0" lang="en-US" sz="2400" spc="9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have </a:t>
            </a:r>
            <a:r>
              <a:rPr b="0" lang="en-US" sz="2400" spc="-50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access</a:t>
            </a:r>
            <a:r>
              <a:rPr b="0" lang="en-US" sz="2400" spc="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to</a:t>
            </a:r>
            <a:r>
              <a:rPr b="0" lang="en-US" sz="2400" spc="-2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information</a:t>
            </a:r>
            <a:r>
              <a:rPr b="0" lang="en-US" sz="2400" spc="-26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on</a:t>
            </a:r>
            <a:r>
              <a:rPr b="0" lang="en-US" sz="2400" spc="-2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a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need-to-know</a:t>
            </a:r>
            <a:r>
              <a:rPr b="0" lang="en-US" sz="2400" spc="7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basis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4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spcBef>
                <a:spcPts val="6"/>
              </a:spcBef>
              <a:buClr>
                <a:srgbClr val="baaae2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Supports</a:t>
            </a:r>
            <a:r>
              <a:rPr b="0" lang="en-US" sz="2400" spc="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the</a:t>
            </a:r>
            <a:r>
              <a:rPr b="0" lang="en-US" sz="2400" spc="1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principle</a:t>
            </a:r>
            <a:r>
              <a:rPr b="0" lang="en-US" sz="2400" spc="9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of</a:t>
            </a:r>
            <a:r>
              <a:rPr b="0" lang="en-US" sz="2400" spc="-1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least</a:t>
            </a:r>
            <a:r>
              <a:rPr b="0" lang="en-US" sz="2400" spc="-2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privilege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4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buClr>
                <a:srgbClr val="baaae2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Data</a:t>
            </a:r>
            <a:r>
              <a:rPr b="0" lang="en-US" sz="2400" spc="-26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Classification</a:t>
            </a:r>
            <a:r>
              <a:rPr b="0" lang="en-US" sz="2400" spc="-52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helps</a:t>
            </a:r>
            <a:r>
              <a:rPr b="0" lang="en-US" sz="2400" spc="7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to</a:t>
            </a:r>
            <a:r>
              <a:rPr b="0" lang="en-US" sz="2400" spc="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enforce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 least</a:t>
            </a:r>
            <a:r>
              <a:rPr b="0" lang="en-US" sz="2400" spc="-2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privilege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4960" indent="-343080" defTabSz="914400">
              <a:lnSpc>
                <a:spcPct val="100000"/>
              </a:lnSpc>
              <a:buClr>
                <a:srgbClr val="baaae2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Access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Control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through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identification,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authentication, </a:t>
            </a:r>
            <a:r>
              <a:rPr b="0" lang="en-US" sz="2400" spc="-51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and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 authorization</a:t>
            </a:r>
            <a:r>
              <a:rPr b="0" lang="en-US" sz="2400" spc="-2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helps</a:t>
            </a:r>
            <a:r>
              <a:rPr b="0" lang="en-US" sz="2400" spc="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to</a:t>
            </a:r>
            <a:r>
              <a:rPr b="0" lang="en-US" sz="2400" spc="7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stop</a:t>
            </a:r>
            <a:r>
              <a:rPr b="0" lang="en-US" sz="2400" spc="-3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the</a:t>
            </a:r>
            <a:r>
              <a:rPr b="0" lang="en-US" sz="2400" spc="1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access</a:t>
            </a:r>
            <a:r>
              <a:rPr b="0" lang="en-US" sz="2400" spc="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of </a:t>
            </a:r>
            <a:r>
              <a:rPr b="0" lang="en-US" sz="2400" spc="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unauthorized</a:t>
            </a:r>
            <a:r>
              <a:rPr b="0" lang="en-US" sz="2400" spc="2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persons</a:t>
            </a:r>
            <a:r>
              <a:rPr b="0" lang="en-US" sz="2400" spc="7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to</a:t>
            </a:r>
            <a:r>
              <a:rPr b="0" lang="en-US" sz="2400" spc="-1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information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4960" indent="-343080" defTabSz="914400">
              <a:lnSpc>
                <a:spcPct val="100000"/>
              </a:lnSpc>
              <a:buClr>
                <a:srgbClr val="baaae2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Encryption helps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to protect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the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information even if </a:t>
            </a:r>
            <a:r>
              <a:rPr b="0" lang="en-US" sz="2400" spc="-51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attacker</a:t>
            </a:r>
            <a:r>
              <a:rPr b="0" lang="en-US" sz="2400" spc="-12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has</a:t>
            </a:r>
            <a:r>
              <a:rPr b="0" lang="en-US" sz="2400" spc="7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access</a:t>
            </a:r>
            <a:r>
              <a:rPr b="0" lang="en-US" sz="2400" spc="7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to</a:t>
            </a:r>
            <a:r>
              <a:rPr b="0" lang="en-US" sz="2400" spc="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data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object 2" descr=""/>
          <p:cNvPicPr/>
          <p:nvPr/>
        </p:nvPicPr>
        <p:blipFill>
          <a:blip r:embed="rId1"/>
          <a:stretch/>
        </p:blipFill>
        <p:spPr>
          <a:xfrm>
            <a:off x="457200" y="1837800"/>
            <a:ext cx="9143280" cy="264600"/>
          </a:xfrm>
          <a:prstGeom prst="rect">
            <a:avLst/>
          </a:prstGeom>
          <a:ln w="0">
            <a:noFill/>
          </a:ln>
        </p:spPr>
      </p:pic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2514600" y="705240"/>
            <a:ext cx="3774960" cy="16585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5400" spc="-7" strike="noStrike">
                <a:solidFill>
                  <a:srgbClr val="2f1f57"/>
                </a:solidFill>
                <a:latin typeface="Candara"/>
              </a:rPr>
              <a:t>Integrity</a:t>
            </a: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object 4"/>
          <p:cNvSpPr/>
          <p:nvPr/>
        </p:nvSpPr>
        <p:spPr>
          <a:xfrm>
            <a:off x="681480" y="2232360"/>
            <a:ext cx="8462160" cy="450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54960" indent="-343080" defTabSz="914400">
              <a:lnSpc>
                <a:spcPct val="100000"/>
              </a:lnSpc>
              <a:spcBef>
                <a:spcPts val="99"/>
              </a:spcBef>
              <a:buClr>
                <a:srgbClr val="baaae2"/>
              </a:buClr>
              <a:buFont typeface="Symbol" charset="2"/>
              <a:buChar char=""/>
              <a:tabLst>
                <a:tab algn="l" pos="354960"/>
                <a:tab algn="l" pos="355680"/>
              </a:tabLst>
            </a:pP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Information</a:t>
            </a:r>
            <a:r>
              <a:rPr b="0" lang="en-US" sz="2400" spc="-1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should</a:t>
            </a:r>
            <a:r>
              <a:rPr b="0" lang="en-US" sz="2400" spc="7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2" strike="noStrike">
                <a:solidFill>
                  <a:srgbClr val="2f1f57"/>
                </a:solidFill>
                <a:latin typeface="Candara"/>
              </a:rPr>
              <a:t>be</a:t>
            </a:r>
            <a:r>
              <a:rPr b="0" lang="en-US" sz="2400" spc="2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protected</a:t>
            </a:r>
            <a:r>
              <a:rPr b="0" lang="en-US" sz="2400" spc="7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from</a:t>
            </a:r>
            <a:r>
              <a:rPr b="0" lang="en-US" sz="2400" spc="9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intentional </a:t>
            </a:r>
            <a:r>
              <a:rPr b="0" lang="en-US" sz="2400" spc="-50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unauthorized,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or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 accidental</a:t>
            </a:r>
            <a:r>
              <a:rPr b="0" lang="en-US" sz="2400" spc="26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changes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4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spcBef>
                <a:spcPts val="6"/>
              </a:spcBef>
              <a:buClr>
                <a:srgbClr val="baaae2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Integrity</a:t>
            </a:r>
            <a:r>
              <a:rPr b="0" lang="en-US" sz="2400" spc="-12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is</a:t>
            </a:r>
            <a:r>
              <a:rPr b="0" lang="en-US" sz="2400" spc="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related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 to</a:t>
            </a:r>
            <a:r>
              <a:rPr b="0" lang="en-US" sz="2400" spc="7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the Accuracy</a:t>
            </a:r>
            <a:r>
              <a:rPr b="0" lang="en-US" sz="2400" spc="9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of</a:t>
            </a:r>
            <a:r>
              <a:rPr b="0" lang="en-US" sz="2400" spc="-1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information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4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4960" indent="-343080" defTabSz="914400">
              <a:lnSpc>
                <a:spcPct val="100000"/>
              </a:lnSpc>
              <a:buClr>
                <a:srgbClr val="baaae2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0" lang="en-US" sz="2400" spc="-12" strike="noStrike">
                <a:solidFill>
                  <a:srgbClr val="2f1f57"/>
                </a:solidFill>
                <a:latin typeface="Candara"/>
              </a:rPr>
              <a:t>Transactions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that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retain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the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integrity of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the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system are </a:t>
            </a:r>
            <a:r>
              <a:rPr b="0" lang="en-US" sz="2400" spc="-51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sometimes</a:t>
            </a:r>
            <a:r>
              <a:rPr b="0" lang="en-US" sz="2400" spc="-46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termed</a:t>
            </a:r>
            <a:r>
              <a:rPr b="0" lang="en-US" sz="2400" spc="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as</a:t>
            </a:r>
            <a:r>
              <a:rPr b="0" lang="en-US" sz="2400" spc="7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21" strike="noStrike">
                <a:solidFill>
                  <a:srgbClr val="2f1f57"/>
                </a:solidFill>
                <a:latin typeface="Candara"/>
              </a:rPr>
              <a:t>Well</a:t>
            </a:r>
            <a:r>
              <a:rPr b="0" lang="en-US" sz="2400" spc="-1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formed</a:t>
            </a:r>
            <a:r>
              <a:rPr b="0" lang="en-US" sz="2400" spc="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5" strike="noStrike">
                <a:solidFill>
                  <a:srgbClr val="2f1f57"/>
                </a:solidFill>
                <a:latin typeface="Candara"/>
              </a:rPr>
              <a:t>Transactions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4960" indent="-343080" defTabSz="914400">
              <a:lnSpc>
                <a:spcPct val="100000"/>
              </a:lnSpc>
              <a:buClr>
                <a:srgbClr val="baaae2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Change</a:t>
            </a:r>
            <a:r>
              <a:rPr b="0" lang="en-US" sz="2400" spc="9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Control</a:t>
            </a:r>
            <a:r>
              <a:rPr b="0" lang="en-US" sz="2400" spc="-1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helps</a:t>
            </a:r>
            <a:r>
              <a:rPr b="0" lang="en-US" sz="2400" spc="7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controls</a:t>
            </a:r>
            <a:r>
              <a:rPr b="0" lang="en-US" sz="2400" spc="-1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the</a:t>
            </a:r>
            <a:r>
              <a:rPr b="0" lang="en-US" sz="2400" spc="1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Integrity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of</a:t>
            </a:r>
            <a:r>
              <a:rPr b="0" lang="en-US" sz="2400" spc="7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the </a:t>
            </a:r>
            <a:r>
              <a:rPr b="0" lang="en-US" sz="2400" spc="-51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system</a:t>
            </a:r>
            <a:r>
              <a:rPr b="0" lang="en-US" sz="2400" spc="-2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and</a:t>
            </a:r>
            <a:r>
              <a:rPr b="0" lang="en-US" sz="2400" spc="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information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4960" indent="-343080" defTabSz="914400">
              <a:lnSpc>
                <a:spcPct val="100000"/>
              </a:lnSpc>
              <a:buClr>
                <a:srgbClr val="baaae2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Segregation</a:t>
            </a:r>
            <a:r>
              <a:rPr b="0" lang="en-US" sz="2400" spc="26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of</a:t>
            </a:r>
            <a:r>
              <a:rPr b="0" lang="en-US" sz="2400" spc="-1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Duties</a:t>
            </a:r>
            <a:r>
              <a:rPr b="0" lang="en-US" sz="2400" spc="-12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and</a:t>
            </a:r>
            <a:r>
              <a:rPr b="0" lang="en-US" sz="2400" spc="7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Approval</a:t>
            </a:r>
            <a:r>
              <a:rPr b="0" lang="en-US" sz="2400" spc="9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Checkpoints</a:t>
            </a:r>
            <a:r>
              <a:rPr b="0" lang="en-US" sz="2400" spc="-12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are </a:t>
            </a:r>
            <a:r>
              <a:rPr b="0" lang="en-US" sz="2400" spc="-50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the</a:t>
            </a:r>
            <a:r>
              <a:rPr b="0" lang="en-US" sz="2400" spc="1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administrative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controls</a:t>
            </a:r>
            <a:r>
              <a:rPr b="0" lang="en-US" sz="2400" spc="9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to</a:t>
            </a:r>
            <a:r>
              <a:rPr b="0" lang="en-US" sz="2400" spc="-1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maintain</a:t>
            </a:r>
            <a:r>
              <a:rPr b="0" lang="en-US" sz="2400" spc="-1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1" strike="noStrike">
                <a:solidFill>
                  <a:srgbClr val="2f1f57"/>
                </a:solidFill>
                <a:latin typeface="Candara"/>
              </a:rPr>
              <a:t>the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 integrity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object 2" descr=""/>
          <p:cNvPicPr/>
          <p:nvPr/>
        </p:nvPicPr>
        <p:blipFill>
          <a:blip r:embed="rId1"/>
          <a:stretch/>
        </p:blipFill>
        <p:spPr>
          <a:xfrm>
            <a:off x="457200" y="1837800"/>
            <a:ext cx="9143280" cy="264600"/>
          </a:xfrm>
          <a:prstGeom prst="rect">
            <a:avLst/>
          </a:prstGeom>
          <a:ln w="0">
            <a:noFill/>
          </a:ln>
        </p:spPr>
      </p:pic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2286000" y="705240"/>
            <a:ext cx="4328640" cy="16585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5400" spc="-7" strike="noStrike">
                <a:solidFill>
                  <a:srgbClr val="2f1f57"/>
                </a:solidFill>
                <a:latin typeface="Candara"/>
              </a:rPr>
              <a:t>Availability</a:t>
            </a: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object 4"/>
          <p:cNvSpPr/>
          <p:nvPr/>
        </p:nvSpPr>
        <p:spPr>
          <a:xfrm>
            <a:off x="1329840" y="2229120"/>
            <a:ext cx="7369560" cy="50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354960" indent="-343080" defTabSz="914400">
              <a:lnSpc>
                <a:spcPct val="100000"/>
              </a:lnSpc>
              <a:spcBef>
                <a:spcPts val="96"/>
              </a:spcBef>
              <a:buClr>
                <a:srgbClr val="baaae2"/>
              </a:buClr>
              <a:buFont typeface="Symbol" charset="2"/>
              <a:buChar char=""/>
              <a:tabLst>
                <a:tab algn="l" pos="355680"/>
              </a:tabLst>
            </a:pP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Information</a:t>
            </a:r>
            <a:r>
              <a:rPr b="0" lang="en-US" sz="2800" spc="-26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1" strike="noStrike">
                <a:solidFill>
                  <a:srgbClr val="2f1f57"/>
                </a:solidFill>
                <a:latin typeface="Candara"/>
              </a:rPr>
              <a:t>is</a:t>
            </a:r>
            <a:r>
              <a:rPr b="0" lang="en-US" sz="2800" spc="1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12" strike="noStrike">
                <a:solidFill>
                  <a:srgbClr val="2f1f57"/>
                </a:solidFill>
                <a:latin typeface="Candara"/>
              </a:rPr>
              <a:t>available</a:t>
            </a:r>
            <a:r>
              <a:rPr b="0" lang="en-US" sz="2800" spc="5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12" strike="noStrike">
                <a:solidFill>
                  <a:srgbClr val="2f1f57"/>
                </a:solidFill>
                <a:latin typeface="Candara"/>
              </a:rPr>
              <a:t>and</a:t>
            </a:r>
            <a:r>
              <a:rPr b="0" lang="en-US" sz="2800" spc="7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accessible</a:t>
            </a:r>
            <a:r>
              <a:rPr b="0" lang="en-US" sz="2800" spc="-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to</a:t>
            </a:r>
            <a:r>
              <a:rPr b="0" lang="en-US" sz="2800" spc="9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12" strike="noStrike">
                <a:solidFill>
                  <a:srgbClr val="2f1f57"/>
                </a:solidFill>
                <a:latin typeface="Candara"/>
              </a:rPr>
              <a:t>users </a:t>
            </a:r>
            <a:r>
              <a:rPr b="0" lang="en-US" sz="2800" spc="-596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when needed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354960" indent="-343080" defTabSz="914400">
              <a:lnSpc>
                <a:spcPct val="100000"/>
              </a:lnSpc>
              <a:spcBef>
                <a:spcPts val="2401"/>
              </a:spcBef>
              <a:buClr>
                <a:srgbClr val="baaae2"/>
              </a:buClr>
              <a:buFont typeface="Symbol" charset="2"/>
              <a:buChar char=""/>
              <a:tabLst>
                <a:tab algn="l" pos="355680"/>
              </a:tabLst>
            </a:pPr>
            <a:r>
              <a:rPr b="0" lang="en-US" sz="2800" spc="-12" strike="noStrike">
                <a:solidFill>
                  <a:srgbClr val="2f1f57"/>
                </a:solidFill>
                <a:latin typeface="Candara"/>
              </a:rPr>
              <a:t>Factors</a:t>
            </a:r>
            <a:r>
              <a:rPr b="0" lang="en-US" sz="2800" spc="-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effecting</a:t>
            </a:r>
            <a:r>
              <a:rPr b="0" lang="en-US" sz="2800" spc="-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availability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698400" indent="-337680" defTabSz="914400">
              <a:lnSpc>
                <a:spcPct val="100000"/>
              </a:lnSpc>
              <a:spcBef>
                <a:spcPts val="621"/>
              </a:spcBef>
              <a:buClr>
                <a:srgbClr val="2f1f57"/>
              </a:buClr>
              <a:buFont typeface="Symbol" charset="2"/>
              <a:buChar char=""/>
              <a:tabLst>
                <a:tab algn="l" pos="699120"/>
              </a:tabLst>
            </a:pPr>
            <a:r>
              <a:rPr b="0" lang="en-US" sz="2600" spc="-7" strike="noStrike">
                <a:solidFill>
                  <a:srgbClr val="2f1f57"/>
                </a:solidFill>
                <a:latin typeface="Candara"/>
              </a:rPr>
              <a:t>Denial </a:t>
            </a:r>
            <a:r>
              <a:rPr b="0" lang="en-US" sz="2600" spc="-1" strike="noStrike">
                <a:solidFill>
                  <a:srgbClr val="2f1f57"/>
                </a:solidFill>
                <a:latin typeface="Candara"/>
              </a:rPr>
              <a:t>of</a:t>
            </a:r>
            <a:r>
              <a:rPr b="0" lang="en-US" sz="2600" spc="-32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600" spc="-7" strike="noStrike">
                <a:solidFill>
                  <a:srgbClr val="2f1f57"/>
                </a:solidFill>
                <a:latin typeface="Candara"/>
              </a:rPr>
              <a:t>Service</a:t>
            </a:r>
            <a:r>
              <a:rPr b="0" lang="en-US" sz="2600" spc="-1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600" spc="-1" strike="noStrike">
                <a:solidFill>
                  <a:srgbClr val="2f1f57"/>
                </a:solidFill>
                <a:latin typeface="Candara"/>
              </a:rPr>
              <a:t>Attacks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lvl="1" marL="698040" indent="-337320" defTabSz="914400">
              <a:lnSpc>
                <a:spcPct val="100000"/>
              </a:lnSpc>
              <a:spcBef>
                <a:spcPts val="601"/>
              </a:spcBef>
              <a:buClr>
                <a:srgbClr val="2f1f57"/>
              </a:buClr>
              <a:buFont typeface="Symbol" charset="2"/>
              <a:buChar char=""/>
              <a:tabLst>
                <a:tab algn="l" pos="699120"/>
              </a:tabLst>
            </a:pPr>
            <a:r>
              <a:rPr b="0" lang="en-US" sz="2600" spc="-7" strike="noStrike">
                <a:solidFill>
                  <a:srgbClr val="2f1f57"/>
                </a:solidFill>
                <a:latin typeface="Candara"/>
              </a:rPr>
              <a:t>Loss</a:t>
            </a:r>
            <a:r>
              <a:rPr b="0" lang="en-US" sz="2600" spc="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600" spc="-15" strike="noStrike">
                <a:solidFill>
                  <a:srgbClr val="2f1f57"/>
                </a:solidFill>
                <a:latin typeface="Candara"/>
              </a:rPr>
              <a:t>of</a:t>
            </a:r>
            <a:r>
              <a:rPr b="0" lang="en-US" sz="2600" spc="7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600" spc="-7" strike="noStrike">
                <a:solidFill>
                  <a:srgbClr val="2f1f57"/>
                </a:solidFill>
                <a:latin typeface="Candara"/>
              </a:rPr>
              <a:t>Service</a:t>
            </a:r>
            <a:r>
              <a:rPr b="0" lang="en-US" sz="2600" spc="-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600" spc="-7" strike="noStrike">
                <a:solidFill>
                  <a:srgbClr val="2f1f57"/>
                </a:solidFill>
                <a:latin typeface="Candara"/>
              </a:rPr>
              <a:t>due </a:t>
            </a:r>
            <a:r>
              <a:rPr b="0" lang="en-US" sz="2600" spc="-1" strike="noStrike">
                <a:solidFill>
                  <a:srgbClr val="2f1f57"/>
                </a:solidFill>
                <a:latin typeface="Candara"/>
              </a:rPr>
              <a:t>to</a:t>
            </a:r>
            <a:r>
              <a:rPr b="0" lang="en-US" sz="2600" spc="-1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600" spc="-7" strike="noStrike">
                <a:solidFill>
                  <a:srgbClr val="2f1f57"/>
                </a:solidFill>
                <a:latin typeface="Candara"/>
              </a:rPr>
              <a:t>Disaster (man-made</a:t>
            </a:r>
            <a:r>
              <a:rPr b="0" lang="en-US" sz="2600" spc="-32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600" spc="-1" strike="noStrike">
                <a:solidFill>
                  <a:srgbClr val="2f1f57"/>
                </a:solidFill>
                <a:latin typeface="Candara"/>
              </a:rPr>
              <a:t>or </a:t>
            </a:r>
            <a:r>
              <a:rPr b="0" lang="en-US" sz="2600" spc="-55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600" spc="-7" strike="noStrike">
                <a:solidFill>
                  <a:srgbClr val="2f1f57"/>
                </a:solidFill>
                <a:latin typeface="Candara"/>
              </a:rPr>
              <a:t>natural)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69912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4960" indent="-343080" defTabSz="914400">
              <a:lnSpc>
                <a:spcPct val="100000"/>
              </a:lnSpc>
              <a:buClr>
                <a:srgbClr val="baaae2"/>
              </a:buClr>
              <a:buFont typeface="Symbol" charset="2"/>
              <a:buChar char=""/>
              <a:tabLst>
                <a:tab algn="l" pos="355680"/>
              </a:tabLst>
            </a:pP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Controls</a:t>
            </a:r>
            <a:r>
              <a:rPr b="0" lang="en-US" sz="2800" spc="-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that</a:t>
            </a:r>
            <a:r>
              <a:rPr b="0" lang="en-US" sz="2800" spc="-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12" strike="noStrike">
                <a:solidFill>
                  <a:srgbClr val="2f1f57"/>
                </a:solidFill>
                <a:latin typeface="Candara"/>
              </a:rPr>
              <a:t>support</a:t>
            </a:r>
            <a:r>
              <a:rPr b="0" lang="en-US" sz="2800" spc="-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12" strike="noStrike">
                <a:solidFill>
                  <a:srgbClr val="2f1f57"/>
                </a:solidFill>
                <a:latin typeface="Candara"/>
              </a:rPr>
              <a:t>Availability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698400" indent="-337680" defTabSz="914400">
              <a:lnSpc>
                <a:spcPct val="100000"/>
              </a:lnSpc>
              <a:spcBef>
                <a:spcPts val="621"/>
              </a:spcBef>
              <a:buClr>
                <a:srgbClr val="2f1f57"/>
              </a:buClr>
              <a:buFont typeface="Candara"/>
              <a:buChar char="•"/>
              <a:tabLst>
                <a:tab algn="l" pos="699120"/>
              </a:tabLst>
            </a:pPr>
            <a:r>
              <a:rPr b="0" lang="en-US" sz="2600" spc="-7" strike="noStrike">
                <a:solidFill>
                  <a:srgbClr val="2f1f57"/>
                </a:solidFill>
                <a:latin typeface="Candara"/>
              </a:rPr>
              <a:t>Incident</a:t>
            </a:r>
            <a:r>
              <a:rPr b="0" lang="en-US" sz="2600" spc="-1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600" spc="-7" strike="noStrike">
                <a:solidFill>
                  <a:srgbClr val="2f1f57"/>
                </a:solidFill>
                <a:latin typeface="Candara"/>
              </a:rPr>
              <a:t>Management</a:t>
            </a:r>
            <a:r>
              <a:rPr b="0" lang="en-US" sz="2600" spc="7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600" spc="-7" strike="noStrike">
                <a:solidFill>
                  <a:srgbClr val="2f1f57"/>
                </a:solidFill>
                <a:latin typeface="Candara"/>
              </a:rPr>
              <a:t>Plans,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lvl="1" marL="698400" indent="-337680" defTabSz="914400">
              <a:lnSpc>
                <a:spcPct val="100000"/>
              </a:lnSpc>
              <a:spcBef>
                <a:spcPts val="601"/>
              </a:spcBef>
              <a:buClr>
                <a:srgbClr val="2f1f57"/>
              </a:buClr>
              <a:buFont typeface="Candara"/>
              <a:buChar char="•"/>
              <a:tabLst>
                <a:tab algn="l" pos="699120"/>
              </a:tabLst>
            </a:pPr>
            <a:r>
              <a:rPr b="0" lang="en-US" sz="2600" spc="-7" strike="noStrike">
                <a:solidFill>
                  <a:srgbClr val="2f1f57"/>
                </a:solidFill>
                <a:latin typeface="Candara"/>
              </a:rPr>
              <a:t>Disaster</a:t>
            </a:r>
            <a:r>
              <a:rPr b="0" lang="en-US" sz="2600" spc="-12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600" spc="-7" strike="noStrike">
                <a:solidFill>
                  <a:srgbClr val="2f1f57"/>
                </a:solidFill>
                <a:latin typeface="Candara"/>
              </a:rPr>
              <a:t>Recovery Plans,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lvl="1" marL="698400" indent="-337320" defTabSz="914400">
              <a:lnSpc>
                <a:spcPct val="100000"/>
              </a:lnSpc>
              <a:spcBef>
                <a:spcPts val="601"/>
              </a:spcBef>
              <a:buClr>
                <a:srgbClr val="2f1f57"/>
              </a:buClr>
              <a:buFont typeface="Candara"/>
              <a:buChar char="•"/>
              <a:tabLst>
                <a:tab algn="l" pos="698400"/>
              </a:tabLst>
            </a:pPr>
            <a:r>
              <a:rPr b="0" lang="en-US" sz="2600" spc="-7" strike="noStrike">
                <a:solidFill>
                  <a:srgbClr val="2f1f57"/>
                </a:solidFill>
                <a:latin typeface="Candara"/>
              </a:rPr>
              <a:t>Business</a:t>
            </a:r>
            <a:r>
              <a:rPr b="0" lang="en-US" sz="2600" spc="-2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600" spc="-7" strike="noStrike">
                <a:solidFill>
                  <a:srgbClr val="2f1f57"/>
                </a:solidFill>
                <a:latin typeface="Candara"/>
              </a:rPr>
              <a:t>Continuity</a:t>
            </a:r>
            <a:r>
              <a:rPr b="0" lang="en-US" sz="2600" spc="-32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600" spc="-1" strike="noStrike">
                <a:solidFill>
                  <a:srgbClr val="2f1f57"/>
                </a:solidFill>
                <a:latin typeface="Candara"/>
              </a:rPr>
              <a:t>Plan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object 5"/>
          <p:cNvSpPr/>
          <p:nvPr/>
        </p:nvSpPr>
        <p:spPr>
          <a:xfrm>
            <a:off x="5676840" y="6509160"/>
            <a:ext cx="847080" cy="177840"/>
          </a:xfrm>
          <a:custGeom>
            <a:avLst/>
            <a:gdLst>
              <a:gd name="textAreaLeft" fmla="*/ 0 w 847080"/>
              <a:gd name="textAreaRight" fmla="*/ 847800 w 847080"/>
              <a:gd name="textAreaTop" fmla="*/ 0 h 177840"/>
              <a:gd name="textAreaBottom" fmla="*/ 178560 h 177840"/>
            </a:gdLst>
            <a:ahLst/>
            <a:rect l="textAreaLeft" t="textAreaTop" r="textAreaRight" b="textAreaBottom"/>
            <a:pathLst>
              <a:path w="847725" h="178434">
                <a:moveTo>
                  <a:pt x="0" y="108203"/>
                </a:moveTo>
                <a:lnTo>
                  <a:pt x="25908" y="117347"/>
                </a:lnTo>
                <a:lnTo>
                  <a:pt x="54864" y="117347"/>
                </a:lnTo>
                <a:lnTo>
                  <a:pt x="94488" y="117347"/>
                </a:lnTo>
                <a:lnTo>
                  <a:pt x="132588" y="112775"/>
                </a:lnTo>
                <a:lnTo>
                  <a:pt x="158495" y="108203"/>
                </a:lnTo>
                <a:lnTo>
                  <a:pt x="198119" y="103631"/>
                </a:lnTo>
                <a:lnTo>
                  <a:pt x="240792" y="99059"/>
                </a:lnTo>
                <a:lnTo>
                  <a:pt x="292607" y="96011"/>
                </a:lnTo>
                <a:lnTo>
                  <a:pt x="330708" y="91439"/>
                </a:lnTo>
                <a:lnTo>
                  <a:pt x="361187" y="91439"/>
                </a:lnTo>
                <a:lnTo>
                  <a:pt x="400812" y="86867"/>
                </a:lnTo>
                <a:lnTo>
                  <a:pt x="443484" y="86867"/>
                </a:lnTo>
                <a:lnTo>
                  <a:pt x="667512" y="86867"/>
                </a:lnTo>
                <a:lnTo>
                  <a:pt x="696468" y="82295"/>
                </a:lnTo>
                <a:lnTo>
                  <a:pt x="722375" y="77723"/>
                </a:lnTo>
                <a:lnTo>
                  <a:pt x="743712" y="73151"/>
                </a:lnTo>
                <a:lnTo>
                  <a:pt x="762000" y="70103"/>
                </a:lnTo>
                <a:lnTo>
                  <a:pt x="774191" y="65531"/>
                </a:lnTo>
                <a:lnTo>
                  <a:pt x="787908" y="56387"/>
                </a:lnTo>
                <a:lnTo>
                  <a:pt x="795527" y="51815"/>
                </a:lnTo>
                <a:lnTo>
                  <a:pt x="800100" y="44195"/>
                </a:lnTo>
                <a:lnTo>
                  <a:pt x="804672" y="35051"/>
                </a:lnTo>
                <a:lnTo>
                  <a:pt x="804672" y="30479"/>
                </a:lnTo>
                <a:lnTo>
                  <a:pt x="804672" y="21335"/>
                </a:lnTo>
                <a:lnTo>
                  <a:pt x="804672" y="16763"/>
                </a:lnTo>
                <a:lnTo>
                  <a:pt x="800100" y="13715"/>
                </a:lnTo>
                <a:lnTo>
                  <a:pt x="792479" y="9143"/>
                </a:lnTo>
                <a:lnTo>
                  <a:pt x="774191" y="4571"/>
                </a:lnTo>
                <a:lnTo>
                  <a:pt x="757427" y="0"/>
                </a:lnTo>
                <a:lnTo>
                  <a:pt x="688847" y="0"/>
                </a:lnTo>
                <a:lnTo>
                  <a:pt x="696468" y="0"/>
                </a:lnTo>
                <a:lnTo>
                  <a:pt x="714756" y="4571"/>
                </a:lnTo>
                <a:lnTo>
                  <a:pt x="736091" y="9143"/>
                </a:lnTo>
                <a:lnTo>
                  <a:pt x="757427" y="13715"/>
                </a:lnTo>
                <a:lnTo>
                  <a:pt x="774191" y="16763"/>
                </a:lnTo>
                <a:lnTo>
                  <a:pt x="792479" y="21335"/>
                </a:lnTo>
                <a:lnTo>
                  <a:pt x="809243" y="25907"/>
                </a:lnTo>
                <a:lnTo>
                  <a:pt x="826008" y="35051"/>
                </a:lnTo>
                <a:lnTo>
                  <a:pt x="835152" y="39623"/>
                </a:lnTo>
                <a:lnTo>
                  <a:pt x="842772" y="44195"/>
                </a:lnTo>
                <a:lnTo>
                  <a:pt x="847343" y="47243"/>
                </a:lnTo>
                <a:lnTo>
                  <a:pt x="847343" y="56387"/>
                </a:lnTo>
                <a:lnTo>
                  <a:pt x="847343" y="65531"/>
                </a:lnTo>
                <a:lnTo>
                  <a:pt x="813816" y="121919"/>
                </a:lnTo>
                <a:lnTo>
                  <a:pt x="783335" y="147827"/>
                </a:lnTo>
                <a:lnTo>
                  <a:pt x="731520" y="178307"/>
                </a:lnTo>
              </a:path>
            </a:pathLst>
          </a:custGeom>
          <a:noFill/>
          <a:ln w="19811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grpSp>
        <p:nvGrpSpPr>
          <p:cNvPr id="85" name="object 6"/>
          <p:cNvGrpSpPr/>
          <p:nvPr/>
        </p:nvGrpSpPr>
        <p:grpSpPr>
          <a:xfrm>
            <a:off x="6566760" y="6215040"/>
            <a:ext cx="563400" cy="418320"/>
            <a:chOff x="6566760" y="6215040"/>
            <a:chExt cx="563400" cy="418320"/>
          </a:xfrm>
        </p:grpSpPr>
        <p:sp>
          <p:nvSpPr>
            <p:cNvPr id="86" name="object 7"/>
            <p:cNvSpPr/>
            <p:nvPr/>
          </p:nvSpPr>
          <p:spPr>
            <a:xfrm>
              <a:off x="6566760" y="6215040"/>
              <a:ext cx="487080" cy="65160"/>
            </a:xfrm>
            <a:custGeom>
              <a:avLst/>
              <a:gdLst>
                <a:gd name="textAreaLeft" fmla="*/ 0 w 487080"/>
                <a:gd name="textAreaRight" fmla="*/ 487800 w 487080"/>
                <a:gd name="textAreaTop" fmla="*/ 0 h 65160"/>
                <a:gd name="textAreaBottom" fmla="*/ 65880 h 65160"/>
              </a:gdLst>
              <a:ahLst/>
              <a:rect l="textAreaLeft" t="textAreaTop" r="textAreaRight" b="textAreaBottom"/>
              <a:pathLst>
                <a:path w="487679" h="66039">
                  <a:moveTo>
                    <a:pt x="99059" y="9143"/>
                  </a:moveTo>
                  <a:lnTo>
                    <a:pt x="91439" y="13715"/>
                  </a:lnTo>
                  <a:lnTo>
                    <a:pt x="82295" y="16763"/>
                  </a:lnTo>
                  <a:lnTo>
                    <a:pt x="70103" y="21335"/>
                  </a:lnTo>
                  <a:lnTo>
                    <a:pt x="56387" y="25907"/>
                  </a:lnTo>
                  <a:lnTo>
                    <a:pt x="44195" y="30479"/>
                  </a:lnTo>
                  <a:lnTo>
                    <a:pt x="30479" y="35051"/>
                  </a:lnTo>
                  <a:lnTo>
                    <a:pt x="22859" y="39623"/>
                  </a:lnTo>
                  <a:lnTo>
                    <a:pt x="13715" y="42671"/>
                  </a:lnTo>
                  <a:lnTo>
                    <a:pt x="9143" y="47243"/>
                  </a:lnTo>
                  <a:lnTo>
                    <a:pt x="4571" y="51815"/>
                  </a:lnTo>
                  <a:lnTo>
                    <a:pt x="0" y="56387"/>
                  </a:lnTo>
                  <a:lnTo>
                    <a:pt x="4571" y="60959"/>
                  </a:lnTo>
                  <a:lnTo>
                    <a:pt x="13715" y="60959"/>
                  </a:lnTo>
                  <a:lnTo>
                    <a:pt x="35051" y="65531"/>
                  </a:lnTo>
                  <a:lnTo>
                    <a:pt x="60959" y="65531"/>
                  </a:lnTo>
                  <a:lnTo>
                    <a:pt x="86867" y="65531"/>
                  </a:lnTo>
                  <a:lnTo>
                    <a:pt x="124967" y="60959"/>
                  </a:lnTo>
                  <a:lnTo>
                    <a:pt x="176783" y="56387"/>
                  </a:lnTo>
                  <a:lnTo>
                    <a:pt x="228599" y="51815"/>
                  </a:lnTo>
                  <a:lnTo>
                    <a:pt x="268223" y="47243"/>
                  </a:lnTo>
                  <a:lnTo>
                    <a:pt x="297179" y="39623"/>
                  </a:lnTo>
                  <a:lnTo>
                    <a:pt x="336803" y="30479"/>
                  </a:lnTo>
                  <a:lnTo>
                    <a:pt x="374903" y="21335"/>
                  </a:lnTo>
                  <a:lnTo>
                    <a:pt x="409955" y="16763"/>
                  </a:lnTo>
                  <a:lnTo>
                    <a:pt x="440435" y="13715"/>
                  </a:lnTo>
                  <a:lnTo>
                    <a:pt x="461772" y="9143"/>
                  </a:lnTo>
                  <a:lnTo>
                    <a:pt x="473964" y="4571"/>
                  </a:lnTo>
                  <a:lnTo>
                    <a:pt x="483107" y="0"/>
                  </a:lnTo>
                  <a:lnTo>
                    <a:pt x="487679" y="0"/>
                  </a:lnTo>
                </a:path>
              </a:pathLst>
            </a:custGeom>
            <a:noFill/>
            <a:ln w="19812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7" name="object 8"/>
            <p:cNvSpPr/>
            <p:nvPr/>
          </p:nvSpPr>
          <p:spPr>
            <a:xfrm>
              <a:off x="6774120" y="6266520"/>
              <a:ext cx="39240" cy="366840"/>
            </a:xfrm>
            <a:custGeom>
              <a:avLst/>
              <a:gdLst>
                <a:gd name="textAreaLeft" fmla="*/ 0 w 39240"/>
                <a:gd name="textAreaRight" fmla="*/ 39960 w 39240"/>
                <a:gd name="textAreaTop" fmla="*/ 0 h 366840"/>
                <a:gd name="textAreaBottom" fmla="*/ 367560 h 366840"/>
              </a:gdLst>
              <a:ahLst/>
              <a:rect l="textAreaLeft" t="textAreaTop" r="textAreaRight" b="textAreaBottom"/>
              <a:pathLst>
                <a:path w="40004" h="367665">
                  <a:moveTo>
                    <a:pt x="0" y="0"/>
                  </a:moveTo>
                  <a:lnTo>
                    <a:pt x="4572" y="9144"/>
                  </a:lnTo>
                  <a:lnTo>
                    <a:pt x="13716" y="30480"/>
                  </a:lnTo>
                  <a:lnTo>
                    <a:pt x="21336" y="56387"/>
                  </a:lnTo>
                  <a:lnTo>
                    <a:pt x="30480" y="86868"/>
                  </a:lnTo>
                  <a:lnTo>
                    <a:pt x="35052" y="121920"/>
                  </a:lnTo>
                  <a:lnTo>
                    <a:pt x="39624" y="160019"/>
                  </a:lnTo>
                  <a:lnTo>
                    <a:pt x="39624" y="199643"/>
                  </a:lnTo>
                  <a:lnTo>
                    <a:pt x="39624" y="237743"/>
                  </a:lnTo>
                  <a:lnTo>
                    <a:pt x="39624" y="367284"/>
                  </a:lnTo>
                </a:path>
              </a:pathLst>
            </a:custGeom>
            <a:noFill/>
            <a:ln w="19811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8" name="object 9"/>
            <p:cNvSpPr/>
            <p:nvPr/>
          </p:nvSpPr>
          <p:spPr>
            <a:xfrm>
              <a:off x="6937200" y="6396120"/>
              <a:ext cx="192960" cy="234360"/>
            </a:xfrm>
            <a:custGeom>
              <a:avLst/>
              <a:gdLst>
                <a:gd name="textAreaLeft" fmla="*/ 0 w 192960"/>
                <a:gd name="textAreaRight" fmla="*/ 193680 w 192960"/>
                <a:gd name="textAreaTop" fmla="*/ 0 h 234360"/>
                <a:gd name="textAreaBottom" fmla="*/ 235080 h 234360"/>
              </a:gdLst>
              <a:ahLst/>
              <a:rect l="textAreaLeft" t="textAreaTop" r="textAreaRight" b="textAreaBottom"/>
              <a:pathLst>
                <a:path w="193675" h="234950">
                  <a:moveTo>
                    <a:pt x="0" y="134112"/>
                  </a:moveTo>
                  <a:lnTo>
                    <a:pt x="9144" y="138684"/>
                  </a:lnTo>
                  <a:lnTo>
                    <a:pt x="21336" y="138684"/>
                  </a:lnTo>
                  <a:lnTo>
                    <a:pt x="39624" y="138684"/>
                  </a:lnTo>
                  <a:lnTo>
                    <a:pt x="60960" y="138684"/>
                  </a:lnTo>
                  <a:lnTo>
                    <a:pt x="82296" y="134112"/>
                  </a:lnTo>
                  <a:lnTo>
                    <a:pt x="99060" y="126492"/>
                  </a:lnTo>
                  <a:lnTo>
                    <a:pt x="117348" y="117348"/>
                  </a:lnTo>
                  <a:lnTo>
                    <a:pt x="134112" y="103632"/>
                  </a:lnTo>
                  <a:lnTo>
                    <a:pt x="150876" y="91440"/>
                  </a:lnTo>
                  <a:lnTo>
                    <a:pt x="164592" y="77724"/>
                  </a:lnTo>
                  <a:lnTo>
                    <a:pt x="172211" y="65532"/>
                  </a:lnTo>
                  <a:lnTo>
                    <a:pt x="181356" y="51816"/>
                  </a:lnTo>
                  <a:lnTo>
                    <a:pt x="190500" y="39624"/>
                  </a:lnTo>
                  <a:lnTo>
                    <a:pt x="193548" y="30480"/>
                  </a:lnTo>
                  <a:lnTo>
                    <a:pt x="193548" y="22860"/>
                  </a:lnTo>
                  <a:lnTo>
                    <a:pt x="193548" y="13716"/>
                  </a:lnTo>
                  <a:lnTo>
                    <a:pt x="193548" y="9144"/>
                  </a:lnTo>
                  <a:lnTo>
                    <a:pt x="190500" y="4572"/>
                  </a:lnTo>
                  <a:lnTo>
                    <a:pt x="185928" y="0"/>
                  </a:lnTo>
                  <a:lnTo>
                    <a:pt x="181356" y="0"/>
                  </a:lnTo>
                  <a:lnTo>
                    <a:pt x="172211" y="0"/>
                  </a:lnTo>
                  <a:lnTo>
                    <a:pt x="160019" y="4572"/>
                  </a:lnTo>
                  <a:lnTo>
                    <a:pt x="143256" y="9144"/>
                  </a:lnTo>
                  <a:lnTo>
                    <a:pt x="124968" y="22860"/>
                  </a:lnTo>
                  <a:lnTo>
                    <a:pt x="91439" y="60960"/>
                  </a:lnTo>
                  <a:lnTo>
                    <a:pt x="74676" y="96012"/>
                  </a:lnTo>
                  <a:lnTo>
                    <a:pt x="51816" y="152400"/>
                  </a:lnTo>
                  <a:lnTo>
                    <a:pt x="48768" y="178308"/>
                  </a:lnTo>
                  <a:lnTo>
                    <a:pt x="48768" y="195072"/>
                  </a:lnTo>
                  <a:lnTo>
                    <a:pt x="48768" y="208788"/>
                  </a:lnTo>
                  <a:lnTo>
                    <a:pt x="51816" y="220980"/>
                  </a:lnTo>
                  <a:lnTo>
                    <a:pt x="65532" y="230124"/>
                  </a:lnTo>
                  <a:lnTo>
                    <a:pt x="82296" y="234696"/>
                  </a:lnTo>
                  <a:lnTo>
                    <a:pt x="99060" y="234696"/>
                  </a:lnTo>
                  <a:lnTo>
                    <a:pt x="120396" y="230124"/>
                  </a:lnTo>
                  <a:lnTo>
                    <a:pt x="150876" y="220980"/>
                  </a:lnTo>
                  <a:lnTo>
                    <a:pt x="185928" y="208788"/>
                  </a:lnTo>
                </a:path>
              </a:pathLst>
            </a:custGeom>
            <a:noFill/>
            <a:ln w="19812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89" name="object 10"/>
          <p:cNvGrpSpPr/>
          <p:nvPr/>
        </p:nvGrpSpPr>
        <p:grpSpPr>
          <a:xfrm>
            <a:off x="7238160" y="6063840"/>
            <a:ext cx="439560" cy="531360"/>
            <a:chOff x="7238160" y="6063840"/>
            <a:chExt cx="439560" cy="531360"/>
          </a:xfrm>
        </p:grpSpPr>
        <p:pic>
          <p:nvPicPr>
            <p:cNvPr id="90" name="object 11" descr=""/>
            <p:cNvPicPr/>
            <p:nvPr/>
          </p:nvPicPr>
          <p:blipFill>
            <a:blip r:embed="rId2"/>
            <a:stretch/>
          </p:blipFill>
          <p:spPr>
            <a:xfrm>
              <a:off x="7238160" y="6351120"/>
              <a:ext cx="195840" cy="2401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91" name="object 12"/>
            <p:cNvSpPr/>
            <p:nvPr/>
          </p:nvSpPr>
          <p:spPr>
            <a:xfrm>
              <a:off x="7467480" y="6063840"/>
              <a:ext cx="210240" cy="531360"/>
            </a:xfrm>
            <a:custGeom>
              <a:avLst/>
              <a:gdLst>
                <a:gd name="textAreaLeft" fmla="*/ 0 w 210240"/>
                <a:gd name="textAreaRight" fmla="*/ 210960 w 210240"/>
                <a:gd name="textAreaTop" fmla="*/ 0 h 531360"/>
                <a:gd name="textAreaBottom" fmla="*/ 532080 h 531360"/>
              </a:gdLst>
              <a:ahLst/>
              <a:rect l="textAreaLeft" t="textAreaTop" r="textAreaRight" b="textAreaBottom"/>
              <a:pathLst>
                <a:path w="210820" h="532129">
                  <a:moveTo>
                    <a:pt x="94488" y="0"/>
                  </a:moveTo>
                  <a:lnTo>
                    <a:pt x="89916" y="0"/>
                  </a:lnTo>
                  <a:lnTo>
                    <a:pt x="85344" y="3048"/>
                  </a:lnTo>
                  <a:lnTo>
                    <a:pt x="80772" y="7620"/>
                  </a:lnTo>
                  <a:lnTo>
                    <a:pt x="73152" y="21336"/>
                  </a:lnTo>
                  <a:lnTo>
                    <a:pt x="59436" y="42672"/>
                  </a:lnTo>
                  <a:lnTo>
                    <a:pt x="47244" y="73152"/>
                  </a:lnTo>
                  <a:lnTo>
                    <a:pt x="38100" y="106679"/>
                  </a:lnTo>
                  <a:lnTo>
                    <a:pt x="30480" y="150876"/>
                  </a:lnTo>
                  <a:lnTo>
                    <a:pt x="21336" y="202692"/>
                  </a:lnTo>
                  <a:lnTo>
                    <a:pt x="12192" y="254507"/>
                  </a:lnTo>
                  <a:lnTo>
                    <a:pt x="7620" y="297180"/>
                  </a:lnTo>
                  <a:lnTo>
                    <a:pt x="4572" y="336804"/>
                  </a:lnTo>
                  <a:lnTo>
                    <a:pt x="0" y="381000"/>
                  </a:lnTo>
                  <a:lnTo>
                    <a:pt x="0" y="409956"/>
                  </a:lnTo>
                  <a:lnTo>
                    <a:pt x="0" y="432815"/>
                  </a:lnTo>
                  <a:lnTo>
                    <a:pt x="0" y="449580"/>
                  </a:lnTo>
                  <a:lnTo>
                    <a:pt x="4572" y="461772"/>
                  </a:lnTo>
                  <a:lnTo>
                    <a:pt x="7620" y="470915"/>
                  </a:lnTo>
                  <a:lnTo>
                    <a:pt x="12192" y="480060"/>
                  </a:lnTo>
                  <a:lnTo>
                    <a:pt x="16764" y="484632"/>
                  </a:lnTo>
                  <a:lnTo>
                    <a:pt x="21336" y="489204"/>
                  </a:lnTo>
                  <a:lnTo>
                    <a:pt x="25908" y="484632"/>
                  </a:lnTo>
                  <a:lnTo>
                    <a:pt x="33528" y="475487"/>
                  </a:lnTo>
                  <a:lnTo>
                    <a:pt x="42672" y="466343"/>
                  </a:lnTo>
                  <a:lnTo>
                    <a:pt x="56388" y="454152"/>
                  </a:lnTo>
                  <a:lnTo>
                    <a:pt x="64008" y="440436"/>
                  </a:lnTo>
                  <a:lnTo>
                    <a:pt x="77724" y="432815"/>
                  </a:lnTo>
                  <a:lnTo>
                    <a:pt x="85344" y="423672"/>
                  </a:lnTo>
                  <a:lnTo>
                    <a:pt x="94488" y="419100"/>
                  </a:lnTo>
                  <a:lnTo>
                    <a:pt x="103632" y="414528"/>
                  </a:lnTo>
                  <a:lnTo>
                    <a:pt x="111252" y="414528"/>
                  </a:lnTo>
                  <a:lnTo>
                    <a:pt x="120396" y="419100"/>
                  </a:lnTo>
                  <a:lnTo>
                    <a:pt x="129540" y="428243"/>
                  </a:lnTo>
                  <a:lnTo>
                    <a:pt x="137160" y="435863"/>
                  </a:lnTo>
                  <a:lnTo>
                    <a:pt x="146304" y="454152"/>
                  </a:lnTo>
                  <a:lnTo>
                    <a:pt x="155448" y="470915"/>
                  </a:lnTo>
                  <a:lnTo>
                    <a:pt x="167640" y="489204"/>
                  </a:lnTo>
                  <a:lnTo>
                    <a:pt x="176784" y="501395"/>
                  </a:lnTo>
                  <a:lnTo>
                    <a:pt x="184404" y="515112"/>
                  </a:lnTo>
                  <a:lnTo>
                    <a:pt x="193548" y="522732"/>
                  </a:lnTo>
                  <a:lnTo>
                    <a:pt x="198120" y="527304"/>
                  </a:lnTo>
                  <a:lnTo>
                    <a:pt x="202692" y="531876"/>
                  </a:lnTo>
                  <a:lnTo>
                    <a:pt x="210312" y="531876"/>
                  </a:lnTo>
                </a:path>
              </a:pathLst>
            </a:custGeom>
            <a:noFill/>
            <a:ln w="19812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92" name="object 13"/>
          <p:cNvSpPr/>
          <p:nvPr/>
        </p:nvSpPr>
        <p:spPr>
          <a:xfrm>
            <a:off x="7743600" y="6435720"/>
            <a:ext cx="455040" cy="185400"/>
          </a:xfrm>
          <a:custGeom>
            <a:avLst/>
            <a:gdLst>
              <a:gd name="textAreaLeft" fmla="*/ 0 w 455040"/>
              <a:gd name="textAreaRight" fmla="*/ 455760 w 455040"/>
              <a:gd name="textAreaTop" fmla="*/ 0 h 185400"/>
              <a:gd name="textAreaBottom" fmla="*/ 186120 h 185400"/>
            </a:gdLst>
            <a:ahLst/>
            <a:rect l="textAreaLeft" t="textAreaTop" r="textAreaRight" b="textAreaBottom"/>
            <a:pathLst>
              <a:path w="455929" h="186054">
                <a:moveTo>
                  <a:pt x="0" y="42672"/>
                </a:moveTo>
                <a:lnTo>
                  <a:pt x="0" y="38100"/>
                </a:lnTo>
                <a:lnTo>
                  <a:pt x="0" y="30480"/>
                </a:lnTo>
                <a:lnTo>
                  <a:pt x="0" y="21336"/>
                </a:lnTo>
                <a:lnTo>
                  <a:pt x="0" y="16764"/>
                </a:lnTo>
                <a:lnTo>
                  <a:pt x="0" y="12192"/>
                </a:lnTo>
                <a:lnTo>
                  <a:pt x="0" y="9144"/>
                </a:lnTo>
                <a:lnTo>
                  <a:pt x="4572" y="4572"/>
                </a:lnTo>
                <a:lnTo>
                  <a:pt x="7620" y="0"/>
                </a:lnTo>
                <a:lnTo>
                  <a:pt x="12192" y="0"/>
                </a:lnTo>
                <a:lnTo>
                  <a:pt x="21336" y="0"/>
                </a:lnTo>
                <a:lnTo>
                  <a:pt x="33528" y="4572"/>
                </a:lnTo>
                <a:lnTo>
                  <a:pt x="73152" y="42672"/>
                </a:lnTo>
                <a:lnTo>
                  <a:pt x="94488" y="82296"/>
                </a:lnTo>
                <a:lnTo>
                  <a:pt x="106679" y="129540"/>
                </a:lnTo>
                <a:lnTo>
                  <a:pt x="111252" y="138684"/>
                </a:lnTo>
                <a:lnTo>
                  <a:pt x="115824" y="146304"/>
                </a:lnTo>
                <a:lnTo>
                  <a:pt x="115824" y="155448"/>
                </a:lnTo>
                <a:lnTo>
                  <a:pt x="115824" y="160020"/>
                </a:lnTo>
                <a:lnTo>
                  <a:pt x="120396" y="160020"/>
                </a:lnTo>
                <a:lnTo>
                  <a:pt x="123444" y="155448"/>
                </a:lnTo>
                <a:lnTo>
                  <a:pt x="132588" y="146304"/>
                </a:lnTo>
                <a:lnTo>
                  <a:pt x="141732" y="134112"/>
                </a:lnTo>
                <a:lnTo>
                  <a:pt x="149352" y="117348"/>
                </a:lnTo>
                <a:lnTo>
                  <a:pt x="158495" y="99060"/>
                </a:lnTo>
                <a:lnTo>
                  <a:pt x="167640" y="82296"/>
                </a:lnTo>
                <a:lnTo>
                  <a:pt x="172211" y="68580"/>
                </a:lnTo>
                <a:lnTo>
                  <a:pt x="175260" y="60960"/>
                </a:lnTo>
                <a:lnTo>
                  <a:pt x="179831" y="51816"/>
                </a:lnTo>
                <a:lnTo>
                  <a:pt x="184404" y="42672"/>
                </a:lnTo>
                <a:lnTo>
                  <a:pt x="188976" y="38100"/>
                </a:lnTo>
                <a:lnTo>
                  <a:pt x="193548" y="35052"/>
                </a:lnTo>
                <a:lnTo>
                  <a:pt x="198119" y="35052"/>
                </a:lnTo>
                <a:lnTo>
                  <a:pt x="202692" y="35052"/>
                </a:lnTo>
                <a:lnTo>
                  <a:pt x="210311" y="35052"/>
                </a:lnTo>
                <a:lnTo>
                  <a:pt x="214883" y="38100"/>
                </a:lnTo>
                <a:lnTo>
                  <a:pt x="222504" y="42672"/>
                </a:lnTo>
                <a:lnTo>
                  <a:pt x="231648" y="51816"/>
                </a:lnTo>
                <a:lnTo>
                  <a:pt x="240792" y="64008"/>
                </a:lnTo>
                <a:lnTo>
                  <a:pt x="248411" y="82296"/>
                </a:lnTo>
                <a:lnTo>
                  <a:pt x="257556" y="94488"/>
                </a:lnTo>
                <a:lnTo>
                  <a:pt x="266700" y="112776"/>
                </a:lnTo>
                <a:lnTo>
                  <a:pt x="274319" y="124968"/>
                </a:lnTo>
                <a:lnTo>
                  <a:pt x="278892" y="134112"/>
                </a:lnTo>
                <a:lnTo>
                  <a:pt x="288036" y="146304"/>
                </a:lnTo>
                <a:lnTo>
                  <a:pt x="292607" y="155448"/>
                </a:lnTo>
                <a:lnTo>
                  <a:pt x="297180" y="164592"/>
                </a:lnTo>
                <a:lnTo>
                  <a:pt x="300228" y="169164"/>
                </a:lnTo>
                <a:lnTo>
                  <a:pt x="309372" y="172212"/>
                </a:lnTo>
                <a:lnTo>
                  <a:pt x="313943" y="176784"/>
                </a:lnTo>
                <a:lnTo>
                  <a:pt x="318515" y="181356"/>
                </a:lnTo>
                <a:lnTo>
                  <a:pt x="321563" y="185928"/>
                </a:lnTo>
                <a:lnTo>
                  <a:pt x="330708" y="185928"/>
                </a:lnTo>
                <a:lnTo>
                  <a:pt x="335280" y="185928"/>
                </a:lnTo>
                <a:lnTo>
                  <a:pt x="344423" y="185928"/>
                </a:lnTo>
                <a:lnTo>
                  <a:pt x="352043" y="181356"/>
                </a:lnTo>
                <a:lnTo>
                  <a:pt x="356615" y="176784"/>
                </a:lnTo>
                <a:lnTo>
                  <a:pt x="361187" y="172212"/>
                </a:lnTo>
                <a:lnTo>
                  <a:pt x="365760" y="169164"/>
                </a:lnTo>
                <a:lnTo>
                  <a:pt x="370332" y="164592"/>
                </a:lnTo>
                <a:lnTo>
                  <a:pt x="373380" y="160020"/>
                </a:lnTo>
                <a:lnTo>
                  <a:pt x="377952" y="155448"/>
                </a:lnTo>
                <a:lnTo>
                  <a:pt x="382523" y="150876"/>
                </a:lnTo>
                <a:lnTo>
                  <a:pt x="387095" y="146304"/>
                </a:lnTo>
                <a:lnTo>
                  <a:pt x="391667" y="143256"/>
                </a:lnTo>
                <a:lnTo>
                  <a:pt x="396239" y="138684"/>
                </a:lnTo>
                <a:lnTo>
                  <a:pt x="399287" y="134112"/>
                </a:lnTo>
                <a:lnTo>
                  <a:pt x="403860" y="129540"/>
                </a:lnTo>
                <a:lnTo>
                  <a:pt x="408432" y="124968"/>
                </a:lnTo>
                <a:lnTo>
                  <a:pt x="408432" y="120396"/>
                </a:lnTo>
                <a:lnTo>
                  <a:pt x="408432" y="89916"/>
                </a:lnTo>
                <a:lnTo>
                  <a:pt x="413004" y="86868"/>
                </a:lnTo>
                <a:lnTo>
                  <a:pt x="413004" y="82296"/>
                </a:lnTo>
                <a:lnTo>
                  <a:pt x="417576" y="89916"/>
                </a:lnTo>
                <a:lnTo>
                  <a:pt x="422148" y="99060"/>
                </a:lnTo>
                <a:lnTo>
                  <a:pt x="425195" y="108204"/>
                </a:lnTo>
                <a:lnTo>
                  <a:pt x="429767" y="112776"/>
                </a:lnTo>
                <a:lnTo>
                  <a:pt x="434339" y="117348"/>
                </a:lnTo>
                <a:lnTo>
                  <a:pt x="438912" y="124968"/>
                </a:lnTo>
                <a:lnTo>
                  <a:pt x="443484" y="129540"/>
                </a:lnTo>
                <a:lnTo>
                  <a:pt x="446532" y="134112"/>
                </a:lnTo>
                <a:lnTo>
                  <a:pt x="451104" y="134112"/>
                </a:lnTo>
                <a:lnTo>
                  <a:pt x="455676" y="134112"/>
                </a:lnTo>
              </a:path>
            </a:pathLst>
          </a:custGeom>
          <a:noFill/>
          <a:ln w="19812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3" name="object 14"/>
          <p:cNvSpPr/>
          <p:nvPr/>
        </p:nvSpPr>
        <p:spPr>
          <a:xfrm>
            <a:off x="8380440" y="6184440"/>
            <a:ext cx="700200" cy="441360"/>
          </a:xfrm>
          <a:custGeom>
            <a:avLst/>
            <a:gdLst>
              <a:gd name="textAreaLeft" fmla="*/ 0 w 700200"/>
              <a:gd name="textAreaRight" fmla="*/ 700920 w 700200"/>
              <a:gd name="textAreaTop" fmla="*/ 0 h 441360"/>
              <a:gd name="textAreaBottom" fmla="*/ 442080 h 441360"/>
            </a:gdLst>
            <a:ahLst/>
            <a:rect l="textAreaLeft" t="textAreaTop" r="textAreaRight" b="textAreaBottom"/>
            <a:pathLst>
              <a:path w="701040" h="441959">
                <a:moveTo>
                  <a:pt x="115824" y="176783"/>
                </a:moveTo>
                <a:lnTo>
                  <a:pt x="120396" y="176783"/>
                </a:lnTo>
                <a:lnTo>
                  <a:pt x="124968" y="176783"/>
                </a:lnTo>
                <a:lnTo>
                  <a:pt x="132588" y="173735"/>
                </a:lnTo>
                <a:lnTo>
                  <a:pt x="137160" y="169163"/>
                </a:lnTo>
                <a:lnTo>
                  <a:pt x="141732" y="164591"/>
                </a:lnTo>
                <a:lnTo>
                  <a:pt x="146304" y="160019"/>
                </a:lnTo>
                <a:lnTo>
                  <a:pt x="150876" y="155447"/>
                </a:lnTo>
                <a:lnTo>
                  <a:pt x="146304" y="155447"/>
                </a:lnTo>
                <a:lnTo>
                  <a:pt x="137160" y="160019"/>
                </a:lnTo>
                <a:lnTo>
                  <a:pt x="120396" y="173735"/>
                </a:lnTo>
                <a:lnTo>
                  <a:pt x="99060" y="190499"/>
                </a:lnTo>
                <a:lnTo>
                  <a:pt x="77724" y="208787"/>
                </a:lnTo>
                <a:lnTo>
                  <a:pt x="59436" y="230123"/>
                </a:lnTo>
                <a:lnTo>
                  <a:pt x="42672" y="256031"/>
                </a:lnTo>
                <a:lnTo>
                  <a:pt x="25908" y="289559"/>
                </a:lnTo>
                <a:lnTo>
                  <a:pt x="12192" y="315467"/>
                </a:lnTo>
                <a:lnTo>
                  <a:pt x="3048" y="341375"/>
                </a:lnTo>
                <a:lnTo>
                  <a:pt x="0" y="364235"/>
                </a:lnTo>
                <a:lnTo>
                  <a:pt x="0" y="385571"/>
                </a:lnTo>
                <a:lnTo>
                  <a:pt x="25908" y="428243"/>
                </a:lnTo>
                <a:lnTo>
                  <a:pt x="73152" y="441959"/>
                </a:lnTo>
                <a:lnTo>
                  <a:pt x="102108" y="441959"/>
                </a:lnTo>
                <a:lnTo>
                  <a:pt x="141732" y="437387"/>
                </a:lnTo>
                <a:lnTo>
                  <a:pt x="184404" y="423671"/>
                </a:lnTo>
                <a:lnTo>
                  <a:pt x="219456" y="411479"/>
                </a:lnTo>
                <a:lnTo>
                  <a:pt x="252984" y="394715"/>
                </a:lnTo>
                <a:lnTo>
                  <a:pt x="292607" y="376427"/>
                </a:lnTo>
                <a:lnTo>
                  <a:pt x="323088" y="359663"/>
                </a:lnTo>
                <a:lnTo>
                  <a:pt x="348996" y="345947"/>
                </a:lnTo>
                <a:lnTo>
                  <a:pt x="374904" y="333755"/>
                </a:lnTo>
                <a:lnTo>
                  <a:pt x="391667" y="324611"/>
                </a:lnTo>
                <a:lnTo>
                  <a:pt x="403860" y="315467"/>
                </a:lnTo>
                <a:lnTo>
                  <a:pt x="413004" y="312419"/>
                </a:lnTo>
                <a:lnTo>
                  <a:pt x="420624" y="307847"/>
                </a:lnTo>
                <a:lnTo>
                  <a:pt x="417576" y="307847"/>
                </a:lnTo>
                <a:lnTo>
                  <a:pt x="408431" y="312419"/>
                </a:lnTo>
                <a:lnTo>
                  <a:pt x="391667" y="320039"/>
                </a:lnTo>
                <a:lnTo>
                  <a:pt x="370331" y="333755"/>
                </a:lnTo>
                <a:lnTo>
                  <a:pt x="348996" y="350519"/>
                </a:lnTo>
                <a:lnTo>
                  <a:pt x="326136" y="364235"/>
                </a:lnTo>
                <a:lnTo>
                  <a:pt x="313943" y="371855"/>
                </a:lnTo>
                <a:lnTo>
                  <a:pt x="304800" y="380999"/>
                </a:lnTo>
                <a:lnTo>
                  <a:pt x="297180" y="385571"/>
                </a:lnTo>
                <a:lnTo>
                  <a:pt x="292607" y="390143"/>
                </a:lnTo>
                <a:lnTo>
                  <a:pt x="297180" y="390143"/>
                </a:lnTo>
                <a:lnTo>
                  <a:pt x="304800" y="385571"/>
                </a:lnTo>
                <a:lnTo>
                  <a:pt x="339852" y="364235"/>
                </a:lnTo>
                <a:lnTo>
                  <a:pt x="356616" y="345947"/>
                </a:lnTo>
                <a:lnTo>
                  <a:pt x="365760" y="341375"/>
                </a:lnTo>
                <a:lnTo>
                  <a:pt x="370331" y="338327"/>
                </a:lnTo>
                <a:lnTo>
                  <a:pt x="374904" y="333755"/>
                </a:lnTo>
                <a:lnTo>
                  <a:pt x="377952" y="329183"/>
                </a:lnTo>
                <a:lnTo>
                  <a:pt x="382524" y="338327"/>
                </a:lnTo>
                <a:lnTo>
                  <a:pt x="382524" y="345947"/>
                </a:lnTo>
                <a:lnTo>
                  <a:pt x="403860" y="390143"/>
                </a:lnTo>
                <a:lnTo>
                  <a:pt x="438911" y="402335"/>
                </a:lnTo>
                <a:lnTo>
                  <a:pt x="469391" y="402335"/>
                </a:lnTo>
                <a:lnTo>
                  <a:pt x="498348" y="394715"/>
                </a:lnTo>
                <a:lnTo>
                  <a:pt x="524256" y="380999"/>
                </a:lnTo>
                <a:lnTo>
                  <a:pt x="550163" y="359663"/>
                </a:lnTo>
                <a:lnTo>
                  <a:pt x="576072" y="338327"/>
                </a:lnTo>
                <a:lnTo>
                  <a:pt x="627887" y="281939"/>
                </a:lnTo>
                <a:lnTo>
                  <a:pt x="649224" y="246887"/>
                </a:lnTo>
                <a:lnTo>
                  <a:pt x="667511" y="211835"/>
                </a:lnTo>
                <a:lnTo>
                  <a:pt x="684276" y="173735"/>
                </a:lnTo>
                <a:lnTo>
                  <a:pt x="696467" y="112775"/>
                </a:lnTo>
                <a:lnTo>
                  <a:pt x="701039" y="86867"/>
                </a:lnTo>
                <a:lnTo>
                  <a:pt x="701039" y="65531"/>
                </a:lnTo>
                <a:lnTo>
                  <a:pt x="696467" y="44195"/>
                </a:lnTo>
                <a:lnTo>
                  <a:pt x="688848" y="25907"/>
                </a:lnTo>
                <a:lnTo>
                  <a:pt x="679704" y="12191"/>
                </a:lnTo>
                <a:lnTo>
                  <a:pt x="670560" y="4571"/>
                </a:lnTo>
                <a:lnTo>
                  <a:pt x="662939" y="0"/>
                </a:lnTo>
                <a:lnTo>
                  <a:pt x="653796" y="0"/>
                </a:lnTo>
                <a:lnTo>
                  <a:pt x="618743" y="30479"/>
                </a:lnTo>
                <a:lnTo>
                  <a:pt x="597408" y="108203"/>
                </a:lnTo>
                <a:lnTo>
                  <a:pt x="594360" y="150875"/>
                </a:lnTo>
                <a:lnTo>
                  <a:pt x="594360" y="195071"/>
                </a:lnTo>
                <a:lnTo>
                  <a:pt x="601980" y="246887"/>
                </a:lnTo>
                <a:lnTo>
                  <a:pt x="615696" y="286511"/>
                </a:lnTo>
                <a:lnTo>
                  <a:pt x="637032" y="315467"/>
                </a:lnTo>
                <a:lnTo>
                  <a:pt x="667511" y="341375"/>
                </a:lnTo>
              </a:path>
            </a:pathLst>
          </a:custGeom>
          <a:noFill/>
          <a:ln w="19812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grpSp>
        <p:nvGrpSpPr>
          <p:cNvPr id="94" name="object 15"/>
          <p:cNvGrpSpPr/>
          <p:nvPr/>
        </p:nvGrpSpPr>
        <p:grpSpPr>
          <a:xfrm>
            <a:off x="5783400" y="6911280"/>
            <a:ext cx="688680" cy="276840"/>
            <a:chOff x="5783400" y="6911280"/>
            <a:chExt cx="688680" cy="276840"/>
          </a:xfrm>
        </p:grpSpPr>
        <p:sp>
          <p:nvSpPr>
            <p:cNvPr id="95" name="object 16"/>
            <p:cNvSpPr/>
            <p:nvPr/>
          </p:nvSpPr>
          <p:spPr>
            <a:xfrm>
              <a:off x="5783400" y="7014960"/>
              <a:ext cx="680760" cy="60120"/>
            </a:xfrm>
            <a:custGeom>
              <a:avLst/>
              <a:gdLst>
                <a:gd name="textAreaLeft" fmla="*/ 0 w 680760"/>
                <a:gd name="textAreaRight" fmla="*/ 681480 w 680760"/>
                <a:gd name="textAreaTop" fmla="*/ 0 h 60120"/>
                <a:gd name="textAreaBottom" fmla="*/ 60840 h 60120"/>
              </a:gdLst>
              <a:ahLst/>
              <a:rect l="textAreaLeft" t="textAreaTop" r="textAreaRight" b="textAreaBottom"/>
              <a:pathLst>
                <a:path w="681354" h="60959">
                  <a:moveTo>
                    <a:pt x="0" y="4572"/>
                  </a:moveTo>
                  <a:lnTo>
                    <a:pt x="4572" y="9144"/>
                  </a:lnTo>
                  <a:lnTo>
                    <a:pt x="9144" y="13716"/>
                  </a:lnTo>
                  <a:lnTo>
                    <a:pt x="13716" y="18288"/>
                  </a:lnTo>
                  <a:lnTo>
                    <a:pt x="18288" y="22860"/>
                  </a:lnTo>
                  <a:lnTo>
                    <a:pt x="25908" y="27432"/>
                  </a:lnTo>
                  <a:lnTo>
                    <a:pt x="35052" y="30480"/>
                  </a:lnTo>
                  <a:lnTo>
                    <a:pt x="44195" y="35052"/>
                  </a:lnTo>
                  <a:lnTo>
                    <a:pt x="56387" y="39624"/>
                  </a:lnTo>
                  <a:lnTo>
                    <a:pt x="70104" y="44196"/>
                  </a:lnTo>
                  <a:lnTo>
                    <a:pt x="86868" y="48768"/>
                  </a:lnTo>
                  <a:lnTo>
                    <a:pt x="112775" y="53340"/>
                  </a:lnTo>
                  <a:lnTo>
                    <a:pt x="146304" y="56388"/>
                  </a:lnTo>
                  <a:lnTo>
                    <a:pt x="185928" y="60960"/>
                  </a:lnTo>
                  <a:lnTo>
                    <a:pt x="219456" y="60960"/>
                  </a:lnTo>
                  <a:lnTo>
                    <a:pt x="249936" y="56388"/>
                  </a:lnTo>
                  <a:lnTo>
                    <a:pt x="284988" y="56388"/>
                  </a:lnTo>
                  <a:lnTo>
                    <a:pt x="327660" y="56388"/>
                  </a:lnTo>
                  <a:lnTo>
                    <a:pt x="374904" y="53340"/>
                  </a:lnTo>
                  <a:lnTo>
                    <a:pt x="417576" y="48768"/>
                  </a:lnTo>
                  <a:lnTo>
                    <a:pt x="448056" y="44196"/>
                  </a:lnTo>
                  <a:lnTo>
                    <a:pt x="478536" y="39624"/>
                  </a:lnTo>
                  <a:lnTo>
                    <a:pt x="512063" y="39624"/>
                  </a:lnTo>
                  <a:lnTo>
                    <a:pt x="551687" y="35052"/>
                  </a:lnTo>
                  <a:lnTo>
                    <a:pt x="586739" y="30480"/>
                  </a:lnTo>
                  <a:lnTo>
                    <a:pt x="612647" y="27432"/>
                  </a:lnTo>
                  <a:lnTo>
                    <a:pt x="650747" y="18288"/>
                  </a:lnTo>
                  <a:lnTo>
                    <a:pt x="681227" y="0"/>
                  </a:lnTo>
                </a:path>
              </a:pathLst>
            </a:custGeom>
            <a:noFill/>
            <a:ln w="19812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6" name="object 17"/>
            <p:cNvSpPr/>
            <p:nvPr/>
          </p:nvSpPr>
          <p:spPr>
            <a:xfrm>
              <a:off x="6339960" y="6911280"/>
              <a:ext cx="132120" cy="276840"/>
            </a:xfrm>
            <a:custGeom>
              <a:avLst/>
              <a:gdLst>
                <a:gd name="textAreaLeft" fmla="*/ 0 w 132120"/>
                <a:gd name="textAreaRight" fmla="*/ 132840 w 132120"/>
                <a:gd name="textAreaTop" fmla="*/ 0 h 276840"/>
                <a:gd name="textAreaBottom" fmla="*/ 277560 h 276840"/>
              </a:gdLst>
              <a:ahLst/>
              <a:rect l="textAreaLeft" t="textAreaTop" r="textAreaRight" b="textAreaBottom"/>
              <a:pathLst>
                <a:path w="132714" h="277495">
                  <a:moveTo>
                    <a:pt x="7620" y="0"/>
                  </a:moveTo>
                  <a:lnTo>
                    <a:pt x="4572" y="4572"/>
                  </a:lnTo>
                  <a:lnTo>
                    <a:pt x="4572" y="9144"/>
                  </a:lnTo>
                  <a:lnTo>
                    <a:pt x="7620" y="13716"/>
                  </a:lnTo>
                  <a:lnTo>
                    <a:pt x="16764" y="22859"/>
                  </a:lnTo>
                  <a:lnTo>
                    <a:pt x="30480" y="30480"/>
                  </a:lnTo>
                  <a:lnTo>
                    <a:pt x="47244" y="39624"/>
                  </a:lnTo>
                  <a:lnTo>
                    <a:pt x="64008" y="51816"/>
                  </a:lnTo>
                  <a:lnTo>
                    <a:pt x="80772" y="60960"/>
                  </a:lnTo>
                  <a:lnTo>
                    <a:pt x="94488" y="70104"/>
                  </a:lnTo>
                  <a:lnTo>
                    <a:pt x="106680" y="77724"/>
                  </a:lnTo>
                  <a:lnTo>
                    <a:pt x="115824" y="86868"/>
                  </a:lnTo>
                  <a:lnTo>
                    <a:pt x="124968" y="96012"/>
                  </a:lnTo>
                  <a:lnTo>
                    <a:pt x="129540" y="103632"/>
                  </a:lnTo>
                  <a:lnTo>
                    <a:pt x="132588" y="117348"/>
                  </a:lnTo>
                  <a:lnTo>
                    <a:pt x="132588" y="131064"/>
                  </a:lnTo>
                  <a:lnTo>
                    <a:pt x="99060" y="187452"/>
                  </a:lnTo>
                  <a:lnTo>
                    <a:pt x="47244" y="234695"/>
                  </a:lnTo>
                  <a:lnTo>
                    <a:pt x="30480" y="251459"/>
                  </a:lnTo>
                  <a:lnTo>
                    <a:pt x="16764" y="265176"/>
                  </a:lnTo>
                  <a:lnTo>
                    <a:pt x="7620" y="272795"/>
                  </a:lnTo>
                  <a:lnTo>
                    <a:pt x="0" y="277368"/>
                  </a:lnTo>
                </a:path>
              </a:pathLst>
            </a:custGeom>
            <a:noFill/>
            <a:ln w="19812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97" name="object 18"/>
          <p:cNvGrpSpPr/>
          <p:nvPr/>
        </p:nvGrpSpPr>
        <p:grpSpPr>
          <a:xfrm>
            <a:off x="6627960" y="6859440"/>
            <a:ext cx="537840" cy="329400"/>
            <a:chOff x="6627960" y="6859440"/>
            <a:chExt cx="537840" cy="329400"/>
          </a:xfrm>
        </p:grpSpPr>
        <p:sp>
          <p:nvSpPr>
            <p:cNvPr id="98" name="object 19"/>
            <p:cNvSpPr/>
            <p:nvPr/>
          </p:nvSpPr>
          <p:spPr>
            <a:xfrm>
              <a:off x="6627960" y="6859440"/>
              <a:ext cx="301680" cy="311760"/>
            </a:xfrm>
            <a:custGeom>
              <a:avLst/>
              <a:gdLst>
                <a:gd name="textAreaLeft" fmla="*/ 0 w 301680"/>
                <a:gd name="textAreaRight" fmla="*/ 302400 w 301680"/>
                <a:gd name="textAreaTop" fmla="*/ 0 h 311760"/>
                <a:gd name="textAreaBottom" fmla="*/ 312480 h 311760"/>
              </a:gdLst>
              <a:ahLst/>
              <a:rect l="textAreaLeft" t="textAreaTop" r="textAreaRight" b="textAreaBottom"/>
              <a:pathLst>
                <a:path w="302259" h="312420">
                  <a:moveTo>
                    <a:pt x="0" y="312419"/>
                  </a:moveTo>
                  <a:lnTo>
                    <a:pt x="0" y="312419"/>
                  </a:lnTo>
                  <a:lnTo>
                    <a:pt x="0" y="242315"/>
                  </a:lnTo>
                  <a:lnTo>
                    <a:pt x="4572" y="225551"/>
                  </a:lnTo>
                  <a:lnTo>
                    <a:pt x="9144" y="208787"/>
                  </a:lnTo>
                  <a:lnTo>
                    <a:pt x="12192" y="190499"/>
                  </a:lnTo>
                  <a:lnTo>
                    <a:pt x="21336" y="169163"/>
                  </a:lnTo>
                  <a:lnTo>
                    <a:pt x="30480" y="152399"/>
                  </a:lnTo>
                  <a:lnTo>
                    <a:pt x="38100" y="134111"/>
                  </a:lnTo>
                  <a:lnTo>
                    <a:pt x="47244" y="121919"/>
                  </a:lnTo>
                  <a:lnTo>
                    <a:pt x="56387" y="108203"/>
                  </a:lnTo>
                  <a:lnTo>
                    <a:pt x="60960" y="100583"/>
                  </a:lnTo>
                  <a:lnTo>
                    <a:pt x="64008" y="96011"/>
                  </a:lnTo>
                  <a:lnTo>
                    <a:pt x="68580" y="91439"/>
                  </a:lnTo>
                  <a:lnTo>
                    <a:pt x="73152" y="91439"/>
                  </a:lnTo>
                  <a:lnTo>
                    <a:pt x="82296" y="96011"/>
                  </a:lnTo>
                  <a:lnTo>
                    <a:pt x="89916" y="108203"/>
                  </a:lnTo>
                  <a:lnTo>
                    <a:pt x="99060" y="126491"/>
                  </a:lnTo>
                  <a:lnTo>
                    <a:pt x="108204" y="143255"/>
                  </a:lnTo>
                  <a:lnTo>
                    <a:pt x="111252" y="164591"/>
                  </a:lnTo>
                  <a:lnTo>
                    <a:pt x="115824" y="185927"/>
                  </a:lnTo>
                  <a:lnTo>
                    <a:pt x="115824" y="208787"/>
                  </a:lnTo>
                  <a:lnTo>
                    <a:pt x="115824" y="220979"/>
                  </a:lnTo>
                  <a:lnTo>
                    <a:pt x="115824" y="230123"/>
                  </a:lnTo>
                  <a:lnTo>
                    <a:pt x="115824" y="234695"/>
                  </a:lnTo>
                  <a:lnTo>
                    <a:pt x="120396" y="225551"/>
                  </a:lnTo>
                  <a:lnTo>
                    <a:pt x="124968" y="204215"/>
                  </a:lnTo>
                  <a:lnTo>
                    <a:pt x="134112" y="173735"/>
                  </a:lnTo>
                  <a:lnTo>
                    <a:pt x="141732" y="138683"/>
                  </a:lnTo>
                  <a:lnTo>
                    <a:pt x="150876" y="108203"/>
                  </a:lnTo>
                  <a:lnTo>
                    <a:pt x="163068" y="82295"/>
                  </a:lnTo>
                  <a:lnTo>
                    <a:pt x="172211" y="60959"/>
                  </a:lnTo>
                  <a:lnTo>
                    <a:pt x="185928" y="39623"/>
                  </a:lnTo>
                  <a:lnTo>
                    <a:pt x="193548" y="25907"/>
                  </a:lnTo>
                  <a:lnTo>
                    <a:pt x="202692" y="13715"/>
                  </a:lnTo>
                  <a:lnTo>
                    <a:pt x="210311" y="4571"/>
                  </a:lnTo>
                  <a:lnTo>
                    <a:pt x="219456" y="0"/>
                  </a:lnTo>
                  <a:lnTo>
                    <a:pt x="228600" y="0"/>
                  </a:lnTo>
                  <a:lnTo>
                    <a:pt x="236219" y="0"/>
                  </a:lnTo>
                  <a:lnTo>
                    <a:pt x="262128" y="30479"/>
                  </a:lnTo>
                  <a:lnTo>
                    <a:pt x="280416" y="86867"/>
                  </a:lnTo>
                  <a:lnTo>
                    <a:pt x="288036" y="138683"/>
                  </a:lnTo>
                  <a:lnTo>
                    <a:pt x="288036" y="160019"/>
                  </a:lnTo>
                  <a:lnTo>
                    <a:pt x="292607" y="178307"/>
                  </a:lnTo>
                  <a:lnTo>
                    <a:pt x="292607" y="190499"/>
                  </a:lnTo>
                  <a:lnTo>
                    <a:pt x="297180" y="204215"/>
                  </a:lnTo>
                  <a:lnTo>
                    <a:pt x="301752" y="208787"/>
                  </a:lnTo>
                  <a:lnTo>
                    <a:pt x="301752" y="211835"/>
                  </a:lnTo>
                </a:path>
              </a:pathLst>
            </a:custGeom>
            <a:noFill/>
            <a:ln w="19812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pic>
          <p:nvPicPr>
            <p:cNvPr id="99" name="object 20" descr=""/>
            <p:cNvPicPr/>
            <p:nvPr/>
          </p:nvPicPr>
          <p:blipFill>
            <a:blip r:embed="rId3"/>
            <a:stretch/>
          </p:blipFill>
          <p:spPr>
            <a:xfrm>
              <a:off x="6971400" y="7018920"/>
              <a:ext cx="194400" cy="1699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00" name="object 21"/>
          <p:cNvSpPr/>
          <p:nvPr/>
        </p:nvSpPr>
        <p:spPr>
          <a:xfrm>
            <a:off x="7260480" y="6908400"/>
            <a:ext cx="882000" cy="406440"/>
          </a:xfrm>
          <a:custGeom>
            <a:avLst/>
            <a:gdLst>
              <a:gd name="textAreaLeft" fmla="*/ 0 w 882000"/>
              <a:gd name="textAreaRight" fmla="*/ 882720 w 882000"/>
              <a:gd name="textAreaTop" fmla="*/ 0 h 406440"/>
              <a:gd name="textAreaBottom" fmla="*/ 407160 h 406440"/>
            </a:gdLst>
            <a:ahLst/>
            <a:rect l="textAreaLeft" t="textAreaTop" r="textAreaRight" b="textAreaBottom"/>
            <a:pathLst>
              <a:path w="882650" h="407034">
                <a:moveTo>
                  <a:pt x="0" y="181356"/>
                </a:moveTo>
                <a:lnTo>
                  <a:pt x="4572" y="176784"/>
                </a:lnTo>
                <a:lnTo>
                  <a:pt x="9144" y="167640"/>
                </a:lnTo>
                <a:lnTo>
                  <a:pt x="18288" y="160020"/>
                </a:lnTo>
                <a:lnTo>
                  <a:pt x="25908" y="150876"/>
                </a:lnTo>
                <a:lnTo>
                  <a:pt x="35052" y="146304"/>
                </a:lnTo>
                <a:lnTo>
                  <a:pt x="44195" y="141732"/>
                </a:lnTo>
                <a:lnTo>
                  <a:pt x="51816" y="137160"/>
                </a:lnTo>
                <a:lnTo>
                  <a:pt x="56387" y="137160"/>
                </a:lnTo>
                <a:lnTo>
                  <a:pt x="60960" y="137160"/>
                </a:lnTo>
                <a:lnTo>
                  <a:pt x="70104" y="137160"/>
                </a:lnTo>
                <a:lnTo>
                  <a:pt x="73152" y="141732"/>
                </a:lnTo>
                <a:lnTo>
                  <a:pt x="82296" y="150876"/>
                </a:lnTo>
                <a:lnTo>
                  <a:pt x="86868" y="160020"/>
                </a:lnTo>
                <a:lnTo>
                  <a:pt x="91439" y="172212"/>
                </a:lnTo>
                <a:lnTo>
                  <a:pt x="94488" y="190500"/>
                </a:lnTo>
                <a:lnTo>
                  <a:pt x="99060" y="202692"/>
                </a:lnTo>
                <a:lnTo>
                  <a:pt x="99060" y="216408"/>
                </a:lnTo>
                <a:lnTo>
                  <a:pt x="99060" y="224028"/>
                </a:lnTo>
                <a:lnTo>
                  <a:pt x="99060" y="228600"/>
                </a:lnTo>
                <a:lnTo>
                  <a:pt x="99060" y="233172"/>
                </a:lnTo>
                <a:lnTo>
                  <a:pt x="103632" y="224028"/>
                </a:lnTo>
                <a:lnTo>
                  <a:pt x="112775" y="211836"/>
                </a:lnTo>
                <a:lnTo>
                  <a:pt x="120396" y="198120"/>
                </a:lnTo>
                <a:lnTo>
                  <a:pt x="129539" y="181356"/>
                </a:lnTo>
                <a:lnTo>
                  <a:pt x="143256" y="160020"/>
                </a:lnTo>
                <a:lnTo>
                  <a:pt x="155448" y="141732"/>
                </a:lnTo>
                <a:lnTo>
                  <a:pt x="169164" y="129540"/>
                </a:lnTo>
                <a:lnTo>
                  <a:pt x="176783" y="120396"/>
                </a:lnTo>
                <a:lnTo>
                  <a:pt x="185928" y="115824"/>
                </a:lnTo>
                <a:lnTo>
                  <a:pt x="188976" y="115824"/>
                </a:lnTo>
                <a:lnTo>
                  <a:pt x="198119" y="115824"/>
                </a:lnTo>
                <a:lnTo>
                  <a:pt x="202692" y="120396"/>
                </a:lnTo>
                <a:lnTo>
                  <a:pt x="211836" y="129540"/>
                </a:lnTo>
                <a:lnTo>
                  <a:pt x="214883" y="137160"/>
                </a:lnTo>
                <a:lnTo>
                  <a:pt x="219456" y="155448"/>
                </a:lnTo>
                <a:lnTo>
                  <a:pt x="228600" y="172212"/>
                </a:lnTo>
                <a:lnTo>
                  <a:pt x="233172" y="190500"/>
                </a:lnTo>
                <a:lnTo>
                  <a:pt x="237743" y="202692"/>
                </a:lnTo>
                <a:lnTo>
                  <a:pt x="240792" y="216408"/>
                </a:lnTo>
                <a:lnTo>
                  <a:pt x="245364" y="224028"/>
                </a:lnTo>
                <a:lnTo>
                  <a:pt x="249936" y="228600"/>
                </a:lnTo>
                <a:lnTo>
                  <a:pt x="259080" y="233172"/>
                </a:lnTo>
                <a:lnTo>
                  <a:pt x="266700" y="233172"/>
                </a:lnTo>
                <a:lnTo>
                  <a:pt x="280416" y="228600"/>
                </a:lnTo>
                <a:lnTo>
                  <a:pt x="297180" y="224028"/>
                </a:lnTo>
                <a:lnTo>
                  <a:pt x="318515" y="219456"/>
                </a:lnTo>
                <a:lnTo>
                  <a:pt x="336804" y="211836"/>
                </a:lnTo>
                <a:lnTo>
                  <a:pt x="353567" y="198120"/>
                </a:lnTo>
                <a:lnTo>
                  <a:pt x="370332" y="185928"/>
                </a:lnTo>
                <a:lnTo>
                  <a:pt x="387095" y="172212"/>
                </a:lnTo>
                <a:lnTo>
                  <a:pt x="400812" y="163068"/>
                </a:lnTo>
                <a:lnTo>
                  <a:pt x="413004" y="155448"/>
                </a:lnTo>
                <a:lnTo>
                  <a:pt x="422148" y="146304"/>
                </a:lnTo>
                <a:lnTo>
                  <a:pt x="431291" y="141732"/>
                </a:lnTo>
                <a:lnTo>
                  <a:pt x="435863" y="137160"/>
                </a:lnTo>
                <a:lnTo>
                  <a:pt x="438912" y="129540"/>
                </a:lnTo>
                <a:lnTo>
                  <a:pt x="443484" y="124968"/>
                </a:lnTo>
                <a:lnTo>
                  <a:pt x="443484" y="120396"/>
                </a:lnTo>
                <a:lnTo>
                  <a:pt x="443484" y="115824"/>
                </a:lnTo>
                <a:lnTo>
                  <a:pt x="443484" y="111252"/>
                </a:lnTo>
                <a:lnTo>
                  <a:pt x="438912" y="106680"/>
                </a:lnTo>
                <a:lnTo>
                  <a:pt x="431291" y="103632"/>
                </a:lnTo>
                <a:lnTo>
                  <a:pt x="417576" y="103632"/>
                </a:lnTo>
                <a:lnTo>
                  <a:pt x="379476" y="111252"/>
                </a:lnTo>
                <a:lnTo>
                  <a:pt x="336804" y="141732"/>
                </a:lnTo>
                <a:lnTo>
                  <a:pt x="327660" y="155448"/>
                </a:lnTo>
                <a:lnTo>
                  <a:pt x="318515" y="163068"/>
                </a:lnTo>
                <a:lnTo>
                  <a:pt x="313943" y="172212"/>
                </a:lnTo>
                <a:lnTo>
                  <a:pt x="313943" y="176784"/>
                </a:lnTo>
                <a:lnTo>
                  <a:pt x="313943" y="181356"/>
                </a:lnTo>
                <a:lnTo>
                  <a:pt x="323087" y="181356"/>
                </a:lnTo>
                <a:lnTo>
                  <a:pt x="332232" y="176784"/>
                </a:lnTo>
                <a:lnTo>
                  <a:pt x="344423" y="172212"/>
                </a:lnTo>
                <a:lnTo>
                  <a:pt x="358139" y="167640"/>
                </a:lnTo>
                <a:lnTo>
                  <a:pt x="370332" y="160020"/>
                </a:lnTo>
                <a:lnTo>
                  <a:pt x="384048" y="155448"/>
                </a:lnTo>
                <a:lnTo>
                  <a:pt x="391667" y="150876"/>
                </a:lnTo>
                <a:lnTo>
                  <a:pt x="400812" y="146304"/>
                </a:lnTo>
                <a:lnTo>
                  <a:pt x="409956" y="146304"/>
                </a:lnTo>
                <a:lnTo>
                  <a:pt x="417576" y="146304"/>
                </a:lnTo>
                <a:lnTo>
                  <a:pt x="422148" y="146304"/>
                </a:lnTo>
                <a:lnTo>
                  <a:pt x="426719" y="150876"/>
                </a:lnTo>
                <a:lnTo>
                  <a:pt x="435863" y="160020"/>
                </a:lnTo>
                <a:lnTo>
                  <a:pt x="438912" y="167640"/>
                </a:lnTo>
                <a:lnTo>
                  <a:pt x="448056" y="176784"/>
                </a:lnTo>
                <a:lnTo>
                  <a:pt x="452628" y="185928"/>
                </a:lnTo>
                <a:lnTo>
                  <a:pt x="457200" y="193548"/>
                </a:lnTo>
                <a:lnTo>
                  <a:pt x="464819" y="198120"/>
                </a:lnTo>
                <a:lnTo>
                  <a:pt x="473963" y="202692"/>
                </a:lnTo>
                <a:lnTo>
                  <a:pt x="483108" y="202692"/>
                </a:lnTo>
                <a:lnTo>
                  <a:pt x="495300" y="198120"/>
                </a:lnTo>
                <a:lnTo>
                  <a:pt x="512063" y="190500"/>
                </a:lnTo>
                <a:lnTo>
                  <a:pt x="534924" y="181356"/>
                </a:lnTo>
                <a:lnTo>
                  <a:pt x="556260" y="167640"/>
                </a:lnTo>
                <a:lnTo>
                  <a:pt x="577595" y="155448"/>
                </a:lnTo>
                <a:lnTo>
                  <a:pt x="598932" y="137160"/>
                </a:lnTo>
                <a:lnTo>
                  <a:pt x="615695" y="120396"/>
                </a:lnTo>
                <a:lnTo>
                  <a:pt x="632460" y="103632"/>
                </a:lnTo>
                <a:lnTo>
                  <a:pt x="650747" y="80772"/>
                </a:lnTo>
                <a:lnTo>
                  <a:pt x="662939" y="59436"/>
                </a:lnTo>
                <a:lnTo>
                  <a:pt x="672083" y="42672"/>
                </a:lnTo>
                <a:lnTo>
                  <a:pt x="681227" y="28956"/>
                </a:lnTo>
                <a:lnTo>
                  <a:pt x="685800" y="21336"/>
                </a:lnTo>
                <a:lnTo>
                  <a:pt x="688847" y="12192"/>
                </a:lnTo>
                <a:lnTo>
                  <a:pt x="688847" y="3048"/>
                </a:lnTo>
                <a:lnTo>
                  <a:pt x="688847" y="0"/>
                </a:lnTo>
                <a:lnTo>
                  <a:pt x="650747" y="38100"/>
                </a:lnTo>
                <a:lnTo>
                  <a:pt x="611124" y="94488"/>
                </a:lnTo>
                <a:lnTo>
                  <a:pt x="598932" y="120396"/>
                </a:lnTo>
                <a:lnTo>
                  <a:pt x="586739" y="141732"/>
                </a:lnTo>
                <a:lnTo>
                  <a:pt x="577595" y="160020"/>
                </a:lnTo>
                <a:lnTo>
                  <a:pt x="573024" y="172212"/>
                </a:lnTo>
                <a:lnTo>
                  <a:pt x="573024" y="185928"/>
                </a:lnTo>
                <a:lnTo>
                  <a:pt x="573024" y="193548"/>
                </a:lnTo>
                <a:lnTo>
                  <a:pt x="573024" y="202692"/>
                </a:lnTo>
                <a:lnTo>
                  <a:pt x="577595" y="211836"/>
                </a:lnTo>
                <a:lnTo>
                  <a:pt x="582167" y="216408"/>
                </a:lnTo>
                <a:lnTo>
                  <a:pt x="589787" y="224028"/>
                </a:lnTo>
                <a:lnTo>
                  <a:pt x="598932" y="233172"/>
                </a:lnTo>
                <a:lnTo>
                  <a:pt x="606552" y="242316"/>
                </a:lnTo>
                <a:lnTo>
                  <a:pt x="615695" y="249936"/>
                </a:lnTo>
                <a:lnTo>
                  <a:pt x="620268" y="259080"/>
                </a:lnTo>
                <a:lnTo>
                  <a:pt x="629412" y="271272"/>
                </a:lnTo>
                <a:lnTo>
                  <a:pt x="637031" y="289560"/>
                </a:lnTo>
                <a:lnTo>
                  <a:pt x="641604" y="310896"/>
                </a:lnTo>
                <a:lnTo>
                  <a:pt x="646175" y="336804"/>
                </a:lnTo>
                <a:lnTo>
                  <a:pt x="650747" y="376428"/>
                </a:lnTo>
                <a:lnTo>
                  <a:pt x="650747" y="406907"/>
                </a:lnTo>
              </a:path>
              <a:path w="882650" h="407034">
                <a:moveTo>
                  <a:pt x="596101" y="406907"/>
                </a:moveTo>
                <a:lnTo>
                  <a:pt x="606552" y="397764"/>
                </a:lnTo>
                <a:lnTo>
                  <a:pt x="632460" y="379476"/>
                </a:lnTo>
                <a:lnTo>
                  <a:pt x="658368" y="362712"/>
                </a:lnTo>
                <a:lnTo>
                  <a:pt x="688847" y="345948"/>
                </a:lnTo>
                <a:lnTo>
                  <a:pt x="723900" y="324612"/>
                </a:lnTo>
                <a:lnTo>
                  <a:pt x="757427" y="301752"/>
                </a:lnTo>
                <a:lnTo>
                  <a:pt x="783335" y="289560"/>
                </a:lnTo>
                <a:lnTo>
                  <a:pt x="809243" y="271272"/>
                </a:lnTo>
                <a:lnTo>
                  <a:pt x="848868" y="237744"/>
                </a:lnTo>
                <a:lnTo>
                  <a:pt x="870204" y="198120"/>
                </a:lnTo>
                <a:lnTo>
                  <a:pt x="882395" y="150876"/>
                </a:lnTo>
                <a:lnTo>
                  <a:pt x="882395" y="137160"/>
                </a:lnTo>
                <a:lnTo>
                  <a:pt x="882395" y="129540"/>
                </a:lnTo>
                <a:lnTo>
                  <a:pt x="879347" y="120396"/>
                </a:lnTo>
                <a:lnTo>
                  <a:pt x="870204" y="111252"/>
                </a:lnTo>
                <a:lnTo>
                  <a:pt x="853439" y="106680"/>
                </a:lnTo>
                <a:lnTo>
                  <a:pt x="822960" y="103632"/>
                </a:lnTo>
                <a:lnTo>
                  <a:pt x="792479" y="106680"/>
                </a:lnTo>
                <a:lnTo>
                  <a:pt x="745235" y="129540"/>
                </a:lnTo>
                <a:lnTo>
                  <a:pt x="719327" y="160020"/>
                </a:lnTo>
                <a:lnTo>
                  <a:pt x="705612" y="193548"/>
                </a:lnTo>
                <a:lnTo>
                  <a:pt x="710183" y="211836"/>
                </a:lnTo>
                <a:lnTo>
                  <a:pt x="723900" y="228600"/>
                </a:lnTo>
                <a:lnTo>
                  <a:pt x="745235" y="245364"/>
                </a:lnTo>
                <a:lnTo>
                  <a:pt x="771143" y="254508"/>
                </a:lnTo>
                <a:lnTo>
                  <a:pt x="801624" y="259080"/>
                </a:lnTo>
                <a:lnTo>
                  <a:pt x="827531" y="254508"/>
                </a:lnTo>
                <a:lnTo>
                  <a:pt x="856487" y="245364"/>
                </a:lnTo>
                <a:lnTo>
                  <a:pt x="882395" y="233172"/>
                </a:lnTo>
              </a:path>
            </a:pathLst>
          </a:custGeom>
          <a:noFill/>
          <a:ln w="19812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grpSp>
        <p:nvGrpSpPr>
          <p:cNvPr id="101" name="object 22"/>
          <p:cNvGrpSpPr/>
          <p:nvPr/>
        </p:nvGrpSpPr>
        <p:grpSpPr>
          <a:xfrm>
            <a:off x="8272440" y="6694920"/>
            <a:ext cx="1303560" cy="476640"/>
            <a:chOff x="8272440" y="6694920"/>
            <a:chExt cx="1303560" cy="476640"/>
          </a:xfrm>
        </p:grpSpPr>
        <p:sp>
          <p:nvSpPr>
            <p:cNvPr id="102" name="object 23"/>
            <p:cNvSpPr/>
            <p:nvPr/>
          </p:nvSpPr>
          <p:spPr>
            <a:xfrm>
              <a:off x="8272440" y="6694920"/>
              <a:ext cx="1094040" cy="476640"/>
            </a:xfrm>
            <a:custGeom>
              <a:avLst/>
              <a:gdLst>
                <a:gd name="textAreaLeft" fmla="*/ 0 w 1094040"/>
                <a:gd name="textAreaRight" fmla="*/ 1094760 w 1094040"/>
                <a:gd name="textAreaTop" fmla="*/ 0 h 476640"/>
                <a:gd name="textAreaBottom" fmla="*/ 477360 h 476640"/>
              </a:gdLst>
              <a:ahLst/>
              <a:rect l="textAreaLeft" t="textAreaTop" r="textAreaRight" b="textAreaBottom"/>
              <a:pathLst>
                <a:path w="1094740" h="477520">
                  <a:moveTo>
                    <a:pt x="9144" y="364235"/>
                  </a:moveTo>
                  <a:lnTo>
                    <a:pt x="4572" y="368807"/>
                  </a:lnTo>
                  <a:lnTo>
                    <a:pt x="0" y="368807"/>
                  </a:lnTo>
                  <a:lnTo>
                    <a:pt x="4572" y="368807"/>
                  </a:lnTo>
                  <a:lnTo>
                    <a:pt x="12192" y="364235"/>
                  </a:lnTo>
                  <a:lnTo>
                    <a:pt x="21335" y="359664"/>
                  </a:lnTo>
                  <a:lnTo>
                    <a:pt x="30480" y="359664"/>
                  </a:lnTo>
                  <a:lnTo>
                    <a:pt x="39624" y="359664"/>
                  </a:lnTo>
                  <a:lnTo>
                    <a:pt x="47244" y="359664"/>
                  </a:lnTo>
                  <a:lnTo>
                    <a:pt x="60960" y="364235"/>
                  </a:lnTo>
                  <a:lnTo>
                    <a:pt x="68580" y="368807"/>
                  </a:lnTo>
                  <a:lnTo>
                    <a:pt x="82296" y="376428"/>
                  </a:lnTo>
                  <a:lnTo>
                    <a:pt x="91440" y="385571"/>
                  </a:lnTo>
                  <a:lnTo>
                    <a:pt x="99060" y="394716"/>
                  </a:lnTo>
                  <a:lnTo>
                    <a:pt x="108204" y="406907"/>
                  </a:lnTo>
                  <a:lnTo>
                    <a:pt x="111251" y="420623"/>
                  </a:lnTo>
                  <a:lnTo>
                    <a:pt x="115824" y="429767"/>
                  </a:lnTo>
                  <a:lnTo>
                    <a:pt x="115824" y="437387"/>
                  </a:lnTo>
                  <a:lnTo>
                    <a:pt x="120396" y="446532"/>
                  </a:lnTo>
                  <a:lnTo>
                    <a:pt x="120396" y="451103"/>
                  </a:lnTo>
                  <a:lnTo>
                    <a:pt x="120396" y="455675"/>
                  </a:lnTo>
                  <a:lnTo>
                    <a:pt x="129540" y="451103"/>
                  </a:lnTo>
                  <a:lnTo>
                    <a:pt x="137160" y="446532"/>
                  </a:lnTo>
                  <a:lnTo>
                    <a:pt x="150876" y="437387"/>
                  </a:lnTo>
                  <a:lnTo>
                    <a:pt x="163067" y="429767"/>
                  </a:lnTo>
                  <a:lnTo>
                    <a:pt x="176783" y="420623"/>
                  </a:lnTo>
                  <a:lnTo>
                    <a:pt x="185928" y="416051"/>
                  </a:lnTo>
                  <a:lnTo>
                    <a:pt x="193548" y="416051"/>
                  </a:lnTo>
                  <a:lnTo>
                    <a:pt x="207264" y="416051"/>
                  </a:lnTo>
                  <a:lnTo>
                    <a:pt x="214883" y="416051"/>
                  </a:lnTo>
                  <a:lnTo>
                    <a:pt x="224028" y="416051"/>
                  </a:lnTo>
                  <a:lnTo>
                    <a:pt x="228600" y="416051"/>
                  </a:lnTo>
                  <a:lnTo>
                    <a:pt x="233172" y="420623"/>
                  </a:lnTo>
                  <a:lnTo>
                    <a:pt x="236220" y="425196"/>
                  </a:lnTo>
                  <a:lnTo>
                    <a:pt x="240792" y="432816"/>
                  </a:lnTo>
                  <a:lnTo>
                    <a:pt x="245364" y="441960"/>
                  </a:lnTo>
                  <a:lnTo>
                    <a:pt x="249935" y="451103"/>
                  </a:lnTo>
                  <a:lnTo>
                    <a:pt x="254508" y="458723"/>
                  </a:lnTo>
                  <a:lnTo>
                    <a:pt x="259080" y="467867"/>
                  </a:lnTo>
                  <a:lnTo>
                    <a:pt x="259080" y="472439"/>
                  </a:lnTo>
                  <a:lnTo>
                    <a:pt x="259080" y="477012"/>
                  </a:lnTo>
                  <a:lnTo>
                    <a:pt x="262128" y="472439"/>
                  </a:lnTo>
                  <a:lnTo>
                    <a:pt x="271272" y="458723"/>
                  </a:lnTo>
                  <a:lnTo>
                    <a:pt x="280416" y="446532"/>
                  </a:lnTo>
                  <a:lnTo>
                    <a:pt x="284988" y="432816"/>
                  </a:lnTo>
                  <a:lnTo>
                    <a:pt x="292608" y="420623"/>
                  </a:lnTo>
                  <a:lnTo>
                    <a:pt x="297180" y="411480"/>
                  </a:lnTo>
                  <a:lnTo>
                    <a:pt x="301751" y="403860"/>
                  </a:lnTo>
                  <a:lnTo>
                    <a:pt x="306324" y="394716"/>
                  </a:lnTo>
                  <a:lnTo>
                    <a:pt x="309372" y="390144"/>
                  </a:lnTo>
                  <a:lnTo>
                    <a:pt x="313944" y="385571"/>
                  </a:lnTo>
                  <a:lnTo>
                    <a:pt x="318516" y="385571"/>
                  </a:lnTo>
                  <a:lnTo>
                    <a:pt x="323088" y="385571"/>
                  </a:lnTo>
                  <a:lnTo>
                    <a:pt x="327660" y="385571"/>
                  </a:lnTo>
                  <a:lnTo>
                    <a:pt x="332232" y="390144"/>
                  </a:lnTo>
                  <a:lnTo>
                    <a:pt x="335280" y="394716"/>
                  </a:lnTo>
                  <a:lnTo>
                    <a:pt x="339851" y="403860"/>
                  </a:lnTo>
                  <a:lnTo>
                    <a:pt x="344424" y="411480"/>
                  </a:lnTo>
                  <a:lnTo>
                    <a:pt x="353567" y="425196"/>
                  </a:lnTo>
                  <a:lnTo>
                    <a:pt x="361188" y="437387"/>
                  </a:lnTo>
                  <a:lnTo>
                    <a:pt x="370332" y="446532"/>
                  </a:lnTo>
                  <a:lnTo>
                    <a:pt x="379476" y="455675"/>
                  </a:lnTo>
                  <a:lnTo>
                    <a:pt x="387096" y="463296"/>
                  </a:lnTo>
                  <a:lnTo>
                    <a:pt x="391667" y="467867"/>
                  </a:lnTo>
                  <a:lnTo>
                    <a:pt x="400812" y="472439"/>
                  </a:lnTo>
                  <a:lnTo>
                    <a:pt x="409956" y="472439"/>
                  </a:lnTo>
                  <a:lnTo>
                    <a:pt x="417576" y="472439"/>
                  </a:lnTo>
                  <a:lnTo>
                    <a:pt x="426720" y="472439"/>
                  </a:lnTo>
                  <a:lnTo>
                    <a:pt x="434340" y="467867"/>
                  </a:lnTo>
                  <a:lnTo>
                    <a:pt x="443483" y="458723"/>
                  </a:lnTo>
                  <a:lnTo>
                    <a:pt x="452628" y="446532"/>
                  </a:lnTo>
                  <a:lnTo>
                    <a:pt x="460248" y="437387"/>
                  </a:lnTo>
                  <a:lnTo>
                    <a:pt x="469392" y="425196"/>
                  </a:lnTo>
                  <a:lnTo>
                    <a:pt x="478535" y="411480"/>
                  </a:lnTo>
                  <a:lnTo>
                    <a:pt x="483108" y="403860"/>
                  </a:lnTo>
                  <a:lnTo>
                    <a:pt x="486156" y="394716"/>
                  </a:lnTo>
                  <a:lnTo>
                    <a:pt x="490728" y="390144"/>
                  </a:lnTo>
                  <a:lnTo>
                    <a:pt x="490728" y="394716"/>
                  </a:lnTo>
                  <a:lnTo>
                    <a:pt x="490728" y="399287"/>
                  </a:lnTo>
                  <a:lnTo>
                    <a:pt x="490728" y="403860"/>
                  </a:lnTo>
                  <a:lnTo>
                    <a:pt x="490728" y="406907"/>
                  </a:lnTo>
                  <a:lnTo>
                    <a:pt x="490728" y="411480"/>
                  </a:lnTo>
                  <a:lnTo>
                    <a:pt x="495300" y="416051"/>
                  </a:lnTo>
                  <a:lnTo>
                    <a:pt x="499872" y="420623"/>
                  </a:lnTo>
                  <a:lnTo>
                    <a:pt x="499872" y="425196"/>
                  </a:lnTo>
                  <a:lnTo>
                    <a:pt x="504444" y="429767"/>
                  </a:lnTo>
                  <a:lnTo>
                    <a:pt x="509016" y="437387"/>
                  </a:lnTo>
                  <a:lnTo>
                    <a:pt x="512064" y="441960"/>
                  </a:lnTo>
                  <a:lnTo>
                    <a:pt x="516635" y="451103"/>
                  </a:lnTo>
                  <a:lnTo>
                    <a:pt x="521208" y="455675"/>
                  </a:lnTo>
                  <a:lnTo>
                    <a:pt x="525780" y="458723"/>
                  </a:lnTo>
                  <a:lnTo>
                    <a:pt x="533400" y="463296"/>
                  </a:lnTo>
                  <a:lnTo>
                    <a:pt x="542544" y="467867"/>
                  </a:lnTo>
                  <a:lnTo>
                    <a:pt x="554735" y="472439"/>
                  </a:lnTo>
                  <a:lnTo>
                    <a:pt x="573024" y="472439"/>
                  </a:lnTo>
                  <a:lnTo>
                    <a:pt x="620267" y="455675"/>
                  </a:lnTo>
                  <a:lnTo>
                    <a:pt x="653796" y="420623"/>
                  </a:lnTo>
                  <a:lnTo>
                    <a:pt x="662940" y="406907"/>
                  </a:lnTo>
                  <a:lnTo>
                    <a:pt x="667512" y="394716"/>
                  </a:lnTo>
                  <a:lnTo>
                    <a:pt x="672083" y="385571"/>
                  </a:lnTo>
                  <a:lnTo>
                    <a:pt x="672083" y="376428"/>
                  </a:lnTo>
                  <a:lnTo>
                    <a:pt x="672083" y="368807"/>
                  </a:lnTo>
                  <a:lnTo>
                    <a:pt x="672083" y="364235"/>
                  </a:lnTo>
                  <a:lnTo>
                    <a:pt x="667512" y="368807"/>
                  </a:lnTo>
                  <a:lnTo>
                    <a:pt x="662940" y="376428"/>
                  </a:lnTo>
                  <a:lnTo>
                    <a:pt x="658367" y="385571"/>
                  </a:lnTo>
                  <a:lnTo>
                    <a:pt x="653796" y="399287"/>
                  </a:lnTo>
                  <a:lnTo>
                    <a:pt x="650748" y="411480"/>
                  </a:lnTo>
                  <a:lnTo>
                    <a:pt x="650748" y="425196"/>
                  </a:lnTo>
                  <a:lnTo>
                    <a:pt x="653796" y="437387"/>
                  </a:lnTo>
                  <a:lnTo>
                    <a:pt x="658367" y="446532"/>
                  </a:lnTo>
                  <a:lnTo>
                    <a:pt x="662940" y="455675"/>
                  </a:lnTo>
                  <a:lnTo>
                    <a:pt x="667512" y="458723"/>
                  </a:lnTo>
                  <a:lnTo>
                    <a:pt x="672083" y="463296"/>
                  </a:lnTo>
                  <a:lnTo>
                    <a:pt x="676656" y="467867"/>
                  </a:lnTo>
                  <a:lnTo>
                    <a:pt x="684276" y="467867"/>
                  </a:lnTo>
                  <a:lnTo>
                    <a:pt x="697992" y="467867"/>
                  </a:lnTo>
                  <a:lnTo>
                    <a:pt x="714756" y="463296"/>
                  </a:lnTo>
                  <a:lnTo>
                    <a:pt x="736092" y="451103"/>
                  </a:lnTo>
                  <a:lnTo>
                    <a:pt x="752856" y="441960"/>
                  </a:lnTo>
                  <a:lnTo>
                    <a:pt x="771144" y="432816"/>
                  </a:lnTo>
                  <a:lnTo>
                    <a:pt x="783335" y="425196"/>
                  </a:lnTo>
                  <a:lnTo>
                    <a:pt x="792480" y="416051"/>
                  </a:lnTo>
                  <a:lnTo>
                    <a:pt x="797051" y="411480"/>
                  </a:lnTo>
                  <a:lnTo>
                    <a:pt x="801624" y="406907"/>
                  </a:lnTo>
                  <a:lnTo>
                    <a:pt x="804672" y="403860"/>
                  </a:lnTo>
                  <a:lnTo>
                    <a:pt x="809244" y="399287"/>
                  </a:lnTo>
                  <a:lnTo>
                    <a:pt x="813816" y="403860"/>
                  </a:lnTo>
                  <a:lnTo>
                    <a:pt x="818388" y="406907"/>
                  </a:lnTo>
                  <a:lnTo>
                    <a:pt x="822960" y="416051"/>
                  </a:lnTo>
                  <a:lnTo>
                    <a:pt x="827532" y="429767"/>
                  </a:lnTo>
                  <a:lnTo>
                    <a:pt x="830580" y="437387"/>
                  </a:lnTo>
                  <a:lnTo>
                    <a:pt x="835151" y="446532"/>
                  </a:lnTo>
                  <a:lnTo>
                    <a:pt x="835151" y="455675"/>
                  </a:lnTo>
                  <a:lnTo>
                    <a:pt x="835151" y="463296"/>
                  </a:lnTo>
                  <a:lnTo>
                    <a:pt x="839724" y="467867"/>
                  </a:lnTo>
                  <a:lnTo>
                    <a:pt x="839724" y="472439"/>
                  </a:lnTo>
                  <a:lnTo>
                    <a:pt x="839724" y="477012"/>
                  </a:lnTo>
                  <a:lnTo>
                    <a:pt x="844296" y="472439"/>
                  </a:lnTo>
                  <a:lnTo>
                    <a:pt x="848867" y="463296"/>
                  </a:lnTo>
                  <a:lnTo>
                    <a:pt x="851916" y="455675"/>
                  </a:lnTo>
                  <a:lnTo>
                    <a:pt x="856488" y="446532"/>
                  </a:lnTo>
                  <a:lnTo>
                    <a:pt x="861060" y="432816"/>
                  </a:lnTo>
                  <a:lnTo>
                    <a:pt x="865632" y="425196"/>
                  </a:lnTo>
                  <a:lnTo>
                    <a:pt x="870204" y="416051"/>
                  </a:lnTo>
                  <a:lnTo>
                    <a:pt x="874776" y="406907"/>
                  </a:lnTo>
                  <a:lnTo>
                    <a:pt x="877824" y="403860"/>
                  </a:lnTo>
                  <a:lnTo>
                    <a:pt x="882396" y="399287"/>
                  </a:lnTo>
                  <a:lnTo>
                    <a:pt x="886967" y="394716"/>
                  </a:lnTo>
                  <a:lnTo>
                    <a:pt x="891540" y="394716"/>
                  </a:lnTo>
                  <a:lnTo>
                    <a:pt x="896112" y="394716"/>
                  </a:lnTo>
                  <a:lnTo>
                    <a:pt x="900683" y="399287"/>
                  </a:lnTo>
                  <a:lnTo>
                    <a:pt x="903732" y="403860"/>
                  </a:lnTo>
                  <a:lnTo>
                    <a:pt x="912876" y="406907"/>
                  </a:lnTo>
                  <a:lnTo>
                    <a:pt x="922020" y="406907"/>
                  </a:lnTo>
                  <a:lnTo>
                    <a:pt x="934212" y="406907"/>
                  </a:lnTo>
                  <a:lnTo>
                    <a:pt x="969264" y="390144"/>
                  </a:lnTo>
                  <a:lnTo>
                    <a:pt x="1021080" y="333755"/>
                  </a:lnTo>
                  <a:lnTo>
                    <a:pt x="1042416" y="294132"/>
                  </a:lnTo>
                  <a:lnTo>
                    <a:pt x="1059180" y="251460"/>
                  </a:lnTo>
                  <a:lnTo>
                    <a:pt x="1071372" y="208787"/>
                  </a:lnTo>
                  <a:lnTo>
                    <a:pt x="1080516" y="155448"/>
                  </a:lnTo>
                  <a:lnTo>
                    <a:pt x="1089660" y="108203"/>
                  </a:lnTo>
                  <a:lnTo>
                    <a:pt x="1094232" y="70103"/>
                  </a:lnTo>
                  <a:lnTo>
                    <a:pt x="1094232" y="44196"/>
                  </a:lnTo>
                  <a:lnTo>
                    <a:pt x="1094232" y="25907"/>
                  </a:lnTo>
                  <a:lnTo>
                    <a:pt x="1094232" y="18287"/>
                  </a:lnTo>
                  <a:lnTo>
                    <a:pt x="1094232" y="9144"/>
                  </a:lnTo>
                  <a:lnTo>
                    <a:pt x="1094232" y="4571"/>
                  </a:lnTo>
                  <a:lnTo>
                    <a:pt x="1094232" y="0"/>
                  </a:lnTo>
                  <a:lnTo>
                    <a:pt x="1094232" y="4571"/>
                  </a:lnTo>
                  <a:lnTo>
                    <a:pt x="1089660" y="25907"/>
                  </a:lnTo>
                  <a:lnTo>
                    <a:pt x="1080516" y="60960"/>
                  </a:lnTo>
                  <a:lnTo>
                    <a:pt x="1075944" y="103632"/>
                  </a:lnTo>
                  <a:lnTo>
                    <a:pt x="1071372" y="147828"/>
                  </a:lnTo>
                  <a:lnTo>
                    <a:pt x="1071372" y="199644"/>
                  </a:lnTo>
                  <a:lnTo>
                    <a:pt x="1068324" y="242316"/>
                  </a:lnTo>
                  <a:lnTo>
                    <a:pt x="1068324" y="355091"/>
                  </a:lnTo>
                </a:path>
              </a:pathLst>
            </a:custGeom>
            <a:noFill/>
            <a:ln w="19812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03" name="object 24"/>
            <p:cNvSpPr/>
            <p:nvPr/>
          </p:nvSpPr>
          <p:spPr>
            <a:xfrm>
              <a:off x="9218520" y="6908400"/>
              <a:ext cx="357480" cy="63360"/>
            </a:xfrm>
            <a:custGeom>
              <a:avLst/>
              <a:gdLst>
                <a:gd name="textAreaLeft" fmla="*/ 0 w 357480"/>
                <a:gd name="textAreaRight" fmla="*/ 358200 w 357480"/>
                <a:gd name="textAreaTop" fmla="*/ 0 h 63360"/>
                <a:gd name="textAreaBottom" fmla="*/ 64080 h 63360"/>
              </a:gdLst>
              <a:ahLst/>
              <a:rect l="textAreaLeft" t="textAreaTop" r="textAreaRight" b="textAreaBottom"/>
              <a:pathLst>
                <a:path w="358140" h="64134">
                  <a:moveTo>
                    <a:pt x="4572" y="47244"/>
                  </a:moveTo>
                  <a:lnTo>
                    <a:pt x="0" y="51816"/>
                  </a:lnTo>
                  <a:lnTo>
                    <a:pt x="4572" y="54864"/>
                  </a:lnTo>
                  <a:lnTo>
                    <a:pt x="13716" y="59436"/>
                  </a:lnTo>
                  <a:lnTo>
                    <a:pt x="39624" y="64008"/>
                  </a:lnTo>
                  <a:lnTo>
                    <a:pt x="74676" y="59436"/>
                  </a:lnTo>
                  <a:lnTo>
                    <a:pt x="112776" y="51816"/>
                  </a:lnTo>
                  <a:lnTo>
                    <a:pt x="160020" y="38100"/>
                  </a:lnTo>
                  <a:lnTo>
                    <a:pt x="224028" y="25908"/>
                  </a:lnTo>
                  <a:lnTo>
                    <a:pt x="289560" y="12192"/>
                  </a:lnTo>
                  <a:lnTo>
                    <a:pt x="358139" y="0"/>
                  </a:lnTo>
                </a:path>
              </a:pathLst>
            </a:custGeom>
            <a:noFill/>
            <a:ln w="19812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object 2" descr=""/>
          <p:cNvPicPr/>
          <p:nvPr/>
        </p:nvPicPr>
        <p:blipFill>
          <a:blip r:embed="rId1"/>
          <a:stretch/>
        </p:blipFill>
        <p:spPr>
          <a:xfrm>
            <a:off x="457200" y="1837800"/>
            <a:ext cx="9143280" cy="264600"/>
          </a:xfrm>
          <a:prstGeom prst="rect">
            <a:avLst/>
          </a:prstGeom>
          <a:ln w="0">
            <a:noFill/>
          </a:ln>
        </p:spPr>
      </p:pic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2743200" y="705240"/>
            <a:ext cx="3339000" cy="16585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5400" spc="-15" strike="noStrike">
                <a:solidFill>
                  <a:srgbClr val="2f1f57"/>
                </a:solidFill>
                <a:latin typeface="Candara"/>
              </a:rPr>
              <a:t>P</a:t>
            </a:r>
            <a:r>
              <a:rPr b="0" lang="en-US" sz="5400" spc="21" strike="noStrike">
                <a:solidFill>
                  <a:srgbClr val="2f1f57"/>
                </a:solidFill>
                <a:latin typeface="Candara"/>
              </a:rPr>
              <a:t>r</a:t>
            </a:r>
            <a:r>
              <a:rPr b="0" lang="en-US" sz="5400" spc="7" strike="noStrike">
                <a:solidFill>
                  <a:srgbClr val="2f1f57"/>
                </a:solidFill>
                <a:latin typeface="Candara"/>
              </a:rPr>
              <a:t>i</a:t>
            </a:r>
            <a:r>
              <a:rPr b="0" lang="en-US" sz="5400" spc="-7" strike="noStrike">
                <a:solidFill>
                  <a:srgbClr val="2f1f57"/>
                </a:solidFill>
                <a:latin typeface="Candara"/>
              </a:rPr>
              <a:t>va</a:t>
            </a:r>
            <a:r>
              <a:rPr b="0" lang="en-US" sz="5400" spc="-12" strike="noStrike">
                <a:solidFill>
                  <a:srgbClr val="2f1f57"/>
                </a:solidFill>
                <a:latin typeface="Candara"/>
              </a:rPr>
              <a:t>c</a:t>
            </a:r>
            <a:r>
              <a:rPr b="0" lang="en-US" sz="5400" spc="-1" strike="noStrike">
                <a:solidFill>
                  <a:srgbClr val="2f1f57"/>
                </a:solidFill>
                <a:latin typeface="Candara"/>
              </a:rPr>
              <a:t>y</a:t>
            </a: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object 4"/>
          <p:cNvSpPr/>
          <p:nvPr/>
        </p:nvSpPr>
        <p:spPr>
          <a:xfrm>
            <a:off x="1329840" y="2229120"/>
            <a:ext cx="7193880" cy="470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354960" indent="-343080" defTabSz="914400">
              <a:lnSpc>
                <a:spcPct val="100000"/>
              </a:lnSpc>
              <a:spcBef>
                <a:spcPts val="96"/>
              </a:spcBef>
              <a:buClr>
                <a:srgbClr val="baaae2"/>
              </a:buClr>
              <a:buFont typeface="Symbol" charset="2"/>
              <a:buChar char=""/>
              <a:tabLst>
                <a:tab algn="l" pos="355680"/>
              </a:tabLst>
            </a:pPr>
            <a:r>
              <a:rPr b="0" lang="en-US" sz="2800" spc="-12" strike="noStrike">
                <a:solidFill>
                  <a:srgbClr val="2f1f57"/>
                </a:solidFill>
                <a:latin typeface="Candara"/>
              </a:rPr>
              <a:t>Many</a:t>
            </a:r>
            <a:r>
              <a:rPr b="0" lang="en-US" sz="2800" spc="9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definitions</a:t>
            </a:r>
            <a:r>
              <a:rPr b="0" lang="en-US" sz="2800" spc="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of</a:t>
            </a:r>
            <a:r>
              <a:rPr b="0" lang="en-US" sz="2800" spc="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privacy</a:t>
            </a:r>
            <a:r>
              <a:rPr b="0" lang="en-US" sz="2800" spc="-1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exist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35568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354960" indent="-343080" defTabSz="914400">
              <a:lnSpc>
                <a:spcPct val="100000"/>
              </a:lnSpc>
              <a:spcBef>
                <a:spcPts val="2220"/>
              </a:spcBef>
              <a:buClr>
                <a:srgbClr val="baaae2"/>
              </a:buClr>
              <a:buFont typeface="Candara"/>
              <a:buChar char="•"/>
              <a:tabLst>
                <a:tab algn="l" pos="355680"/>
              </a:tabLst>
            </a:pP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The</a:t>
            </a:r>
            <a:r>
              <a:rPr b="0" lang="en-US" sz="2800" spc="1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right</a:t>
            </a:r>
            <a:r>
              <a:rPr b="0" lang="en-US" sz="2800" spc="-26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of</a:t>
            </a:r>
            <a:r>
              <a:rPr b="0" lang="en-US" sz="2800" spc="7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individuals</a:t>
            </a:r>
            <a:r>
              <a:rPr b="0" lang="en-US" sz="2800" spc="26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to</a:t>
            </a:r>
            <a:r>
              <a:rPr b="0" lang="en-US" sz="2800" spc="-2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control</a:t>
            </a:r>
            <a:r>
              <a:rPr b="0" lang="en-US" sz="2800" spc="-26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or influence </a:t>
            </a:r>
            <a:r>
              <a:rPr b="0" lang="en-US" sz="2800" spc="-596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what</a:t>
            </a:r>
            <a:r>
              <a:rPr b="0" lang="en-US" sz="2800" spc="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information</a:t>
            </a:r>
            <a:r>
              <a:rPr b="0" lang="en-US" sz="2800" spc="-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related</a:t>
            </a:r>
            <a:r>
              <a:rPr b="0" lang="en-US" sz="2800" spc="-26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to</a:t>
            </a:r>
            <a:r>
              <a:rPr b="0" lang="en-US" sz="2800" spc="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12" strike="noStrike">
                <a:solidFill>
                  <a:srgbClr val="2f1f57"/>
                </a:solidFill>
                <a:latin typeface="Candara"/>
              </a:rPr>
              <a:t>them</a:t>
            </a:r>
            <a:r>
              <a:rPr b="0" lang="en-US" sz="2800" spc="7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may</a:t>
            </a:r>
            <a:r>
              <a:rPr b="0" lang="en-US" sz="2800" spc="-12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1" strike="noStrike">
                <a:solidFill>
                  <a:srgbClr val="2f1f57"/>
                </a:solidFill>
                <a:latin typeface="Candara"/>
              </a:rPr>
              <a:t>be </a:t>
            </a:r>
            <a:r>
              <a:rPr b="0" lang="en-US" sz="2800" spc="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12" strike="noStrike">
                <a:solidFill>
                  <a:srgbClr val="2f1f57"/>
                </a:solidFill>
                <a:latin typeface="Candara"/>
              </a:rPr>
              <a:t>collected</a:t>
            </a:r>
            <a:r>
              <a:rPr b="0" lang="en-US" sz="2800" spc="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12" strike="noStrike">
                <a:solidFill>
                  <a:srgbClr val="2f1f57"/>
                </a:solidFill>
                <a:latin typeface="Candara"/>
              </a:rPr>
              <a:t>and</a:t>
            </a:r>
            <a:r>
              <a:rPr b="0" lang="en-US" sz="2800" spc="29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stored</a:t>
            </a:r>
            <a:r>
              <a:rPr b="0" lang="en-US" sz="2800" spc="-2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12" strike="noStrike">
                <a:solidFill>
                  <a:srgbClr val="2f1f57"/>
                </a:solidFill>
                <a:latin typeface="Candara"/>
              </a:rPr>
              <a:t>and</a:t>
            </a:r>
            <a:r>
              <a:rPr b="0" lang="en-US" sz="2800" spc="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15" strike="noStrike">
                <a:solidFill>
                  <a:srgbClr val="2f1f57"/>
                </a:solidFill>
                <a:latin typeface="Candara"/>
              </a:rPr>
              <a:t>by</a:t>
            </a:r>
            <a:r>
              <a:rPr b="0" lang="en-US" sz="2800" spc="2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whom</a:t>
            </a:r>
            <a:r>
              <a:rPr b="0" lang="en-US" sz="2800" spc="-2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12" strike="noStrike">
                <a:solidFill>
                  <a:srgbClr val="2f1f57"/>
                </a:solidFill>
                <a:latin typeface="Candara"/>
              </a:rPr>
              <a:t>and</a:t>
            </a:r>
            <a:r>
              <a:rPr b="0" lang="en-US" sz="2800" spc="29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to </a:t>
            </a:r>
            <a:r>
              <a:rPr b="0" lang="en-US" sz="2800" spc="-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whom</a:t>
            </a:r>
            <a:r>
              <a:rPr b="0" lang="en-US" sz="2800" spc="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that</a:t>
            </a:r>
            <a:r>
              <a:rPr b="0" lang="en-US" sz="2800" spc="-26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information</a:t>
            </a:r>
            <a:r>
              <a:rPr b="0" lang="en-US" sz="2800" spc="-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may</a:t>
            </a:r>
            <a:r>
              <a:rPr b="0" lang="en-US" sz="2800" spc="9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15" strike="noStrike">
                <a:solidFill>
                  <a:srgbClr val="2f1f57"/>
                </a:solidFill>
                <a:latin typeface="Candara"/>
              </a:rPr>
              <a:t>be</a:t>
            </a:r>
            <a:r>
              <a:rPr b="0" lang="en-US" sz="2800" spc="-12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disclosed.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698400" indent="-337680" defTabSz="914400">
              <a:lnSpc>
                <a:spcPct val="100000"/>
              </a:lnSpc>
              <a:spcBef>
                <a:spcPts val="621"/>
              </a:spcBef>
              <a:buClr>
                <a:srgbClr val="2f1f57"/>
              </a:buClr>
              <a:buFont typeface="Symbol" charset="2"/>
              <a:buChar char=""/>
              <a:tabLst>
                <a:tab algn="l" pos="699120"/>
              </a:tabLst>
            </a:pPr>
            <a:r>
              <a:rPr b="0" lang="en-US" sz="2600" spc="-7" strike="noStrike">
                <a:solidFill>
                  <a:srgbClr val="2f1f57"/>
                </a:solidFill>
                <a:latin typeface="Candara"/>
              </a:rPr>
              <a:t>Internet</a:t>
            </a:r>
            <a:r>
              <a:rPr b="0" lang="en-US" sz="2600" spc="7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600" spc="-7" strike="noStrike">
                <a:solidFill>
                  <a:srgbClr val="2f1f57"/>
                </a:solidFill>
                <a:latin typeface="Candara"/>
              </a:rPr>
              <a:t>Security</a:t>
            </a:r>
            <a:r>
              <a:rPr b="0" lang="en-US" sz="2600" spc="-32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600" spc="-1" strike="noStrike">
                <a:solidFill>
                  <a:srgbClr val="2f1f57"/>
                </a:solidFill>
                <a:latin typeface="Candara"/>
              </a:rPr>
              <a:t>Glossary,</a:t>
            </a:r>
            <a:r>
              <a:rPr b="0" lang="en-US" sz="2600" spc="-26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600" spc="-15" strike="noStrike">
                <a:solidFill>
                  <a:srgbClr val="2f1f57"/>
                </a:solidFill>
                <a:latin typeface="Candara"/>
              </a:rPr>
              <a:t>Version</a:t>
            </a:r>
            <a:r>
              <a:rPr b="0" lang="en-US" sz="2600" spc="-2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600" spc="-1" strike="noStrike">
                <a:solidFill>
                  <a:srgbClr val="2f1f57"/>
                </a:solidFill>
                <a:latin typeface="Candara"/>
              </a:rPr>
              <a:t>2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lvl="1" marL="698400" indent="-337680" defTabSz="914400">
              <a:lnSpc>
                <a:spcPct val="100000"/>
              </a:lnSpc>
              <a:spcBef>
                <a:spcPts val="601"/>
              </a:spcBef>
              <a:buClr>
                <a:srgbClr val="2f1f57"/>
              </a:buClr>
              <a:buFont typeface="Symbol" charset="2"/>
              <a:buChar char=""/>
              <a:tabLst>
                <a:tab algn="l" pos="699120"/>
              </a:tabLst>
            </a:pPr>
            <a:r>
              <a:rPr b="0" lang="en-US" sz="2600" spc="-7" strike="noStrike">
                <a:solidFill>
                  <a:srgbClr val="2f1f57"/>
                </a:solidFill>
                <a:latin typeface="Candara"/>
              </a:rPr>
              <a:t>RFC</a:t>
            </a:r>
            <a:r>
              <a:rPr b="0" lang="en-US" sz="2600" spc="-1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600" spc="-7" strike="noStrike">
                <a:solidFill>
                  <a:srgbClr val="2f1f57"/>
                </a:solidFill>
                <a:latin typeface="Candara"/>
              </a:rPr>
              <a:t>4949,</a:t>
            </a:r>
            <a:r>
              <a:rPr b="0" lang="en-US" sz="2600" spc="-46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600" spc="-1" strike="noStrike">
                <a:solidFill>
                  <a:srgbClr val="2f1f57"/>
                </a:solidFill>
                <a:latin typeface="Candara"/>
              </a:rPr>
              <a:t>2007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lvl="1" marL="698400" indent="-337680" defTabSz="914400">
              <a:lnSpc>
                <a:spcPct val="100000"/>
              </a:lnSpc>
              <a:spcBef>
                <a:spcPts val="601"/>
              </a:spcBef>
              <a:buClr>
                <a:srgbClr val="2f1f57"/>
              </a:buClr>
              <a:buFont typeface="Symbol" charset="2"/>
              <a:buChar char=""/>
              <a:tabLst>
                <a:tab algn="l" pos="699120"/>
              </a:tabLst>
            </a:pPr>
            <a:r>
              <a:rPr b="0" lang="en-US" sz="2600" spc="-7" strike="noStrike">
                <a:solidFill>
                  <a:srgbClr val="2f1f57"/>
                </a:solidFill>
                <a:latin typeface="Candara"/>
              </a:rPr>
              <a:t>https://tools.ietf.org/html/rfc4949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object 5"/>
          <p:cNvSpPr/>
          <p:nvPr/>
        </p:nvSpPr>
        <p:spPr>
          <a:xfrm>
            <a:off x="2046600" y="3963960"/>
            <a:ext cx="360" cy="360"/>
          </a:xfrm>
          <a:custGeom>
            <a:avLst/>
            <a:gdLst>
              <a:gd name="textAreaLeft" fmla="*/ 0 w 360"/>
              <a:gd name="textAreaRight" fmla="*/ 1440 w 360"/>
              <a:gd name="textAreaTop" fmla="*/ 0 h 360"/>
              <a:gd name="textAreaBottom" fmla="*/ 1440 h 360"/>
            </a:gdLst>
            <a:ahLst/>
            <a:rect l="textAreaLeft" t="textAreaTop" r="textAreaRight" b="textAreaBottom"/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  <a:ln w="19812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object 2" descr=""/>
          <p:cNvPicPr/>
          <p:nvPr/>
        </p:nvPicPr>
        <p:blipFill>
          <a:blip r:embed="rId1"/>
          <a:stretch/>
        </p:blipFill>
        <p:spPr>
          <a:xfrm>
            <a:off x="457200" y="1837800"/>
            <a:ext cx="9143280" cy="264600"/>
          </a:xfrm>
          <a:prstGeom prst="rect">
            <a:avLst/>
          </a:prstGeom>
          <a:ln w="0">
            <a:noFill/>
          </a:ln>
        </p:spPr>
      </p:pic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1143000" y="705240"/>
            <a:ext cx="7086240" cy="16585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5400" spc="1" strike="noStrike">
                <a:solidFill>
                  <a:srgbClr val="2f1f57"/>
                </a:solidFill>
                <a:latin typeface="Candara"/>
              </a:rPr>
              <a:t>Basic</a:t>
            </a:r>
            <a:r>
              <a:rPr b="0" lang="en-US" sz="5400" spc="-11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5400" spc="-35" strike="noStrike">
                <a:solidFill>
                  <a:srgbClr val="2f1f57"/>
                </a:solidFill>
                <a:latin typeface="Candara"/>
              </a:rPr>
              <a:t>Terminology</a:t>
            </a: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object 4"/>
          <p:cNvSpPr/>
          <p:nvPr/>
        </p:nvSpPr>
        <p:spPr>
          <a:xfrm>
            <a:off x="457200" y="2009520"/>
            <a:ext cx="9372240" cy="48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54960" indent="-343080" defTabSz="914400">
              <a:lnSpc>
                <a:spcPct val="100000"/>
              </a:lnSpc>
              <a:spcBef>
                <a:spcPts val="99"/>
              </a:spcBef>
              <a:buClr>
                <a:srgbClr val="baaae2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1" lang="en-US" sz="2400" spc="-7" strike="noStrike">
                <a:solidFill>
                  <a:srgbClr val="2f1f57"/>
                </a:solidFill>
                <a:latin typeface="Candara"/>
              </a:rPr>
              <a:t>Vulnerability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:</a:t>
            </a:r>
            <a:r>
              <a:rPr b="0" lang="en-US" sz="2400" spc="2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5" strike="noStrike">
                <a:solidFill>
                  <a:srgbClr val="2f1f57"/>
                </a:solidFill>
                <a:latin typeface="Candara"/>
              </a:rPr>
              <a:t>Weakness</a:t>
            </a:r>
            <a:r>
              <a:rPr b="0" lang="en-US" sz="2400" spc="7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or</a:t>
            </a:r>
            <a:r>
              <a:rPr b="0" lang="en-US" sz="2400" spc="-26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lack</a:t>
            </a:r>
            <a:r>
              <a:rPr b="0" lang="en-US" sz="2400" spc="7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of</a:t>
            </a:r>
            <a:r>
              <a:rPr b="0" lang="en-US" sz="2400" spc="9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a</a:t>
            </a:r>
            <a:r>
              <a:rPr b="0" lang="en-US" sz="2400" spc="-2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countermeasure</a:t>
            </a:r>
            <a:r>
              <a:rPr b="0" lang="en-US" sz="2400" spc="2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(in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 system</a:t>
            </a:r>
            <a:r>
              <a:rPr b="0" lang="en-US" sz="2400" spc="-1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or </a:t>
            </a:r>
            <a:r>
              <a:rPr b="0" lang="en-US" sz="2400" spc="-50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process)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4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spcBef>
                <a:spcPts val="6"/>
              </a:spcBef>
              <a:buClr>
                <a:srgbClr val="baaae2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1" lang="en-US" sz="2400" spc="-7" strike="noStrike">
                <a:solidFill>
                  <a:srgbClr val="2f1f57"/>
                </a:solidFill>
                <a:latin typeface="Candara"/>
              </a:rPr>
              <a:t>Threat</a:t>
            </a:r>
            <a:r>
              <a:rPr b="1" lang="en-US" sz="2400" spc="26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1" lang="en-US" sz="2400" spc="-7" strike="noStrike">
                <a:solidFill>
                  <a:srgbClr val="2f1f57"/>
                </a:solidFill>
                <a:latin typeface="Candara"/>
              </a:rPr>
              <a:t>agent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:</a:t>
            </a:r>
            <a:r>
              <a:rPr b="0" lang="en-US" sz="2400" spc="29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Entity</a:t>
            </a:r>
            <a:r>
              <a:rPr b="0" lang="en-US" sz="2400" spc="-26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that</a:t>
            </a:r>
            <a:r>
              <a:rPr b="0" lang="en-US" sz="2400" spc="29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5" strike="noStrike">
                <a:solidFill>
                  <a:srgbClr val="2f1f57"/>
                </a:solidFill>
                <a:latin typeface="Candara"/>
              </a:rPr>
              <a:t>can</a:t>
            </a:r>
            <a:r>
              <a:rPr b="0" lang="en-US" sz="2400" spc="29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potentially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exploit</a:t>
            </a:r>
            <a:r>
              <a:rPr b="0" lang="en-US" sz="2400" spc="1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a</a:t>
            </a:r>
            <a:r>
              <a:rPr b="0" lang="en-US" sz="2400" spc="7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vulnerability.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4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buClr>
                <a:srgbClr val="baaae2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1" lang="en-US" sz="2400" spc="-7" strike="noStrike">
                <a:solidFill>
                  <a:srgbClr val="2f1f57"/>
                </a:solidFill>
                <a:latin typeface="Candara"/>
              </a:rPr>
              <a:t>Threat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: The</a:t>
            </a:r>
            <a:r>
              <a:rPr b="0" lang="en-US" sz="2400" spc="1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danger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of</a:t>
            </a:r>
            <a:r>
              <a:rPr b="0" lang="en-US" sz="2400" spc="-2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a</a:t>
            </a:r>
            <a:r>
              <a:rPr b="0" lang="en-US" sz="2400" spc="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threat</a:t>
            </a:r>
            <a:r>
              <a:rPr b="0" lang="en-US" sz="2400" spc="7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agent</a:t>
            </a:r>
            <a:r>
              <a:rPr b="0" lang="en-US" sz="2400" spc="7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exploiting</a:t>
            </a:r>
            <a:r>
              <a:rPr b="0" lang="en-US" sz="2400" spc="2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a</a:t>
            </a:r>
            <a:r>
              <a:rPr b="0" lang="en-US" sz="2400" spc="-2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vulnerability.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4960" indent="-343080" defTabSz="914400">
              <a:lnSpc>
                <a:spcPct val="100000"/>
              </a:lnSpc>
              <a:buClr>
                <a:srgbClr val="baaae2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1" lang="en-US" sz="2400" spc="-7" strike="noStrike">
                <a:solidFill>
                  <a:srgbClr val="2f1f57"/>
                </a:solidFill>
                <a:latin typeface="Candara"/>
              </a:rPr>
              <a:t>Risk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:</a:t>
            </a:r>
            <a:r>
              <a:rPr b="0" lang="en-US" sz="2400" spc="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The</a:t>
            </a:r>
            <a:r>
              <a:rPr b="0" lang="en-US" sz="2400" spc="7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probability</a:t>
            </a:r>
            <a:r>
              <a:rPr b="0" lang="en-US" sz="2400" spc="26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of</a:t>
            </a:r>
            <a:r>
              <a:rPr b="0" lang="en-US" sz="2400" spc="-12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a</a:t>
            </a:r>
            <a:r>
              <a:rPr b="0" lang="en-US" sz="2400" spc="9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threat</a:t>
            </a:r>
            <a:r>
              <a:rPr b="0" lang="en-US" sz="2400" spc="1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agent</a:t>
            </a:r>
            <a:r>
              <a:rPr b="0" lang="en-US" sz="2400" spc="1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exploiting</a:t>
            </a:r>
            <a:r>
              <a:rPr b="0" lang="en-US" sz="2400" spc="7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a</a:t>
            </a:r>
            <a:r>
              <a:rPr b="0" lang="en-US" sz="2400" spc="9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vulnerability </a:t>
            </a:r>
            <a:r>
              <a:rPr b="0" lang="en-US" sz="2400" spc="-50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and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the</a:t>
            </a:r>
            <a:r>
              <a:rPr b="0" lang="en-US" sz="2400" spc="1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associated</a:t>
            </a:r>
            <a:r>
              <a:rPr b="0" lang="en-US" sz="2400" spc="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impact.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buClr>
                <a:srgbClr val="baaae2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1" lang="en-US" sz="2400" spc="-7" strike="noStrike">
                <a:solidFill>
                  <a:srgbClr val="2f1f57"/>
                </a:solidFill>
                <a:latin typeface="Candara"/>
              </a:rPr>
              <a:t>Attack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:</a:t>
            </a:r>
            <a:r>
              <a:rPr b="0" lang="en-US" sz="2400" spc="-12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Realization</a:t>
            </a:r>
            <a:r>
              <a:rPr b="0" lang="en-US" sz="2400" spc="-32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5" strike="noStrike">
                <a:solidFill>
                  <a:srgbClr val="2f1f57"/>
                </a:solidFill>
                <a:latin typeface="Candara"/>
              </a:rPr>
              <a:t>of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the</a:t>
            </a:r>
            <a:r>
              <a:rPr b="0" lang="en-US" sz="2400" spc="7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threat.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4960" indent="-343080" defTabSz="914400">
              <a:lnSpc>
                <a:spcPct val="100000"/>
              </a:lnSpc>
              <a:buClr>
                <a:srgbClr val="baaae2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1" lang="en-US" sz="2400" spc="-7" strike="noStrike">
                <a:solidFill>
                  <a:srgbClr val="2f1f57"/>
                </a:solidFill>
                <a:latin typeface="Candara"/>
              </a:rPr>
              <a:t>Control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: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Safeguard</a:t>
            </a:r>
            <a:r>
              <a:rPr b="0" lang="en-US" sz="2400" spc="7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that</a:t>
            </a:r>
            <a:r>
              <a:rPr b="0" lang="en-US" sz="2400" spc="7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is</a:t>
            </a:r>
            <a:r>
              <a:rPr b="0" lang="en-US" sz="2400" spc="-12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put</a:t>
            </a:r>
            <a:r>
              <a:rPr b="0" lang="en-US" sz="2400" spc="9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in place</a:t>
            </a:r>
            <a:r>
              <a:rPr b="0" lang="en-US" sz="2400" spc="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to</a:t>
            </a:r>
            <a:r>
              <a:rPr b="0" lang="en-US" sz="2400" spc="9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reduce</a:t>
            </a:r>
            <a:r>
              <a:rPr b="0" lang="en-US" sz="2400" spc="1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a</a:t>
            </a:r>
            <a:r>
              <a:rPr b="0" lang="en-US" sz="2400" spc="-1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risk,</a:t>
            </a:r>
            <a:r>
              <a:rPr b="0" lang="en-US" sz="2400" spc="-2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also</a:t>
            </a:r>
            <a:r>
              <a:rPr b="0" lang="en-US" sz="2400" spc="-1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called </a:t>
            </a:r>
            <a:r>
              <a:rPr b="0" lang="en-US" sz="2400" spc="-50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a </a:t>
            </a:r>
            <a:r>
              <a:rPr b="1" lang="en-US" sz="2400" spc="-7" strike="noStrike">
                <a:solidFill>
                  <a:srgbClr val="2f1f57"/>
                </a:solidFill>
                <a:latin typeface="Candara"/>
              </a:rPr>
              <a:t>countermeasure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object 2" descr=""/>
          <p:cNvPicPr/>
          <p:nvPr/>
        </p:nvPicPr>
        <p:blipFill>
          <a:blip r:embed="rId1"/>
          <a:stretch/>
        </p:blipFill>
        <p:spPr>
          <a:xfrm>
            <a:off x="457200" y="1837800"/>
            <a:ext cx="9143280" cy="264600"/>
          </a:xfrm>
          <a:prstGeom prst="rect">
            <a:avLst/>
          </a:prstGeom>
          <a:ln w="0">
            <a:noFill/>
          </a:ln>
        </p:spPr>
      </p:pic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2286000" y="627120"/>
            <a:ext cx="5440680" cy="16585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5400" spc="-7" strike="noStrike">
                <a:solidFill>
                  <a:srgbClr val="2f1f57"/>
                </a:solidFill>
                <a:latin typeface="Candara"/>
              </a:rPr>
              <a:t>Threat</a:t>
            </a:r>
            <a:r>
              <a:rPr b="0" lang="en-US" sz="5400" spc="-2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5400" spc="-7" strike="noStrike">
                <a:solidFill>
                  <a:srgbClr val="2f1f57"/>
                </a:solidFill>
                <a:latin typeface="Candara"/>
              </a:rPr>
              <a:t>and</a:t>
            </a:r>
            <a:r>
              <a:rPr b="0" lang="en-US" sz="5400" spc="-2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5400" spc="-7" strike="noStrike">
                <a:solidFill>
                  <a:srgbClr val="2f1f57"/>
                </a:solidFill>
                <a:latin typeface="Candara"/>
              </a:rPr>
              <a:t>Risk</a:t>
            </a: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object 4"/>
          <p:cNvSpPr/>
          <p:nvPr/>
        </p:nvSpPr>
        <p:spPr>
          <a:xfrm>
            <a:off x="537480" y="1724400"/>
            <a:ext cx="7046640" cy="524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5760" bIns="0" anchor="t">
            <a:spAutoFit/>
          </a:bodyPr>
          <a:p>
            <a:pPr marL="355680" indent="-343440" defTabSz="914400">
              <a:lnSpc>
                <a:spcPct val="100000"/>
              </a:lnSpc>
              <a:spcBef>
                <a:spcPts val="754"/>
              </a:spcBef>
              <a:buClr>
                <a:srgbClr val="baaae2"/>
              </a:buClr>
              <a:buFont typeface="Candara"/>
              <a:buChar char="•"/>
              <a:tabLst>
                <a:tab algn="l" pos="356400"/>
              </a:tabLst>
            </a:pPr>
            <a:r>
              <a:rPr b="1" lang="en-US" sz="2800" spc="-12" strike="noStrike">
                <a:solidFill>
                  <a:srgbClr val="2f1f57"/>
                </a:solidFill>
                <a:latin typeface="Candara"/>
              </a:rPr>
              <a:t>Threat</a:t>
            </a:r>
            <a:r>
              <a:rPr b="1" lang="en-US" sz="2800" spc="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1" strike="noStrike">
                <a:solidFill>
                  <a:srgbClr val="2f1f57"/>
                </a:solidFill>
                <a:latin typeface="Candara"/>
              </a:rPr>
              <a:t>is 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the</a:t>
            </a:r>
            <a:r>
              <a:rPr b="0" lang="en-US" sz="2800" spc="-12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combination</a:t>
            </a:r>
            <a:r>
              <a:rPr b="0" lang="en-US" sz="2800" spc="-12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of: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698400" indent="-337680" defTabSz="914400">
              <a:lnSpc>
                <a:spcPct val="100000"/>
              </a:lnSpc>
              <a:spcBef>
                <a:spcPts val="621"/>
              </a:spcBef>
              <a:buClr>
                <a:srgbClr val="2f1f57"/>
              </a:buClr>
              <a:buFont typeface="Symbol" charset="2"/>
              <a:buChar char=""/>
              <a:tabLst>
                <a:tab algn="l" pos="699120"/>
              </a:tabLst>
            </a:pPr>
            <a:r>
              <a:rPr b="0" lang="en-US" sz="2600" spc="-7" strike="noStrike">
                <a:solidFill>
                  <a:srgbClr val="2f1f57"/>
                </a:solidFill>
                <a:latin typeface="Candara"/>
              </a:rPr>
              <a:t>Intent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lvl="1" marL="698400" indent="-337680" defTabSz="914400">
              <a:lnSpc>
                <a:spcPct val="100000"/>
              </a:lnSpc>
              <a:spcBef>
                <a:spcPts val="601"/>
              </a:spcBef>
              <a:buClr>
                <a:srgbClr val="2f1f57"/>
              </a:buClr>
              <a:buFont typeface="Symbol" charset="2"/>
              <a:buChar char=""/>
              <a:tabLst>
                <a:tab algn="l" pos="699120"/>
              </a:tabLst>
            </a:pPr>
            <a:r>
              <a:rPr b="0" lang="en-US" sz="2600" spc="-7" strike="noStrike">
                <a:solidFill>
                  <a:srgbClr val="2f1f57"/>
                </a:solidFill>
                <a:latin typeface="Candara"/>
              </a:rPr>
              <a:t>Capability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lvl="1" marL="698400" indent="-337680" defTabSz="914400">
              <a:lnSpc>
                <a:spcPct val="100000"/>
              </a:lnSpc>
              <a:spcBef>
                <a:spcPts val="601"/>
              </a:spcBef>
              <a:buClr>
                <a:srgbClr val="2f1f57"/>
              </a:buClr>
              <a:buFont typeface="Symbol" charset="2"/>
              <a:buChar char=""/>
              <a:tabLst>
                <a:tab algn="l" pos="699120"/>
              </a:tabLst>
            </a:pPr>
            <a:r>
              <a:rPr b="0" lang="en-US" sz="2600" spc="-1" strike="noStrike">
                <a:solidFill>
                  <a:srgbClr val="2f1f57"/>
                </a:solidFill>
                <a:latin typeface="Candara"/>
              </a:rPr>
              <a:t>Opportunity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69912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5680" indent="-343440" defTabSz="914400">
              <a:lnSpc>
                <a:spcPct val="100000"/>
              </a:lnSpc>
              <a:buClr>
                <a:srgbClr val="baaae2"/>
              </a:buClr>
              <a:buFont typeface="Candara"/>
              <a:buChar char="•"/>
              <a:tabLst>
                <a:tab algn="l" pos="356400"/>
              </a:tabLst>
            </a:pPr>
            <a:r>
              <a:rPr b="1" lang="en-US" sz="2800" spc="-1" strike="noStrike">
                <a:solidFill>
                  <a:srgbClr val="2f1f57"/>
                </a:solidFill>
                <a:latin typeface="Candara"/>
              </a:rPr>
              <a:t>Risk </a:t>
            </a:r>
            <a:r>
              <a:rPr b="0" lang="en-US" sz="2800" spc="-1" strike="noStrike">
                <a:solidFill>
                  <a:srgbClr val="2f1f57"/>
                </a:solidFill>
                <a:latin typeface="Candara"/>
              </a:rPr>
              <a:t>is 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the combination of the threat </a:t>
            </a:r>
            <a:r>
              <a:rPr b="0" lang="en-US" sz="2800" spc="-12" strike="noStrike">
                <a:solidFill>
                  <a:srgbClr val="2f1f57"/>
                </a:solidFill>
                <a:latin typeface="Candara"/>
              </a:rPr>
              <a:t>and 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the </a:t>
            </a:r>
            <a:r>
              <a:rPr b="0" lang="en-US" sz="2800" spc="-596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vulnerability.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355680" indent="-343440" defTabSz="914400">
              <a:lnSpc>
                <a:spcPct val="100000"/>
              </a:lnSpc>
              <a:spcBef>
                <a:spcPts val="2401"/>
              </a:spcBef>
              <a:buClr>
                <a:srgbClr val="baaae2"/>
              </a:buClr>
              <a:buFont typeface="Candara"/>
              <a:buChar char="•"/>
              <a:tabLst>
                <a:tab algn="l" pos="356400"/>
              </a:tabLst>
            </a:pP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Three</a:t>
            </a:r>
            <a:r>
              <a:rPr b="0" lang="en-US" sz="2800" spc="-12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1" strike="noStrike">
                <a:solidFill>
                  <a:srgbClr val="2f1f57"/>
                </a:solidFill>
                <a:latin typeface="Candara"/>
              </a:rPr>
              <a:t>key</a:t>
            </a:r>
            <a:r>
              <a:rPr b="0" lang="en-US" sz="2800" spc="-3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elements</a:t>
            </a:r>
            <a:r>
              <a:rPr b="0" lang="en-US" sz="2800" spc="-2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to</a:t>
            </a:r>
            <a:r>
              <a:rPr b="0" lang="en-US" sz="2800" spc="7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consider </a:t>
            </a:r>
            <a:r>
              <a:rPr b="0" lang="en-US" sz="2800" spc="-1" strike="noStrike">
                <a:solidFill>
                  <a:srgbClr val="2f1f57"/>
                </a:solidFill>
                <a:latin typeface="Candara"/>
              </a:rPr>
              <a:t>are: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698400" indent="-337680" defTabSz="914400">
              <a:lnSpc>
                <a:spcPct val="100000"/>
              </a:lnSpc>
              <a:spcBef>
                <a:spcPts val="621"/>
              </a:spcBef>
              <a:buClr>
                <a:srgbClr val="2f1f57"/>
              </a:buClr>
              <a:buFont typeface="Candara"/>
              <a:buChar char="•"/>
              <a:tabLst>
                <a:tab algn="l" pos="699120"/>
              </a:tabLst>
            </a:pPr>
            <a:r>
              <a:rPr b="0" lang="en-US" sz="2600" spc="-1" strike="noStrike">
                <a:solidFill>
                  <a:srgbClr val="2f1f57"/>
                </a:solidFill>
                <a:latin typeface="Candara"/>
              </a:rPr>
              <a:t>What</a:t>
            </a:r>
            <a:r>
              <a:rPr b="0" lang="en-US" sz="2600" spc="-26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600" spc="-1" strike="noStrike">
                <a:solidFill>
                  <a:srgbClr val="2f1f57"/>
                </a:solidFill>
                <a:latin typeface="Candara"/>
              </a:rPr>
              <a:t>to</a:t>
            </a:r>
            <a:r>
              <a:rPr b="0" lang="en-US" sz="2600" spc="-26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600" spc="-7" strike="noStrike">
                <a:solidFill>
                  <a:srgbClr val="2f1f57"/>
                </a:solidFill>
                <a:latin typeface="Candara"/>
              </a:rPr>
              <a:t>protect</a:t>
            </a:r>
            <a:r>
              <a:rPr b="0" lang="en-US" sz="2600" spc="-1" strike="noStrike">
                <a:solidFill>
                  <a:srgbClr val="2f1f57"/>
                </a:solidFill>
                <a:latin typeface="Candara"/>
              </a:rPr>
              <a:t> (Assets)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lvl="1" marL="698400" indent="-337680" defTabSz="914400">
              <a:lnSpc>
                <a:spcPct val="100000"/>
              </a:lnSpc>
              <a:spcBef>
                <a:spcPts val="601"/>
              </a:spcBef>
              <a:buClr>
                <a:srgbClr val="2f1f57"/>
              </a:buClr>
              <a:buFont typeface="Candara"/>
              <a:buChar char="•"/>
              <a:tabLst>
                <a:tab algn="l" pos="699120"/>
              </a:tabLst>
            </a:pPr>
            <a:r>
              <a:rPr b="0" lang="en-US" sz="2600" spc="-7" strike="noStrike">
                <a:solidFill>
                  <a:srgbClr val="2f1f57"/>
                </a:solidFill>
                <a:latin typeface="Candara"/>
              </a:rPr>
              <a:t>From</a:t>
            </a:r>
            <a:r>
              <a:rPr b="0" lang="en-US" sz="2600" spc="-1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600" spc="-1" strike="noStrike">
                <a:solidFill>
                  <a:srgbClr val="2f1f57"/>
                </a:solidFill>
                <a:latin typeface="Candara"/>
              </a:rPr>
              <a:t>whom</a:t>
            </a:r>
            <a:r>
              <a:rPr b="0" lang="en-US" sz="2600" spc="-1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600" spc="-1" strike="noStrike">
                <a:solidFill>
                  <a:srgbClr val="2f1f57"/>
                </a:solidFill>
                <a:latin typeface="Candara"/>
              </a:rPr>
              <a:t>to</a:t>
            </a:r>
            <a:r>
              <a:rPr b="0" lang="en-US" sz="2600" spc="-1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600" spc="-7" strike="noStrike">
                <a:solidFill>
                  <a:srgbClr val="2f1f57"/>
                </a:solidFill>
                <a:latin typeface="Candara"/>
              </a:rPr>
              <a:t>protect</a:t>
            </a:r>
            <a:r>
              <a:rPr b="0" lang="en-US" sz="2600" spc="7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600" spc="-7" strike="noStrike">
                <a:solidFill>
                  <a:srgbClr val="2f1f57"/>
                </a:solidFill>
                <a:latin typeface="Candara"/>
              </a:rPr>
              <a:t>(Threats)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lvl="1" marL="698400" indent="-337680" defTabSz="914400">
              <a:lnSpc>
                <a:spcPct val="100000"/>
              </a:lnSpc>
              <a:spcBef>
                <a:spcPts val="601"/>
              </a:spcBef>
              <a:buClr>
                <a:srgbClr val="2f1f57"/>
              </a:buClr>
              <a:buFont typeface="Candara"/>
              <a:buChar char="•"/>
              <a:tabLst>
                <a:tab algn="l" pos="699120"/>
              </a:tabLst>
            </a:pPr>
            <a:r>
              <a:rPr b="0" lang="en-US" sz="2600" spc="-1" strike="noStrike">
                <a:solidFill>
                  <a:srgbClr val="2f1f57"/>
                </a:solidFill>
                <a:latin typeface="Candara"/>
              </a:rPr>
              <a:t>How</a:t>
            </a:r>
            <a:r>
              <a:rPr b="0" lang="en-US" sz="2600" spc="-12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600" spc="-1" strike="noStrike">
                <a:solidFill>
                  <a:srgbClr val="2f1f57"/>
                </a:solidFill>
                <a:latin typeface="Candara"/>
              </a:rPr>
              <a:t>to</a:t>
            </a:r>
            <a:r>
              <a:rPr b="0" lang="en-US" sz="2600" spc="-12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600" spc="-7" strike="noStrike">
                <a:solidFill>
                  <a:srgbClr val="2f1f57"/>
                </a:solidFill>
                <a:latin typeface="Candara"/>
              </a:rPr>
              <a:t>protect</a:t>
            </a:r>
            <a:r>
              <a:rPr b="0" lang="en-US" sz="2600" spc="9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600" spc="-7" strike="noStrike">
                <a:solidFill>
                  <a:srgbClr val="2f1f57"/>
                </a:solidFill>
                <a:latin typeface="Candara"/>
              </a:rPr>
              <a:t>(Mitigating</a:t>
            </a:r>
            <a:r>
              <a:rPr b="0" lang="en-US" sz="2600" spc="-1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600" spc="-7" strike="noStrike">
                <a:solidFill>
                  <a:srgbClr val="2f1f57"/>
                </a:solidFill>
                <a:latin typeface="Candara"/>
              </a:rPr>
              <a:t>Controls)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4" name="object 5" descr=""/>
          <p:cNvPicPr/>
          <p:nvPr/>
        </p:nvPicPr>
        <p:blipFill>
          <a:blip r:embed="rId2"/>
          <a:stretch/>
        </p:blipFill>
        <p:spPr>
          <a:xfrm>
            <a:off x="639360" y="1716840"/>
            <a:ext cx="7276320" cy="2143440"/>
          </a:xfrm>
          <a:prstGeom prst="rect">
            <a:avLst/>
          </a:prstGeom>
          <a:ln w="0">
            <a:noFill/>
          </a:ln>
        </p:spPr>
      </p:pic>
      <p:sp>
        <p:nvSpPr>
          <p:cNvPr id="115" name="object 6"/>
          <p:cNvSpPr/>
          <p:nvPr/>
        </p:nvSpPr>
        <p:spPr>
          <a:xfrm>
            <a:off x="7998120" y="3198960"/>
            <a:ext cx="32760" cy="63360"/>
          </a:xfrm>
          <a:custGeom>
            <a:avLst/>
            <a:gdLst>
              <a:gd name="textAreaLeft" fmla="*/ 0 w 32760"/>
              <a:gd name="textAreaRight" fmla="*/ 33480 w 32760"/>
              <a:gd name="textAreaTop" fmla="*/ 0 h 63360"/>
              <a:gd name="textAreaBottom" fmla="*/ 64080 h 63360"/>
            </a:gdLst>
            <a:ahLst/>
            <a:rect l="textAreaLeft" t="textAreaTop" r="textAreaRight" b="textAreaBottom"/>
            <a:pathLst>
              <a:path w="33654" h="64135">
                <a:moveTo>
                  <a:pt x="33527" y="0"/>
                </a:moveTo>
                <a:lnTo>
                  <a:pt x="28955" y="0"/>
                </a:lnTo>
                <a:lnTo>
                  <a:pt x="25907" y="7620"/>
                </a:lnTo>
                <a:lnTo>
                  <a:pt x="16763" y="21336"/>
                </a:lnTo>
                <a:lnTo>
                  <a:pt x="7619" y="38100"/>
                </a:lnTo>
                <a:lnTo>
                  <a:pt x="4571" y="51816"/>
                </a:lnTo>
                <a:lnTo>
                  <a:pt x="0" y="64008"/>
                </a:lnTo>
              </a:path>
            </a:pathLst>
          </a:custGeom>
          <a:noFill/>
          <a:ln w="19812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6" name="object 7"/>
          <p:cNvSpPr/>
          <p:nvPr/>
        </p:nvSpPr>
        <p:spPr>
          <a:xfrm>
            <a:off x="8052840" y="3328560"/>
            <a:ext cx="650160" cy="310320"/>
          </a:xfrm>
          <a:custGeom>
            <a:avLst/>
            <a:gdLst>
              <a:gd name="textAreaLeft" fmla="*/ 0 w 650160"/>
              <a:gd name="textAreaRight" fmla="*/ 650880 w 650160"/>
              <a:gd name="textAreaTop" fmla="*/ 0 h 310320"/>
              <a:gd name="textAreaBottom" fmla="*/ 311040 h 310320"/>
            </a:gdLst>
            <a:ahLst/>
            <a:rect l="textAreaLeft" t="textAreaTop" r="textAreaRight" b="textAreaBottom"/>
            <a:pathLst>
              <a:path w="650875" h="311150">
                <a:moveTo>
                  <a:pt x="0" y="172212"/>
                </a:moveTo>
                <a:lnTo>
                  <a:pt x="0" y="169164"/>
                </a:lnTo>
                <a:lnTo>
                  <a:pt x="4572" y="155448"/>
                </a:lnTo>
                <a:lnTo>
                  <a:pt x="22859" y="111252"/>
                </a:lnTo>
                <a:lnTo>
                  <a:pt x="51816" y="64008"/>
                </a:lnTo>
                <a:lnTo>
                  <a:pt x="96012" y="21336"/>
                </a:lnTo>
                <a:lnTo>
                  <a:pt x="147828" y="0"/>
                </a:lnTo>
                <a:lnTo>
                  <a:pt x="160019" y="0"/>
                </a:lnTo>
                <a:lnTo>
                  <a:pt x="172211" y="4572"/>
                </a:lnTo>
                <a:lnTo>
                  <a:pt x="181356" y="7619"/>
                </a:lnTo>
                <a:lnTo>
                  <a:pt x="190500" y="16764"/>
                </a:lnTo>
                <a:lnTo>
                  <a:pt x="198119" y="30480"/>
                </a:lnTo>
                <a:lnTo>
                  <a:pt x="202692" y="47244"/>
                </a:lnTo>
                <a:lnTo>
                  <a:pt x="207264" y="64008"/>
                </a:lnTo>
                <a:lnTo>
                  <a:pt x="207264" y="82296"/>
                </a:lnTo>
                <a:lnTo>
                  <a:pt x="207264" y="99060"/>
                </a:lnTo>
                <a:lnTo>
                  <a:pt x="207264" y="115824"/>
                </a:lnTo>
                <a:lnTo>
                  <a:pt x="207264" y="129540"/>
                </a:lnTo>
                <a:lnTo>
                  <a:pt x="207264" y="137160"/>
                </a:lnTo>
                <a:lnTo>
                  <a:pt x="207264" y="141732"/>
                </a:lnTo>
                <a:lnTo>
                  <a:pt x="211836" y="137160"/>
                </a:lnTo>
                <a:lnTo>
                  <a:pt x="220980" y="124968"/>
                </a:lnTo>
                <a:lnTo>
                  <a:pt x="228600" y="108204"/>
                </a:lnTo>
                <a:lnTo>
                  <a:pt x="242316" y="94488"/>
                </a:lnTo>
                <a:lnTo>
                  <a:pt x="254507" y="82296"/>
                </a:lnTo>
                <a:lnTo>
                  <a:pt x="266700" y="73152"/>
                </a:lnTo>
                <a:lnTo>
                  <a:pt x="280416" y="64008"/>
                </a:lnTo>
                <a:lnTo>
                  <a:pt x="292607" y="59436"/>
                </a:lnTo>
                <a:lnTo>
                  <a:pt x="306323" y="56388"/>
                </a:lnTo>
                <a:lnTo>
                  <a:pt x="315467" y="56388"/>
                </a:lnTo>
                <a:lnTo>
                  <a:pt x="348995" y="94488"/>
                </a:lnTo>
                <a:lnTo>
                  <a:pt x="358139" y="137160"/>
                </a:lnTo>
                <a:lnTo>
                  <a:pt x="358139" y="160020"/>
                </a:lnTo>
                <a:lnTo>
                  <a:pt x="358139" y="172212"/>
                </a:lnTo>
                <a:lnTo>
                  <a:pt x="358139" y="185928"/>
                </a:lnTo>
                <a:lnTo>
                  <a:pt x="358139" y="195072"/>
                </a:lnTo>
                <a:lnTo>
                  <a:pt x="358139" y="198120"/>
                </a:lnTo>
                <a:lnTo>
                  <a:pt x="358139" y="202692"/>
                </a:lnTo>
                <a:lnTo>
                  <a:pt x="365760" y="195072"/>
                </a:lnTo>
                <a:lnTo>
                  <a:pt x="379476" y="172212"/>
                </a:lnTo>
                <a:lnTo>
                  <a:pt x="414528" y="120396"/>
                </a:lnTo>
                <a:lnTo>
                  <a:pt x="448056" y="82296"/>
                </a:lnTo>
                <a:lnTo>
                  <a:pt x="495300" y="51816"/>
                </a:lnTo>
                <a:lnTo>
                  <a:pt x="547115" y="38100"/>
                </a:lnTo>
                <a:lnTo>
                  <a:pt x="573024" y="38100"/>
                </a:lnTo>
                <a:lnTo>
                  <a:pt x="612647" y="51816"/>
                </a:lnTo>
                <a:lnTo>
                  <a:pt x="641604" y="94488"/>
                </a:lnTo>
                <a:lnTo>
                  <a:pt x="650747" y="134112"/>
                </a:lnTo>
                <a:lnTo>
                  <a:pt x="650747" y="176784"/>
                </a:lnTo>
                <a:lnTo>
                  <a:pt x="641604" y="220980"/>
                </a:lnTo>
                <a:lnTo>
                  <a:pt x="629412" y="272796"/>
                </a:lnTo>
                <a:lnTo>
                  <a:pt x="612647" y="310896"/>
                </a:lnTo>
              </a:path>
            </a:pathLst>
          </a:custGeom>
          <a:noFill/>
          <a:ln w="19812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object 2" descr=""/>
          <p:cNvPicPr/>
          <p:nvPr/>
        </p:nvPicPr>
        <p:blipFill>
          <a:blip r:embed="rId1"/>
          <a:stretch/>
        </p:blipFill>
        <p:spPr>
          <a:xfrm>
            <a:off x="457200" y="1837800"/>
            <a:ext cx="9143280" cy="264600"/>
          </a:xfrm>
          <a:prstGeom prst="rect">
            <a:avLst/>
          </a:prstGeom>
          <a:ln w="0">
            <a:noFill/>
          </a:ln>
        </p:spPr>
      </p:pic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1143000" y="370800"/>
            <a:ext cx="8457840" cy="2372040"/>
          </a:xfrm>
          <a:prstGeom prst="rect">
            <a:avLst/>
          </a:prstGeom>
          <a:noFill/>
          <a:ln w="0">
            <a:noFill/>
          </a:ln>
        </p:spPr>
        <p:txBody>
          <a:bodyPr lIns="0" rIns="0" tIns="85680" bIns="0" anchor="t">
            <a:noAutofit/>
          </a:bodyPr>
          <a:p>
            <a:pPr marL="1743840" indent="-1456200">
              <a:lnSpc>
                <a:spcPts val="6001"/>
              </a:lnSpc>
              <a:spcBef>
                <a:spcPts val="675"/>
              </a:spcBef>
              <a:buNone/>
              <a:tabLst>
                <a:tab algn="l" pos="0"/>
              </a:tabLst>
            </a:pPr>
            <a:r>
              <a:rPr b="0" lang="en-US" sz="5400" spc="1" strike="noStrike">
                <a:solidFill>
                  <a:srgbClr val="2f1f57"/>
                </a:solidFill>
                <a:latin typeface="Candara"/>
              </a:rPr>
              <a:t>Basic</a:t>
            </a:r>
            <a:r>
              <a:rPr b="0" lang="en-US" sz="5400" spc="-114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5400" spc="-32" strike="noStrike">
                <a:solidFill>
                  <a:srgbClr val="2f1f57"/>
                </a:solidFill>
                <a:latin typeface="Candara"/>
              </a:rPr>
              <a:t>Terminology: </a:t>
            </a:r>
            <a:r>
              <a:rPr b="0" lang="en-US" sz="5400" spc="-115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5400" spc="-7" strike="noStrike">
                <a:solidFill>
                  <a:srgbClr val="2f1f57"/>
                </a:solidFill>
                <a:latin typeface="Candara"/>
              </a:rPr>
              <a:t>Example</a:t>
            </a: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19" name="object 4"/>
          <p:cNvGrpSpPr/>
          <p:nvPr/>
        </p:nvGrpSpPr>
        <p:grpSpPr>
          <a:xfrm>
            <a:off x="768240" y="1428120"/>
            <a:ext cx="7812720" cy="4922280"/>
            <a:chOff x="768240" y="1428120"/>
            <a:chExt cx="7812720" cy="4922280"/>
          </a:xfrm>
        </p:grpSpPr>
        <p:pic>
          <p:nvPicPr>
            <p:cNvPr id="120" name="object 5" descr=""/>
            <p:cNvPicPr/>
            <p:nvPr/>
          </p:nvPicPr>
          <p:blipFill>
            <a:blip r:embed="rId2"/>
            <a:stretch/>
          </p:blipFill>
          <p:spPr>
            <a:xfrm>
              <a:off x="1338120" y="2666880"/>
              <a:ext cx="7242840" cy="28612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1" name="object 6"/>
            <p:cNvSpPr/>
            <p:nvPr/>
          </p:nvSpPr>
          <p:spPr>
            <a:xfrm>
              <a:off x="1044000" y="2423160"/>
              <a:ext cx="115560" cy="834840"/>
            </a:xfrm>
            <a:custGeom>
              <a:avLst/>
              <a:gdLst>
                <a:gd name="textAreaLeft" fmla="*/ 0 w 115560"/>
                <a:gd name="textAreaRight" fmla="*/ 116280 w 115560"/>
                <a:gd name="textAreaTop" fmla="*/ 0 h 834840"/>
                <a:gd name="textAreaBottom" fmla="*/ 835560 h 834840"/>
              </a:gdLst>
              <a:ahLst/>
              <a:rect l="textAreaLeft" t="textAreaTop" r="textAreaRight" b="textAreaBottom"/>
              <a:pathLst>
                <a:path w="116205" h="835660">
                  <a:moveTo>
                    <a:pt x="0" y="0"/>
                  </a:moveTo>
                  <a:lnTo>
                    <a:pt x="33528" y="277368"/>
                  </a:lnTo>
                  <a:lnTo>
                    <a:pt x="50292" y="428243"/>
                  </a:lnTo>
                  <a:lnTo>
                    <a:pt x="68580" y="502919"/>
                  </a:lnTo>
                  <a:lnTo>
                    <a:pt x="85344" y="592836"/>
                  </a:lnTo>
                  <a:lnTo>
                    <a:pt x="99060" y="658368"/>
                  </a:lnTo>
                  <a:lnTo>
                    <a:pt x="106679" y="705612"/>
                  </a:lnTo>
                  <a:lnTo>
                    <a:pt x="111252" y="752856"/>
                  </a:lnTo>
                  <a:lnTo>
                    <a:pt x="115824" y="792479"/>
                  </a:lnTo>
                  <a:lnTo>
                    <a:pt x="115824" y="818387"/>
                  </a:lnTo>
                  <a:lnTo>
                    <a:pt x="115824" y="835152"/>
                  </a:lnTo>
                </a:path>
              </a:pathLst>
            </a:custGeom>
            <a:noFill/>
            <a:ln w="19812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22" name="object 7"/>
            <p:cNvSpPr/>
            <p:nvPr/>
          </p:nvSpPr>
          <p:spPr>
            <a:xfrm>
              <a:off x="768240" y="2258640"/>
              <a:ext cx="446400" cy="276840"/>
            </a:xfrm>
            <a:custGeom>
              <a:avLst/>
              <a:gdLst>
                <a:gd name="textAreaLeft" fmla="*/ 0 w 446400"/>
                <a:gd name="textAreaRight" fmla="*/ 447120 w 446400"/>
                <a:gd name="textAreaTop" fmla="*/ 0 h 276840"/>
                <a:gd name="textAreaBottom" fmla="*/ 277560 h 276840"/>
              </a:gdLst>
              <a:ahLst/>
              <a:rect l="textAreaLeft" t="textAreaTop" r="textAreaRight" b="textAreaBottom"/>
              <a:pathLst>
                <a:path w="447040" h="277494">
                  <a:moveTo>
                    <a:pt x="42671" y="277368"/>
                  </a:moveTo>
                  <a:lnTo>
                    <a:pt x="33527" y="277368"/>
                  </a:lnTo>
                  <a:lnTo>
                    <a:pt x="21335" y="277368"/>
                  </a:lnTo>
                  <a:lnTo>
                    <a:pt x="12191" y="277368"/>
                  </a:lnTo>
                  <a:lnTo>
                    <a:pt x="3047" y="272796"/>
                  </a:lnTo>
                  <a:lnTo>
                    <a:pt x="0" y="272796"/>
                  </a:lnTo>
                  <a:lnTo>
                    <a:pt x="0" y="268224"/>
                  </a:lnTo>
                  <a:lnTo>
                    <a:pt x="16763" y="256032"/>
                  </a:lnTo>
                  <a:lnTo>
                    <a:pt x="59436" y="230124"/>
                  </a:lnTo>
                  <a:lnTo>
                    <a:pt x="102107" y="199644"/>
                  </a:lnTo>
                  <a:lnTo>
                    <a:pt x="167640" y="160020"/>
                  </a:lnTo>
                  <a:lnTo>
                    <a:pt x="231647" y="121920"/>
                  </a:lnTo>
                  <a:lnTo>
                    <a:pt x="292608" y="86868"/>
                  </a:lnTo>
                  <a:lnTo>
                    <a:pt x="348995" y="56388"/>
                  </a:lnTo>
                  <a:lnTo>
                    <a:pt x="408432" y="21336"/>
                  </a:lnTo>
                  <a:lnTo>
                    <a:pt x="446532" y="0"/>
                  </a:lnTo>
                </a:path>
              </a:pathLst>
            </a:custGeom>
            <a:noFill/>
            <a:ln w="19812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23" name="object 8"/>
            <p:cNvSpPr/>
            <p:nvPr/>
          </p:nvSpPr>
          <p:spPr>
            <a:xfrm>
              <a:off x="822960" y="2968920"/>
              <a:ext cx="530280" cy="368280"/>
            </a:xfrm>
            <a:custGeom>
              <a:avLst/>
              <a:gdLst>
                <a:gd name="textAreaLeft" fmla="*/ 0 w 530280"/>
                <a:gd name="textAreaRight" fmla="*/ 531000 w 530280"/>
                <a:gd name="textAreaTop" fmla="*/ 0 h 368280"/>
                <a:gd name="textAreaBottom" fmla="*/ 369000 h 368280"/>
              </a:gdLst>
              <a:ahLst/>
              <a:rect l="textAreaLeft" t="textAreaTop" r="textAreaRight" b="textAreaBottom"/>
              <a:pathLst>
                <a:path w="530860" h="368935">
                  <a:moveTo>
                    <a:pt x="0" y="368808"/>
                  </a:moveTo>
                  <a:lnTo>
                    <a:pt x="9144" y="364236"/>
                  </a:lnTo>
                  <a:lnTo>
                    <a:pt x="30480" y="345948"/>
                  </a:lnTo>
                  <a:lnTo>
                    <a:pt x="70104" y="320040"/>
                  </a:lnTo>
                  <a:lnTo>
                    <a:pt x="129539" y="281940"/>
                  </a:lnTo>
                  <a:lnTo>
                    <a:pt x="202692" y="233172"/>
                  </a:lnTo>
                  <a:lnTo>
                    <a:pt x="259080" y="190500"/>
                  </a:lnTo>
                  <a:lnTo>
                    <a:pt x="323087" y="143256"/>
                  </a:lnTo>
                  <a:lnTo>
                    <a:pt x="391667" y="99060"/>
                  </a:lnTo>
                  <a:lnTo>
                    <a:pt x="440436" y="65532"/>
                  </a:lnTo>
                  <a:lnTo>
                    <a:pt x="487680" y="30480"/>
                  </a:lnTo>
                  <a:lnTo>
                    <a:pt x="530352" y="0"/>
                  </a:lnTo>
                </a:path>
              </a:pathLst>
            </a:custGeom>
            <a:noFill/>
            <a:ln w="19812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24" name="object 9"/>
            <p:cNvSpPr/>
            <p:nvPr/>
          </p:nvSpPr>
          <p:spPr>
            <a:xfrm>
              <a:off x="1219320" y="2630520"/>
              <a:ext cx="485640" cy="246240"/>
            </a:xfrm>
            <a:custGeom>
              <a:avLst/>
              <a:gdLst>
                <a:gd name="textAreaLeft" fmla="*/ 0 w 485640"/>
                <a:gd name="textAreaRight" fmla="*/ 486360 w 485640"/>
                <a:gd name="textAreaTop" fmla="*/ 0 h 246240"/>
                <a:gd name="textAreaBottom" fmla="*/ 246960 h 246240"/>
              </a:gdLst>
              <a:ahLst/>
              <a:rect l="textAreaLeft" t="textAreaTop" r="textAreaRight" b="textAreaBottom"/>
              <a:pathLst>
                <a:path w="486410" h="247014">
                  <a:moveTo>
                    <a:pt x="9143" y="246887"/>
                  </a:moveTo>
                  <a:lnTo>
                    <a:pt x="4571" y="243840"/>
                  </a:lnTo>
                  <a:lnTo>
                    <a:pt x="0" y="239267"/>
                  </a:lnTo>
                  <a:lnTo>
                    <a:pt x="0" y="230123"/>
                  </a:lnTo>
                  <a:lnTo>
                    <a:pt x="4571" y="213359"/>
                  </a:lnTo>
                  <a:lnTo>
                    <a:pt x="18287" y="185927"/>
                  </a:lnTo>
                  <a:lnTo>
                    <a:pt x="35051" y="160019"/>
                  </a:lnTo>
                  <a:lnTo>
                    <a:pt x="56387" y="131063"/>
                  </a:lnTo>
                  <a:lnTo>
                    <a:pt x="73151" y="108203"/>
                  </a:lnTo>
                  <a:lnTo>
                    <a:pt x="94488" y="91439"/>
                  </a:lnTo>
                  <a:lnTo>
                    <a:pt x="117347" y="74675"/>
                  </a:lnTo>
                  <a:lnTo>
                    <a:pt x="138683" y="65531"/>
                  </a:lnTo>
                  <a:lnTo>
                    <a:pt x="164592" y="60959"/>
                  </a:lnTo>
                  <a:lnTo>
                    <a:pt x="185927" y="65531"/>
                  </a:lnTo>
                  <a:lnTo>
                    <a:pt x="224027" y="96011"/>
                  </a:lnTo>
                  <a:lnTo>
                    <a:pt x="245363" y="143255"/>
                  </a:lnTo>
                  <a:lnTo>
                    <a:pt x="249936" y="160019"/>
                  </a:lnTo>
                  <a:lnTo>
                    <a:pt x="254508" y="173735"/>
                  </a:lnTo>
                  <a:lnTo>
                    <a:pt x="254508" y="182879"/>
                  </a:lnTo>
                  <a:lnTo>
                    <a:pt x="254508" y="185927"/>
                  </a:lnTo>
                  <a:lnTo>
                    <a:pt x="254508" y="190499"/>
                  </a:lnTo>
                  <a:lnTo>
                    <a:pt x="254508" y="195071"/>
                  </a:lnTo>
                  <a:lnTo>
                    <a:pt x="259079" y="190499"/>
                  </a:lnTo>
                  <a:lnTo>
                    <a:pt x="266700" y="182879"/>
                  </a:lnTo>
                  <a:lnTo>
                    <a:pt x="280416" y="160019"/>
                  </a:lnTo>
                  <a:lnTo>
                    <a:pt x="292608" y="126491"/>
                  </a:lnTo>
                  <a:lnTo>
                    <a:pt x="306324" y="96011"/>
                  </a:lnTo>
                  <a:lnTo>
                    <a:pt x="336804" y="44195"/>
                  </a:lnTo>
                  <a:lnTo>
                    <a:pt x="379476" y="13715"/>
                  </a:lnTo>
                  <a:lnTo>
                    <a:pt x="413004" y="0"/>
                  </a:lnTo>
                  <a:lnTo>
                    <a:pt x="426720" y="0"/>
                  </a:lnTo>
                  <a:lnTo>
                    <a:pt x="438911" y="0"/>
                  </a:lnTo>
                  <a:lnTo>
                    <a:pt x="452628" y="9144"/>
                  </a:lnTo>
                  <a:lnTo>
                    <a:pt x="461772" y="21335"/>
                  </a:lnTo>
                  <a:lnTo>
                    <a:pt x="469392" y="48768"/>
                  </a:lnTo>
                  <a:lnTo>
                    <a:pt x="478535" y="79247"/>
                  </a:lnTo>
                  <a:lnTo>
                    <a:pt x="483107" y="105155"/>
                  </a:lnTo>
                  <a:lnTo>
                    <a:pt x="486156" y="131063"/>
                  </a:lnTo>
                  <a:lnTo>
                    <a:pt x="486156" y="147827"/>
                  </a:lnTo>
                  <a:lnTo>
                    <a:pt x="486156" y="160019"/>
                  </a:lnTo>
                  <a:lnTo>
                    <a:pt x="486156" y="164591"/>
                  </a:lnTo>
                </a:path>
              </a:pathLst>
            </a:custGeom>
            <a:noFill/>
            <a:ln w="19811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25" name="object 10"/>
            <p:cNvSpPr/>
            <p:nvPr/>
          </p:nvSpPr>
          <p:spPr>
            <a:xfrm>
              <a:off x="1900440" y="1917360"/>
              <a:ext cx="123120" cy="726480"/>
            </a:xfrm>
            <a:custGeom>
              <a:avLst/>
              <a:gdLst>
                <a:gd name="textAreaLeft" fmla="*/ 0 w 123120"/>
                <a:gd name="textAreaRight" fmla="*/ 123840 w 123120"/>
                <a:gd name="textAreaTop" fmla="*/ 0 h 726480"/>
                <a:gd name="textAreaBottom" fmla="*/ 727200 h 726480"/>
              </a:gdLst>
              <a:ahLst/>
              <a:rect l="textAreaLeft" t="textAreaTop" r="textAreaRight" b="textAreaBottom"/>
              <a:pathLst>
                <a:path w="123825" h="727075">
                  <a:moveTo>
                    <a:pt x="0" y="0"/>
                  </a:moveTo>
                  <a:lnTo>
                    <a:pt x="3048" y="7620"/>
                  </a:lnTo>
                  <a:lnTo>
                    <a:pt x="7620" y="28956"/>
                  </a:lnTo>
                  <a:lnTo>
                    <a:pt x="12192" y="59436"/>
                  </a:lnTo>
                  <a:lnTo>
                    <a:pt x="21336" y="108204"/>
                  </a:lnTo>
                  <a:lnTo>
                    <a:pt x="28956" y="167640"/>
                  </a:lnTo>
                  <a:lnTo>
                    <a:pt x="38100" y="228600"/>
                  </a:lnTo>
                  <a:lnTo>
                    <a:pt x="42672" y="294131"/>
                  </a:lnTo>
                  <a:lnTo>
                    <a:pt x="47244" y="362712"/>
                  </a:lnTo>
                  <a:lnTo>
                    <a:pt x="54864" y="423672"/>
                  </a:lnTo>
                  <a:lnTo>
                    <a:pt x="64008" y="480060"/>
                  </a:lnTo>
                  <a:lnTo>
                    <a:pt x="73152" y="536448"/>
                  </a:lnTo>
                  <a:lnTo>
                    <a:pt x="80772" y="583691"/>
                  </a:lnTo>
                  <a:lnTo>
                    <a:pt x="89916" y="623316"/>
                  </a:lnTo>
                  <a:lnTo>
                    <a:pt x="102108" y="656843"/>
                  </a:lnTo>
                  <a:lnTo>
                    <a:pt x="111252" y="687324"/>
                  </a:lnTo>
                  <a:lnTo>
                    <a:pt x="120396" y="708660"/>
                  </a:lnTo>
                  <a:lnTo>
                    <a:pt x="123444" y="726947"/>
                  </a:lnTo>
                </a:path>
              </a:pathLst>
            </a:custGeom>
            <a:noFill/>
            <a:ln w="19812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26" name="object 11"/>
            <p:cNvSpPr/>
            <p:nvPr/>
          </p:nvSpPr>
          <p:spPr>
            <a:xfrm>
              <a:off x="1869840" y="2115360"/>
              <a:ext cx="865440" cy="450720"/>
            </a:xfrm>
            <a:custGeom>
              <a:avLst/>
              <a:gdLst>
                <a:gd name="textAreaLeft" fmla="*/ 0 w 865440"/>
                <a:gd name="textAreaRight" fmla="*/ 866160 w 865440"/>
                <a:gd name="textAreaTop" fmla="*/ 0 h 450720"/>
                <a:gd name="textAreaBottom" fmla="*/ 451440 h 450720"/>
              </a:gdLst>
              <a:ahLst/>
              <a:rect l="textAreaLeft" t="textAreaTop" r="textAreaRight" b="textAreaBottom"/>
              <a:pathLst>
                <a:path w="866139" h="451485">
                  <a:moveTo>
                    <a:pt x="0" y="411480"/>
                  </a:moveTo>
                  <a:lnTo>
                    <a:pt x="4572" y="416052"/>
                  </a:lnTo>
                  <a:lnTo>
                    <a:pt x="16764" y="425196"/>
                  </a:lnTo>
                  <a:lnTo>
                    <a:pt x="30480" y="432816"/>
                  </a:lnTo>
                  <a:lnTo>
                    <a:pt x="42672" y="437388"/>
                  </a:lnTo>
                  <a:lnTo>
                    <a:pt x="59436" y="441960"/>
                  </a:lnTo>
                  <a:lnTo>
                    <a:pt x="89916" y="441960"/>
                  </a:lnTo>
                  <a:lnTo>
                    <a:pt x="163068" y="425196"/>
                  </a:lnTo>
                  <a:lnTo>
                    <a:pt x="198119" y="403860"/>
                  </a:lnTo>
                  <a:lnTo>
                    <a:pt x="228600" y="376428"/>
                  </a:lnTo>
                  <a:lnTo>
                    <a:pt x="278892" y="312420"/>
                  </a:lnTo>
                  <a:lnTo>
                    <a:pt x="301752" y="272796"/>
                  </a:lnTo>
                  <a:lnTo>
                    <a:pt x="323087" y="239268"/>
                  </a:lnTo>
                  <a:lnTo>
                    <a:pt x="344423" y="185928"/>
                  </a:lnTo>
                  <a:lnTo>
                    <a:pt x="335280" y="138684"/>
                  </a:lnTo>
                  <a:lnTo>
                    <a:pt x="283464" y="143256"/>
                  </a:lnTo>
                  <a:lnTo>
                    <a:pt x="245364" y="182880"/>
                  </a:lnTo>
                  <a:lnTo>
                    <a:pt x="224028" y="242316"/>
                  </a:lnTo>
                  <a:lnTo>
                    <a:pt x="224028" y="272796"/>
                  </a:lnTo>
                  <a:lnTo>
                    <a:pt x="236219" y="342900"/>
                  </a:lnTo>
                  <a:lnTo>
                    <a:pt x="262128" y="399288"/>
                  </a:lnTo>
                  <a:lnTo>
                    <a:pt x="304800" y="432816"/>
                  </a:lnTo>
                  <a:lnTo>
                    <a:pt x="374904" y="451104"/>
                  </a:lnTo>
                  <a:lnTo>
                    <a:pt x="403860" y="446532"/>
                  </a:lnTo>
                  <a:lnTo>
                    <a:pt x="469391" y="403860"/>
                  </a:lnTo>
                  <a:lnTo>
                    <a:pt x="502919" y="364236"/>
                  </a:lnTo>
                  <a:lnTo>
                    <a:pt x="542543" y="307848"/>
                  </a:lnTo>
                  <a:lnTo>
                    <a:pt x="573024" y="242316"/>
                  </a:lnTo>
                  <a:lnTo>
                    <a:pt x="589787" y="190500"/>
                  </a:lnTo>
                  <a:lnTo>
                    <a:pt x="606552" y="134112"/>
                  </a:lnTo>
                  <a:lnTo>
                    <a:pt x="615695" y="86867"/>
                  </a:lnTo>
                  <a:lnTo>
                    <a:pt x="615695" y="51816"/>
                  </a:lnTo>
                  <a:lnTo>
                    <a:pt x="615695" y="30480"/>
                  </a:lnTo>
                  <a:lnTo>
                    <a:pt x="611124" y="13716"/>
                  </a:lnTo>
                  <a:lnTo>
                    <a:pt x="606552" y="4571"/>
                  </a:lnTo>
                  <a:lnTo>
                    <a:pt x="601980" y="0"/>
                  </a:lnTo>
                  <a:lnTo>
                    <a:pt x="598932" y="4571"/>
                  </a:lnTo>
                  <a:lnTo>
                    <a:pt x="598932" y="18288"/>
                  </a:lnTo>
                  <a:lnTo>
                    <a:pt x="606552" y="56388"/>
                  </a:lnTo>
                  <a:lnTo>
                    <a:pt x="627887" y="105156"/>
                  </a:lnTo>
                  <a:lnTo>
                    <a:pt x="641604" y="126492"/>
                  </a:lnTo>
                  <a:lnTo>
                    <a:pt x="653795" y="147828"/>
                  </a:lnTo>
                  <a:lnTo>
                    <a:pt x="667512" y="169164"/>
                  </a:lnTo>
                  <a:lnTo>
                    <a:pt x="679704" y="185928"/>
                  </a:lnTo>
                  <a:lnTo>
                    <a:pt x="701039" y="204216"/>
                  </a:lnTo>
                  <a:lnTo>
                    <a:pt x="722375" y="225552"/>
                  </a:lnTo>
                  <a:lnTo>
                    <a:pt x="745235" y="242316"/>
                  </a:lnTo>
                  <a:lnTo>
                    <a:pt x="766572" y="265176"/>
                  </a:lnTo>
                  <a:lnTo>
                    <a:pt x="783335" y="281940"/>
                  </a:lnTo>
                  <a:lnTo>
                    <a:pt x="800100" y="303276"/>
                  </a:lnTo>
                  <a:lnTo>
                    <a:pt x="813816" y="320040"/>
                  </a:lnTo>
                  <a:lnTo>
                    <a:pt x="826008" y="338328"/>
                  </a:lnTo>
                  <a:lnTo>
                    <a:pt x="835152" y="350520"/>
                  </a:lnTo>
                  <a:lnTo>
                    <a:pt x="844295" y="359664"/>
                  </a:lnTo>
                  <a:lnTo>
                    <a:pt x="847343" y="364236"/>
                  </a:lnTo>
                  <a:lnTo>
                    <a:pt x="851916" y="364236"/>
                  </a:lnTo>
                  <a:lnTo>
                    <a:pt x="865631" y="355092"/>
                  </a:lnTo>
                </a:path>
              </a:pathLst>
            </a:custGeom>
            <a:noFill/>
            <a:ln w="19812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27" name="object 12"/>
            <p:cNvSpPr/>
            <p:nvPr/>
          </p:nvSpPr>
          <p:spPr>
            <a:xfrm>
              <a:off x="2773800" y="1647360"/>
              <a:ext cx="1028160" cy="735840"/>
            </a:xfrm>
            <a:custGeom>
              <a:avLst/>
              <a:gdLst>
                <a:gd name="textAreaLeft" fmla="*/ 0 w 1028160"/>
                <a:gd name="textAreaRight" fmla="*/ 1028880 w 1028160"/>
                <a:gd name="textAreaTop" fmla="*/ 0 h 735840"/>
                <a:gd name="textAreaBottom" fmla="*/ 736560 h 735840"/>
              </a:gdLst>
              <a:ahLst/>
              <a:rect l="textAreaLeft" t="textAreaTop" r="textAreaRight" b="textAreaBottom"/>
              <a:pathLst>
                <a:path w="1028700" h="736600">
                  <a:moveTo>
                    <a:pt x="0" y="662939"/>
                  </a:moveTo>
                  <a:lnTo>
                    <a:pt x="4572" y="658367"/>
                  </a:lnTo>
                  <a:lnTo>
                    <a:pt x="9144" y="650747"/>
                  </a:lnTo>
                  <a:lnTo>
                    <a:pt x="16764" y="641603"/>
                  </a:lnTo>
                  <a:lnTo>
                    <a:pt x="25908" y="627887"/>
                  </a:lnTo>
                  <a:lnTo>
                    <a:pt x="39624" y="615695"/>
                  </a:lnTo>
                  <a:lnTo>
                    <a:pt x="51816" y="606551"/>
                  </a:lnTo>
                  <a:lnTo>
                    <a:pt x="68580" y="594359"/>
                  </a:lnTo>
                  <a:lnTo>
                    <a:pt x="86868" y="585215"/>
                  </a:lnTo>
                  <a:lnTo>
                    <a:pt x="99060" y="580643"/>
                  </a:lnTo>
                  <a:lnTo>
                    <a:pt x="115824" y="580643"/>
                  </a:lnTo>
                  <a:lnTo>
                    <a:pt x="129539" y="580643"/>
                  </a:lnTo>
                  <a:lnTo>
                    <a:pt x="167640" y="620267"/>
                  </a:lnTo>
                  <a:lnTo>
                    <a:pt x="184404" y="667511"/>
                  </a:lnTo>
                  <a:lnTo>
                    <a:pt x="188976" y="688847"/>
                  </a:lnTo>
                  <a:lnTo>
                    <a:pt x="188976" y="707135"/>
                  </a:lnTo>
                  <a:lnTo>
                    <a:pt x="188976" y="719327"/>
                  </a:lnTo>
                  <a:lnTo>
                    <a:pt x="188976" y="728471"/>
                  </a:lnTo>
                  <a:lnTo>
                    <a:pt x="188976" y="733043"/>
                  </a:lnTo>
                  <a:lnTo>
                    <a:pt x="188976" y="736091"/>
                  </a:lnTo>
                  <a:lnTo>
                    <a:pt x="193548" y="728471"/>
                  </a:lnTo>
                  <a:lnTo>
                    <a:pt x="198119" y="710183"/>
                  </a:lnTo>
                  <a:lnTo>
                    <a:pt x="207264" y="684275"/>
                  </a:lnTo>
                  <a:lnTo>
                    <a:pt x="214883" y="658367"/>
                  </a:lnTo>
                  <a:lnTo>
                    <a:pt x="224028" y="637031"/>
                  </a:lnTo>
                  <a:lnTo>
                    <a:pt x="249936" y="601979"/>
                  </a:lnTo>
                  <a:lnTo>
                    <a:pt x="283464" y="580643"/>
                  </a:lnTo>
                  <a:lnTo>
                    <a:pt x="301752" y="576071"/>
                  </a:lnTo>
                  <a:lnTo>
                    <a:pt x="313943" y="576071"/>
                  </a:lnTo>
                  <a:lnTo>
                    <a:pt x="353567" y="601979"/>
                  </a:lnTo>
                  <a:lnTo>
                    <a:pt x="374904" y="653795"/>
                  </a:lnTo>
                  <a:lnTo>
                    <a:pt x="382523" y="676655"/>
                  </a:lnTo>
                  <a:lnTo>
                    <a:pt x="391667" y="693419"/>
                  </a:lnTo>
                  <a:lnTo>
                    <a:pt x="400812" y="710183"/>
                  </a:lnTo>
                  <a:lnTo>
                    <a:pt x="408432" y="719327"/>
                  </a:lnTo>
                  <a:lnTo>
                    <a:pt x="422148" y="728471"/>
                  </a:lnTo>
                  <a:lnTo>
                    <a:pt x="443484" y="733043"/>
                  </a:lnTo>
                  <a:lnTo>
                    <a:pt x="464819" y="728471"/>
                  </a:lnTo>
                  <a:lnTo>
                    <a:pt x="525780" y="688847"/>
                  </a:lnTo>
                  <a:lnTo>
                    <a:pt x="556260" y="653795"/>
                  </a:lnTo>
                  <a:lnTo>
                    <a:pt x="580643" y="620267"/>
                  </a:lnTo>
                  <a:lnTo>
                    <a:pt x="601980" y="580643"/>
                  </a:lnTo>
                  <a:lnTo>
                    <a:pt x="620268" y="547115"/>
                  </a:lnTo>
                  <a:lnTo>
                    <a:pt x="632460" y="519683"/>
                  </a:lnTo>
                  <a:lnTo>
                    <a:pt x="641604" y="502919"/>
                  </a:lnTo>
                  <a:lnTo>
                    <a:pt x="646175" y="493775"/>
                  </a:lnTo>
                  <a:lnTo>
                    <a:pt x="650747" y="489203"/>
                  </a:lnTo>
                  <a:lnTo>
                    <a:pt x="646175" y="493775"/>
                  </a:lnTo>
                  <a:lnTo>
                    <a:pt x="632460" y="515111"/>
                  </a:lnTo>
                  <a:lnTo>
                    <a:pt x="611124" y="547115"/>
                  </a:lnTo>
                  <a:lnTo>
                    <a:pt x="585215" y="585215"/>
                  </a:lnTo>
                  <a:lnTo>
                    <a:pt x="563880" y="624839"/>
                  </a:lnTo>
                  <a:lnTo>
                    <a:pt x="551687" y="646175"/>
                  </a:lnTo>
                  <a:lnTo>
                    <a:pt x="542543" y="662939"/>
                  </a:lnTo>
                  <a:lnTo>
                    <a:pt x="542543" y="672083"/>
                  </a:lnTo>
                  <a:lnTo>
                    <a:pt x="542543" y="679703"/>
                  </a:lnTo>
                  <a:lnTo>
                    <a:pt x="547115" y="684275"/>
                  </a:lnTo>
                  <a:lnTo>
                    <a:pt x="556260" y="684275"/>
                  </a:lnTo>
                  <a:lnTo>
                    <a:pt x="568452" y="679703"/>
                  </a:lnTo>
                  <a:lnTo>
                    <a:pt x="589787" y="662939"/>
                  </a:lnTo>
                  <a:lnTo>
                    <a:pt x="620268" y="641603"/>
                  </a:lnTo>
                  <a:lnTo>
                    <a:pt x="646175" y="620267"/>
                  </a:lnTo>
                  <a:lnTo>
                    <a:pt x="667512" y="601979"/>
                  </a:lnTo>
                  <a:lnTo>
                    <a:pt x="684275" y="589787"/>
                  </a:lnTo>
                  <a:lnTo>
                    <a:pt x="693420" y="580643"/>
                  </a:lnTo>
                  <a:lnTo>
                    <a:pt x="701039" y="576071"/>
                  </a:lnTo>
                  <a:lnTo>
                    <a:pt x="705612" y="573023"/>
                  </a:lnTo>
                  <a:lnTo>
                    <a:pt x="710183" y="576071"/>
                  </a:lnTo>
                  <a:lnTo>
                    <a:pt x="714756" y="585215"/>
                  </a:lnTo>
                  <a:lnTo>
                    <a:pt x="723900" y="598931"/>
                  </a:lnTo>
                  <a:lnTo>
                    <a:pt x="731520" y="611123"/>
                  </a:lnTo>
                  <a:lnTo>
                    <a:pt x="745235" y="620267"/>
                  </a:lnTo>
                  <a:lnTo>
                    <a:pt x="757427" y="624839"/>
                  </a:lnTo>
                  <a:lnTo>
                    <a:pt x="771143" y="624839"/>
                  </a:lnTo>
                  <a:lnTo>
                    <a:pt x="813816" y="606551"/>
                  </a:lnTo>
                  <a:lnTo>
                    <a:pt x="882395" y="547115"/>
                  </a:lnTo>
                  <a:lnTo>
                    <a:pt x="922020" y="493775"/>
                  </a:lnTo>
                  <a:lnTo>
                    <a:pt x="950975" y="429767"/>
                  </a:lnTo>
                  <a:lnTo>
                    <a:pt x="981456" y="350519"/>
                  </a:lnTo>
                  <a:lnTo>
                    <a:pt x="1002791" y="260603"/>
                  </a:lnTo>
                  <a:lnTo>
                    <a:pt x="1016508" y="173735"/>
                  </a:lnTo>
                  <a:lnTo>
                    <a:pt x="1024127" y="117347"/>
                  </a:lnTo>
                  <a:lnTo>
                    <a:pt x="1028700" y="74675"/>
                  </a:lnTo>
                  <a:lnTo>
                    <a:pt x="1028700" y="44195"/>
                  </a:lnTo>
                  <a:lnTo>
                    <a:pt x="1028700" y="25908"/>
                  </a:lnTo>
                  <a:lnTo>
                    <a:pt x="1024127" y="13715"/>
                  </a:lnTo>
                  <a:lnTo>
                    <a:pt x="1021079" y="4571"/>
                  </a:lnTo>
                  <a:lnTo>
                    <a:pt x="1011935" y="0"/>
                  </a:lnTo>
                  <a:lnTo>
                    <a:pt x="973835" y="22860"/>
                  </a:lnTo>
                  <a:lnTo>
                    <a:pt x="943356" y="60959"/>
                  </a:lnTo>
                  <a:lnTo>
                    <a:pt x="917447" y="105155"/>
                  </a:lnTo>
                  <a:lnTo>
                    <a:pt x="891539" y="164591"/>
                  </a:lnTo>
                  <a:lnTo>
                    <a:pt x="874775" y="239267"/>
                  </a:lnTo>
                  <a:lnTo>
                    <a:pt x="865631" y="298703"/>
                  </a:lnTo>
                  <a:lnTo>
                    <a:pt x="870204" y="364235"/>
                  </a:lnTo>
                  <a:lnTo>
                    <a:pt x="882395" y="434339"/>
                  </a:lnTo>
                  <a:lnTo>
                    <a:pt x="899160" y="486155"/>
                  </a:lnTo>
                  <a:lnTo>
                    <a:pt x="922020" y="528827"/>
                  </a:lnTo>
                  <a:lnTo>
                    <a:pt x="947927" y="573023"/>
                  </a:lnTo>
                  <a:lnTo>
                    <a:pt x="1002791" y="620267"/>
                  </a:lnTo>
                </a:path>
              </a:pathLst>
            </a:custGeom>
            <a:noFill/>
            <a:ln w="19812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28" name="object 13"/>
            <p:cNvSpPr/>
            <p:nvPr/>
          </p:nvSpPr>
          <p:spPr>
            <a:xfrm>
              <a:off x="3205080" y="2608920"/>
              <a:ext cx="304200" cy="580320"/>
            </a:xfrm>
            <a:custGeom>
              <a:avLst/>
              <a:gdLst>
                <a:gd name="textAreaLeft" fmla="*/ 0 w 304200"/>
                <a:gd name="textAreaRight" fmla="*/ 304920 w 304200"/>
                <a:gd name="textAreaTop" fmla="*/ 0 h 580320"/>
                <a:gd name="textAreaBottom" fmla="*/ 581040 h 580320"/>
              </a:gdLst>
              <a:ahLst/>
              <a:rect l="textAreaLeft" t="textAreaTop" r="textAreaRight" b="textAreaBottom"/>
              <a:pathLst>
                <a:path w="304800" h="581025">
                  <a:moveTo>
                    <a:pt x="64007" y="0"/>
                  </a:moveTo>
                  <a:lnTo>
                    <a:pt x="64007" y="4572"/>
                  </a:lnTo>
                  <a:lnTo>
                    <a:pt x="64007" y="16764"/>
                  </a:lnTo>
                  <a:lnTo>
                    <a:pt x="68579" y="42672"/>
                  </a:lnTo>
                  <a:lnTo>
                    <a:pt x="73151" y="86868"/>
                  </a:lnTo>
                  <a:lnTo>
                    <a:pt x="80771" y="138684"/>
                  </a:lnTo>
                  <a:lnTo>
                    <a:pt x="89915" y="185928"/>
                  </a:lnTo>
                  <a:lnTo>
                    <a:pt x="102107" y="242316"/>
                  </a:lnTo>
                  <a:lnTo>
                    <a:pt x="115823" y="303276"/>
                  </a:lnTo>
                  <a:lnTo>
                    <a:pt x="124967" y="350519"/>
                  </a:lnTo>
                  <a:lnTo>
                    <a:pt x="132587" y="394715"/>
                  </a:lnTo>
                  <a:lnTo>
                    <a:pt x="141731" y="441960"/>
                  </a:lnTo>
                  <a:lnTo>
                    <a:pt x="149351" y="484632"/>
                  </a:lnTo>
                  <a:lnTo>
                    <a:pt x="153923" y="519684"/>
                  </a:lnTo>
                  <a:lnTo>
                    <a:pt x="158495" y="545591"/>
                  </a:lnTo>
                  <a:lnTo>
                    <a:pt x="163067" y="563880"/>
                  </a:lnTo>
                  <a:lnTo>
                    <a:pt x="163067" y="571500"/>
                  </a:lnTo>
                  <a:lnTo>
                    <a:pt x="163067" y="580643"/>
                  </a:lnTo>
                  <a:lnTo>
                    <a:pt x="153923" y="571500"/>
                  </a:lnTo>
                  <a:lnTo>
                    <a:pt x="137159" y="545591"/>
                  </a:lnTo>
                  <a:lnTo>
                    <a:pt x="115823" y="505967"/>
                  </a:lnTo>
                  <a:lnTo>
                    <a:pt x="89915" y="472439"/>
                  </a:lnTo>
                  <a:lnTo>
                    <a:pt x="47243" y="428243"/>
                  </a:lnTo>
                  <a:lnTo>
                    <a:pt x="21335" y="416052"/>
                  </a:lnTo>
                  <a:lnTo>
                    <a:pt x="12191" y="411480"/>
                  </a:lnTo>
                  <a:lnTo>
                    <a:pt x="3047" y="411480"/>
                  </a:lnTo>
                  <a:lnTo>
                    <a:pt x="0" y="411480"/>
                  </a:lnTo>
                  <a:lnTo>
                    <a:pt x="3047" y="416052"/>
                  </a:lnTo>
                  <a:lnTo>
                    <a:pt x="16763" y="425195"/>
                  </a:lnTo>
                  <a:lnTo>
                    <a:pt x="42671" y="432815"/>
                  </a:lnTo>
                  <a:lnTo>
                    <a:pt x="80771" y="437387"/>
                  </a:lnTo>
                  <a:lnTo>
                    <a:pt x="111251" y="432815"/>
                  </a:lnTo>
                  <a:lnTo>
                    <a:pt x="144779" y="428243"/>
                  </a:lnTo>
                  <a:lnTo>
                    <a:pt x="184403" y="416052"/>
                  </a:lnTo>
                  <a:lnTo>
                    <a:pt x="227076" y="402336"/>
                  </a:lnTo>
                  <a:lnTo>
                    <a:pt x="257555" y="390143"/>
                  </a:lnTo>
                  <a:lnTo>
                    <a:pt x="278891" y="376428"/>
                  </a:lnTo>
                  <a:lnTo>
                    <a:pt x="295655" y="368808"/>
                  </a:lnTo>
                  <a:lnTo>
                    <a:pt x="304800" y="364236"/>
                  </a:lnTo>
                  <a:lnTo>
                    <a:pt x="295655" y="368808"/>
                  </a:lnTo>
                  <a:lnTo>
                    <a:pt x="274319" y="381000"/>
                  </a:lnTo>
                  <a:lnTo>
                    <a:pt x="240791" y="402336"/>
                  </a:lnTo>
                  <a:lnTo>
                    <a:pt x="198119" y="441960"/>
                  </a:lnTo>
                  <a:lnTo>
                    <a:pt x="149351" y="489204"/>
                  </a:lnTo>
                  <a:lnTo>
                    <a:pt x="106679" y="550163"/>
                  </a:lnTo>
                </a:path>
              </a:pathLst>
            </a:custGeom>
            <a:noFill/>
            <a:ln w="19812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29" name="object 14"/>
            <p:cNvSpPr/>
            <p:nvPr/>
          </p:nvSpPr>
          <p:spPr>
            <a:xfrm>
              <a:off x="5920920" y="3848040"/>
              <a:ext cx="985320" cy="726480"/>
            </a:xfrm>
            <a:custGeom>
              <a:avLst/>
              <a:gdLst>
                <a:gd name="textAreaLeft" fmla="*/ 0 w 985320"/>
                <a:gd name="textAreaRight" fmla="*/ 986040 w 985320"/>
                <a:gd name="textAreaTop" fmla="*/ 0 h 726480"/>
                <a:gd name="textAreaBottom" fmla="*/ 727200 h 726480"/>
              </a:gdLst>
              <a:ahLst/>
              <a:rect l="textAreaLeft" t="textAreaTop" r="textAreaRight" b="textAreaBottom"/>
              <a:pathLst>
                <a:path w="986154" h="727075">
                  <a:moveTo>
                    <a:pt x="986027" y="0"/>
                  </a:moveTo>
                  <a:lnTo>
                    <a:pt x="976883" y="4572"/>
                  </a:lnTo>
                  <a:lnTo>
                    <a:pt x="964691" y="12192"/>
                  </a:lnTo>
                  <a:lnTo>
                    <a:pt x="761999" y="172211"/>
                  </a:lnTo>
                  <a:lnTo>
                    <a:pt x="688847" y="228600"/>
                  </a:lnTo>
                  <a:lnTo>
                    <a:pt x="632459" y="280416"/>
                  </a:lnTo>
                  <a:lnTo>
                    <a:pt x="573023" y="329184"/>
                  </a:lnTo>
                  <a:lnTo>
                    <a:pt x="499871" y="388619"/>
                  </a:lnTo>
                  <a:lnTo>
                    <a:pt x="438911" y="435863"/>
                  </a:lnTo>
                  <a:lnTo>
                    <a:pt x="379475" y="484632"/>
                  </a:lnTo>
                  <a:lnTo>
                    <a:pt x="318515" y="536448"/>
                  </a:lnTo>
                  <a:lnTo>
                    <a:pt x="257555" y="579119"/>
                  </a:lnTo>
                  <a:lnTo>
                    <a:pt x="214883" y="614172"/>
                  </a:lnTo>
                  <a:lnTo>
                    <a:pt x="181355" y="640079"/>
                  </a:lnTo>
                  <a:lnTo>
                    <a:pt x="137159" y="665987"/>
                  </a:lnTo>
                  <a:lnTo>
                    <a:pt x="99059" y="687324"/>
                  </a:lnTo>
                  <a:lnTo>
                    <a:pt x="64007" y="705612"/>
                  </a:lnTo>
                  <a:lnTo>
                    <a:pt x="38100" y="713231"/>
                  </a:lnTo>
                  <a:lnTo>
                    <a:pt x="21335" y="722375"/>
                  </a:lnTo>
                  <a:lnTo>
                    <a:pt x="9143" y="726947"/>
                  </a:lnTo>
                  <a:lnTo>
                    <a:pt x="0" y="726947"/>
                  </a:lnTo>
                  <a:lnTo>
                    <a:pt x="0" y="722375"/>
                  </a:lnTo>
                </a:path>
              </a:pathLst>
            </a:custGeom>
            <a:noFill/>
            <a:ln w="19812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30" name="object 15"/>
            <p:cNvSpPr/>
            <p:nvPr/>
          </p:nvSpPr>
          <p:spPr>
            <a:xfrm>
              <a:off x="5864400" y="4341960"/>
              <a:ext cx="275400" cy="357480"/>
            </a:xfrm>
            <a:custGeom>
              <a:avLst/>
              <a:gdLst>
                <a:gd name="textAreaLeft" fmla="*/ 0 w 275400"/>
                <a:gd name="textAreaRight" fmla="*/ 276120 w 275400"/>
                <a:gd name="textAreaTop" fmla="*/ 0 h 357480"/>
                <a:gd name="textAreaBottom" fmla="*/ 358200 h 357480"/>
              </a:gdLst>
              <a:ahLst/>
              <a:rect l="textAreaLeft" t="textAreaTop" r="textAreaRight" b="textAreaBottom"/>
              <a:pathLst>
                <a:path w="276225" h="358139">
                  <a:moveTo>
                    <a:pt x="70103" y="0"/>
                  </a:moveTo>
                  <a:lnTo>
                    <a:pt x="73151" y="7620"/>
                  </a:lnTo>
                  <a:lnTo>
                    <a:pt x="77723" y="16764"/>
                  </a:lnTo>
                  <a:lnTo>
                    <a:pt x="82295" y="28956"/>
                  </a:lnTo>
                  <a:lnTo>
                    <a:pt x="82295" y="51816"/>
                  </a:lnTo>
                  <a:lnTo>
                    <a:pt x="77723" y="73152"/>
                  </a:lnTo>
                  <a:lnTo>
                    <a:pt x="70103" y="94488"/>
                  </a:lnTo>
                  <a:lnTo>
                    <a:pt x="60959" y="115824"/>
                  </a:lnTo>
                  <a:lnTo>
                    <a:pt x="47243" y="138684"/>
                  </a:lnTo>
                  <a:lnTo>
                    <a:pt x="35051" y="160019"/>
                  </a:lnTo>
                  <a:lnTo>
                    <a:pt x="21335" y="181356"/>
                  </a:lnTo>
                  <a:lnTo>
                    <a:pt x="13715" y="198119"/>
                  </a:lnTo>
                  <a:lnTo>
                    <a:pt x="9143" y="211836"/>
                  </a:lnTo>
                  <a:lnTo>
                    <a:pt x="4571" y="224028"/>
                  </a:lnTo>
                  <a:lnTo>
                    <a:pt x="0" y="233172"/>
                  </a:lnTo>
                  <a:lnTo>
                    <a:pt x="0" y="242316"/>
                  </a:lnTo>
                  <a:lnTo>
                    <a:pt x="0" y="249936"/>
                  </a:lnTo>
                  <a:lnTo>
                    <a:pt x="0" y="294131"/>
                  </a:lnTo>
                  <a:lnTo>
                    <a:pt x="4571" y="298704"/>
                  </a:lnTo>
                  <a:lnTo>
                    <a:pt x="51815" y="332232"/>
                  </a:lnTo>
                  <a:lnTo>
                    <a:pt x="112775" y="345948"/>
                  </a:lnTo>
                  <a:lnTo>
                    <a:pt x="172211" y="353567"/>
                  </a:lnTo>
                  <a:lnTo>
                    <a:pt x="216407" y="358139"/>
                  </a:lnTo>
                  <a:lnTo>
                    <a:pt x="249935" y="358139"/>
                  </a:lnTo>
                  <a:lnTo>
                    <a:pt x="275843" y="358139"/>
                  </a:lnTo>
                </a:path>
              </a:pathLst>
            </a:custGeom>
            <a:noFill/>
            <a:ln w="19812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31" name="object 16"/>
            <p:cNvSpPr/>
            <p:nvPr/>
          </p:nvSpPr>
          <p:spPr>
            <a:xfrm>
              <a:off x="5722560" y="2324160"/>
              <a:ext cx="360720" cy="531360"/>
            </a:xfrm>
            <a:custGeom>
              <a:avLst/>
              <a:gdLst>
                <a:gd name="textAreaLeft" fmla="*/ 0 w 360720"/>
                <a:gd name="textAreaRight" fmla="*/ 361440 w 360720"/>
                <a:gd name="textAreaTop" fmla="*/ 0 h 531360"/>
                <a:gd name="textAreaBottom" fmla="*/ 532080 h 531360"/>
              </a:gdLst>
              <a:ahLst/>
              <a:rect l="textAreaLeft" t="textAreaTop" r="textAreaRight" b="textAreaBottom"/>
              <a:pathLst>
                <a:path w="361314" h="532130">
                  <a:moveTo>
                    <a:pt x="0" y="0"/>
                  </a:moveTo>
                  <a:lnTo>
                    <a:pt x="0" y="0"/>
                  </a:lnTo>
                  <a:lnTo>
                    <a:pt x="0" y="254507"/>
                  </a:lnTo>
                  <a:lnTo>
                    <a:pt x="4572" y="301752"/>
                  </a:lnTo>
                  <a:lnTo>
                    <a:pt x="9144" y="350519"/>
                  </a:lnTo>
                  <a:lnTo>
                    <a:pt x="13716" y="397763"/>
                  </a:lnTo>
                  <a:lnTo>
                    <a:pt x="18288" y="432815"/>
                  </a:lnTo>
                  <a:lnTo>
                    <a:pt x="21336" y="463295"/>
                  </a:lnTo>
                  <a:lnTo>
                    <a:pt x="35052" y="501395"/>
                  </a:lnTo>
                  <a:lnTo>
                    <a:pt x="77724" y="527304"/>
                  </a:lnTo>
                  <a:lnTo>
                    <a:pt x="99060" y="531876"/>
                  </a:lnTo>
                  <a:lnTo>
                    <a:pt x="129539" y="527304"/>
                  </a:lnTo>
                  <a:lnTo>
                    <a:pt x="167640" y="519684"/>
                  </a:lnTo>
                  <a:lnTo>
                    <a:pt x="214883" y="501395"/>
                  </a:lnTo>
                  <a:lnTo>
                    <a:pt x="254507" y="484632"/>
                  </a:lnTo>
                  <a:lnTo>
                    <a:pt x="280416" y="466343"/>
                  </a:lnTo>
                  <a:lnTo>
                    <a:pt x="310895" y="445008"/>
                  </a:lnTo>
                  <a:lnTo>
                    <a:pt x="339852" y="423672"/>
                  </a:lnTo>
                  <a:lnTo>
                    <a:pt x="361187" y="411480"/>
                  </a:lnTo>
                </a:path>
              </a:pathLst>
            </a:custGeom>
            <a:noFill/>
            <a:ln w="19811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32" name="object 17"/>
            <p:cNvSpPr/>
            <p:nvPr/>
          </p:nvSpPr>
          <p:spPr>
            <a:xfrm>
              <a:off x="5779080" y="2392560"/>
              <a:ext cx="245160" cy="220320"/>
            </a:xfrm>
            <a:custGeom>
              <a:avLst/>
              <a:gdLst>
                <a:gd name="textAreaLeft" fmla="*/ 0 w 245160"/>
                <a:gd name="textAreaRight" fmla="*/ 245880 w 245160"/>
                <a:gd name="textAreaTop" fmla="*/ 0 h 220320"/>
                <a:gd name="textAreaBottom" fmla="*/ 221040 h 220320"/>
              </a:gdLst>
              <a:ahLst/>
              <a:rect l="textAreaLeft" t="textAreaTop" r="textAreaRight" b="textAreaBottom"/>
              <a:pathLst>
                <a:path w="245745" h="220980">
                  <a:moveTo>
                    <a:pt x="16763" y="216407"/>
                  </a:moveTo>
                  <a:lnTo>
                    <a:pt x="7619" y="216407"/>
                  </a:lnTo>
                  <a:lnTo>
                    <a:pt x="4571" y="220979"/>
                  </a:lnTo>
                  <a:lnTo>
                    <a:pt x="0" y="220979"/>
                  </a:lnTo>
                  <a:lnTo>
                    <a:pt x="4571" y="220979"/>
                  </a:lnTo>
                  <a:lnTo>
                    <a:pt x="16763" y="211835"/>
                  </a:lnTo>
                  <a:lnTo>
                    <a:pt x="38099" y="195071"/>
                  </a:lnTo>
                  <a:lnTo>
                    <a:pt x="77723" y="169163"/>
                  </a:lnTo>
                  <a:lnTo>
                    <a:pt x="124967" y="134111"/>
                  </a:lnTo>
                  <a:lnTo>
                    <a:pt x="167639" y="103631"/>
                  </a:lnTo>
                  <a:lnTo>
                    <a:pt x="198120" y="73151"/>
                  </a:lnTo>
                  <a:lnTo>
                    <a:pt x="219456" y="42671"/>
                  </a:lnTo>
                  <a:lnTo>
                    <a:pt x="236220" y="21335"/>
                  </a:lnTo>
                  <a:lnTo>
                    <a:pt x="245363" y="0"/>
                  </a:lnTo>
                </a:path>
              </a:pathLst>
            </a:custGeom>
            <a:noFill/>
            <a:ln w="19812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33" name="object 18"/>
            <p:cNvSpPr/>
            <p:nvPr/>
          </p:nvSpPr>
          <p:spPr>
            <a:xfrm>
              <a:off x="5564160" y="2042280"/>
              <a:ext cx="417240" cy="298440"/>
            </a:xfrm>
            <a:custGeom>
              <a:avLst/>
              <a:gdLst>
                <a:gd name="textAreaLeft" fmla="*/ 0 w 417240"/>
                <a:gd name="textAreaRight" fmla="*/ 417960 w 417240"/>
                <a:gd name="textAreaTop" fmla="*/ 0 h 298440"/>
                <a:gd name="textAreaBottom" fmla="*/ 299160 h 298440"/>
              </a:gdLst>
              <a:ahLst/>
              <a:rect l="textAreaLeft" t="textAreaTop" r="textAreaRight" b="textAreaBottom"/>
              <a:pathLst>
                <a:path w="417829" h="299085">
                  <a:moveTo>
                    <a:pt x="0" y="298704"/>
                  </a:moveTo>
                  <a:lnTo>
                    <a:pt x="3048" y="294132"/>
                  </a:lnTo>
                  <a:lnTo>
                    <a:pt x="21336" y="277368"/>
                  </a:lnTo>
                  <a:lnTo>
                    <a:pt x="51816" y="246888"/>
                  </a:lnTo>
                  <a:lnTo>
                    <a:pt x="106679" y="204216"/>
                  </a:lnTo>
                  <a:lnTo>
                    <a:pt x="176783" y="160020"/>
                  </a:lnTo>
                  <a:lnTo>
                    <a:pt x="236219" y="108204"/>
                  </a:lnTo>
                  <a:lnTo>
                    <a:pt x="304800" y="65532"/>
                  </a:lnTo>
                  <a:lnTo>
                    <a:pt x="370332" y="30480"/>
                  </a:lnTo>
                  <a:lnTo>
                    <a:pt x="417576" y="0"/>
                  </a:lnTo>
                </a:path>
              </a:pathLst>
            </a:custGeom>
            <a:noFill/>
            <a:ln w="19812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34" name="object 19"/>
            <p:cNvSpPr/>
            <p:nvPr/>
          </p:nvSpPr>
          <p:spPr>
            <a:xfrm>
              <a:off x="6144840" y="2185560"/>
              <a:ext cx="192960" cy="540360"/>
            </a:xfrm>
            <a:custGeom>
              <a:avLst/>
              <a:gdLst>
                <a:gd name="textAreaLeft" fmla="*/ 0 w 192960"/>
                <a:gd name="textAreaRight" fmla="*/ 193680 w 192960"/>
                <a:gd name="textAreaTop" fmla="*/ 0 h 540360"/>
                <a:gd name="textAreaBottom" fmla="*/ 541080 h 540360"/>
              </a:gdLst>
              <a:ahLst/>
              <a:rect l="textAreaLeft" t="textAreaTop" r="textAreaRight" b="textAreaBottom"/>
              <a:pathLst>
                <a:path w="193675" h="541019">
                  <a:moveTo>
                    <a:pt x="193548" y="0"/>
                  </a:moveTo>
                  <a:lnTo>
                    <a:pt x="193548" y="4572"/>
                  </a:lnTo>
                  <a:lnTo>
                    <a:pt x="188976" y="12192"/>
                  </a:lnTo>
                  <a:lnTo>
                    <a:pt x="184404" y="30480"/>
                  </a:lnTo>
                  <a:lnTo>
                    <a:pt x="176784" y="60960"/>
                  </a:lnTo>
                  <a:lnTo>
                    <a:pt x="163068" y="103632"/>
                  </a:lnTo>
                  <a:lnTo>
                    <a:pt x="150876" y="155448"/>
                  </a:lnTo>
                  <a:lnTo>
                    <a:pt x="137160" y="207264"/>
                  </a:lnTo>
                  <a:lnTo>
                    <a:pt x="124968" y="268224"/>
                  </a:lnTo>
                  <a:lnTo>
                    <a:pt x="111252" y="320039"/>
                  </a:lnTo>
                  <a:lnTo>
                    <a:pt x="94488" y="371856"/>
                  </a:lnTo>
                  <a:lnTo>
                    <a:pt x="77724" y="419100"/>
                  </a:lnTo>
                  <a:lnTo>
                    <a:pt x="59436" y="458723"/>
                  </a:lnTo>
                  <a:lnTo>
                    <a:pt x="47244" y="489204"/>
                  </a:lnTo>
                  <a:lnTo>
                    <a:pt x="30479" y="510539"/>
                  </a:lnTo>
                  <a:lnTo>
                    <a:pt x="16764" y="527304"/>
                  </a:lnTo>
                  <a:lnTo>
                    <a:pt x="9143" y="536448"/>
                  </a:lnTo>
                  <a:lnTo>
                    <a:pt x="4572" y="541019"/>
                  </a:lnTo>
                  <a:lnTo>
                    <a:pt x="0" y="541019"/>
                  </a:lnTo>
                </a:path>
              </a:pathLst>
            </a:custGeom>
            <a:noFill/>
            <a:ln w="19812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35" name="object 20"/>
            <p:cNvSpPr/>
            <p:nvPr/>
          </p:nvSpPr>
          <p:spPr>
            <a:xfrm>
              <a:off x="6097680" y="2357640"/>
              <a:ext cx="326880" cy="187200"/>
            </a:xfrm>
            <a:custGeom>
              <a:avLst/>
              <a:gdLst>
                <a:gd name="textAreaLeft" fmla="*/ 0 w 326880"/>
                <a:gd name="textAreaRight" fmla="*/ 327600 w 326880"/>
                <a:gd name="textAreaTop" fmla="*/ 0 h 187200"/>
                <a:gd name="textAreaBottom" fmla="*/ 187920 h 187200"/>
              </a:gdLst>
              <a:ahLst/>
              <a:rect l="textAreaLeft" t="textAreaTop" r="textAreaRight" b="textAreaBottom"/>
              <a:pathLst>
                <a:path w="327660" h="187960">
                  <a:moveTo>
                    <a:pt x="0" y="0"/>
                  </a:moveTo>
                  <a:lnTo>
                    <a:pt x="4572" y="0"/>
                  </a:lnTo>
                  <a:lnTo>
                    <a:pt x="16764" y="4572"/>
                  </a:lnTo>
                  <a:lnTo>
                    <a:pt x="38100" y="13716"/>
                  </a:lnTo>
                  <a:lnTo>
                    <a:pt x="64008" y="22859"/>
                  </a:lnTo>
                  <a:lnTo>
                    <a:pt x="85344" y="35052"/>
                  </a:lnTo>
                  <a:lnTo>
                    <a:pt x="103632" y="48768"/>
                  </a:lnTo>
                  <a:lnTo>
                    <a:pt x="124968" y="60960"/>
                  </a:lnTo>
                  <a:lnTo>
                    <a:pt x="150876" y="86868"/>
                  </a:lnTo>
                  <a:lnTo>
                    <a:pt x="172211" y="105155"/>
                  </a:lnTo>
                  <a:lnTo>
                    <a:pt x="198119" y="131064"/>
                  </a:lnTo>
                  <a:lnTo>
                    <a:pt x="224028" y="147828"/>
                  </a:lnTo>
                  <a:lnTo>
                    <a:pt x="249936" y="164592"/>
                  </a:lnTo>
                  <a:lnTo>
                    <a:pt x="271272" y="173736"/>
                  </a:lnTo>
                  <a:lnTo>
                    <a:pt x="288036" y="182880"/>
                  </a:lnTo>
                  <a:lnTo>
                    <a:pt x="304800" y="187452"/>
                  </a:lnTo>
                  <a:lnTo>
                    <a:pt x="327660" y="187452"/>
                  </a:lnTo>
                </a:path>
              </a:pathLst>
            </a:custGeom>
            <a:noFill/>
            <a:ln w="19812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36" name="object 21"/>
            <p:cNvSpPr/>
            <p:nvPr/>
          </p:nvSpPr>
          <p:spPr>
            <a:xfrm>
              <a:off x="6579000" y="1696320"/>
              <a:ext cx="51480" cy="829800"/>
            </a:xfrm>
            <a:custGeom>
              <a:avLst/>
              <a:gdLst>
                <a:gd name="textAreaLeft" fmla="*/ 0 w 51480"/>
                <a:gd name="textAreaRight" fmla="*/ 52200 w 51480"/>
                <a:gd name="textAreaTop" fmla="*/ 0 h 829800"/>
                <a:gd name="textAreaBottom" fmla="*/ 830520 h 829800"/>
              </a:gdLst>
              <a:ahLst/>
              <a:rect l="textAreaLeft" t="textAreaTop" r="textAreaRight" b="textAreaBottom"/>
              <a:pathLst>
                <a:path w="52070" h="830580">
                  <a:moveTo>
                    <a:pt x="0" y="0"/>
                  </a:moveTo>
                  <a:lnTo>
                    <a:pt x="0" y="7620"/>
                  </a:lnTo>
                  <a:lnTo>
                    <a:pt x="0" y="25908"/>
                  </a:lnTo>
                  <a:lnTo>
                    <a:pt x="4572" y="56387"/>
                  </a:lnTo>
                  <a:lnTo>
                    <a:pt x="9144" y="99060"/>
                  </a:lnTo>
                  <a:lnTo>
                    <a:pt x="13716" y="160019"/>
                  </a:lnTo>
                  <a:lnTo>
                    <a:pt x="13716" y="228600"/>
                  </a:lnTo>
                  <a:lnTo>
                    <a:pt x="13716" y="306323"/>
                  </a:lnTo>
                  <a:lnTo>
                    <a:pt x="13716" y="630935"/>
                  </a:lnTo>
                  <a:lnTo>
                    <a:pt x="16764" y="675131"/>
                  </a:lnTo>
                  <a:lnTo>
                    <a:pt x="21336" y="717804"/>
                  </a:lnTo>
                  <a:lnTo>
                    <a:pt x="30480" y="752856"/>
                  </a:lnTo>
                  <a:lnTo>
                    <a:pt x="35052" y="778764"/>
                  </a:lnTo>
                  <a:lnTo>
                    <a:pt x="39624" y="800100"/>
                  </a:lnTo>
                  <a:lnTo>
                    <a:pt x="42672" y="813816"/>
                  </a:lnTo>
                  <a:lnTo>
                    <a:pt x="47244" y="822960"/>
                  </a:lnTo>
                  <a:lnTo>
                    <a:pt x="51816" y="830579"/>
                  </a:lnTo>
                </a:path>
              </a:pathLst>
            </a:custGeom>
            <a:noFill/>
            <a:ln w="19812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37" name="object 22"/>
            <p:cNvSpPr/>
            <p:nvPr/>
          </p:nvSpPr>
          <p:spPr>
            <a:xfrm>
              <a:off x="6451200" y="2011680"/>
              <a:ext cx="825480" cy="333360"/>
            </a:xfrm>
            <a:custGeom>
              <a:avLst/>
              <a:gdLst>
                <a:gd name="textAreaLeft" fmla="*/ 0 w 825480"/>
                <a:gd name="textAreaRight" fmla="*/ 826200 w 825480"/>
                <a:gd name="textAreaTop" fmla="*/ 0 h 333360"/>
                <a:gd name="textAreaBottom" fmla="*/ 334080 h 333360"/>
              </a:gdLst>
              <a:ahLst/>
              <a:rect l="textAreaLeft" t="textAreaTop" r="textAreaRight" b="textAreaBottom"/>
              <a:pathLst>
                <a:path w="826134" h="334010">
                  <a:moveTo>
                    <a:pt x="0" y="246887"/>
                  </a:moveTo>
                  <a:lnTo>
                    <a:pt x="3048" y="251459"/>
                  </a:lnTo>
                  <a:lnTo>
                    <a:pt x="12192" y="256031"/>
                  </a:lnTo>
                  <a:lnTo>
                    <a:pt x="33528" y="256031"/>
                  </a:lnTo>
                  <a:lnTo>
                    <a:pt x="68580" y="251459"/>
                  </a:lnTo>
                  <a:lnTo>
                    <a:pt x="111252" y="237744"/>
                  </a:lnTo>
                  <a:lnTo>
                    <a:pt x="144779" y="225551"/>
                  </a:lnTo>
                  <a:lnTo>
                    <a:pt x="179831" y="208787"/>
                  </a:lnTo>
                  <a:lnTo>
                    <a:pt x="219456" y="190499"/>
                  </a:lnTo>
                  <a:lnTo>
                    <a:pt x="266700" y="173735"/>
                  </a:lnTo>
                  <a:lnTo>
                    <a:pt x="309372" y="150875"/>
                  </a:lnTo>
                  <a:lnTo>
                    <a:pt x="342900" y="134111"/>
                  </a:lnTo>
                  <a:lnTo>
                    <a:pt x="368808" y="117347"/>
                  </a:lnTo>
                  <a:lnTo>
                    <a:pt x="387095" y="99059"/>
                  </a:lnTo>
                  <a:lnTo>
                    <a:pt x="403860" y="82295"/>
                  </a:lnTo>
                  <a:lnTo>
                    <a:pt x="417576" y="65531"/>
                  </a:lnTo>
                  <a:lnTo>
                    <a:pt x="425195" y="47244"/>
                  </a:lnTo>
                  <a:lnTo>
                    <a:pt x="429767" y="35051"/>
                  </a:lnTo>
                  <a:lnTo>
                    <a:pt x="429767" y="21335"/>
                  </a:lnTo>
                  <a:lnTo>
                    <a:pt x="425195" y="13715"/>
                  </a:lnTo>
                  <a:lnTo>
                    <a:pt x="417576" y="4571"/>
                  </a:lnTo>
                  <a:lnTo>
                    <a:pt x="394715" y="0"/>
                  </a:lnTo>
                  <a:lnTo>
                    <a:pt x="365760" y="0"/>
                  </a:lnTo>
                  <a:lnTo>
                    <a:pt x="313943" y="18287"/>
                  </a:lnTo>
                  <a:lnTo>
                    <a:pt x="274319" y="60959"/>
                  </a:lnTo>
                  <a:lnTo>
                    <a:pt x="257556" y="129539"/>
                  </a:lnTo>
                  <a:lnTo>
                    <a:pt x="262128" y="173735"/>
                  </a:lnTo>
                  <a:lnTo>
                    <a:pt x="269748" y="211835"/>
                  </a:lnTo>
                  <a:lnTo>
                    <a:pt x="288036" y="251459"/>
                  </a:lnTo>
                  <a:lnTo>
                    <a:pt x="309372" y="286512"/>
                  </a:lnTo>
                  <a:lnTo>
                    <a:pt x="352043" y="324612"/>
                  </a:lnTo>
                  <a:lnTo>
                    <a:pt x="368808" y="333755"/>
                  </a:lnTo>
                  <a:lnTo>
                    <a:pt x="387095" y="333755"/>
                  </a:lnTo>
                  <a:lnTo>
                    <a:pt x="413004" y="333755"/>
                  </a:lnTo>
                  <a:lnTo>
                    <a:pt x="481584" y="294131"/>
                  </a:lnTo>
                  <a:lnTo>
                    <a:pt x="512063" y="268223"/>
                  </a:lnTo>
                  <a:lnTo>
                    <a:pt x="541019" y="237744"/>
                  </a:lnTo>
                  <a:lnTo>
                    <a:pt x="563880" y="204215"/>
                  </a:lnTo>
                  <a:lnTo>
                    <a:pt x="585215" y="155447"/>
                  </a:lnTo>
                  <a:lnTo>
                    <a:pt x="606552" y="82295"/>
                  </a:lnTo>
                  <a:lnTo>
                    <a:pt x="611124" y="60959"/>
                  </a:lnTo>
                  <a:lnTo>
                    <a:pt x="615695" y="44195"/>
                  </a:lnTo>
                  <a:lnTo>
                    <a:pt x="615695" y="30480"/>
                  </a:lnTo>
                  <a:lnTo>
                    <a:pt x="615695" y="25907"/>
                  </a:lnTo>
                  <a:lnTo>
                    <a:pt x="615695" y="21335"/>
                  </a:lnTo>
                  <a:lnTo>
                    <a:pt x="615695" y="25907"/>
                  </a:lnTo>
                  <a:lnTo>
                    <a:pt x="618743" y="39623"/>
                  </a:lnTo>
                  <a:lnTo>
                    <a:pt x="623316" y="56387"/>
                  </a:lnTo>
                  <a:lnTo>
                    <a:pt x="627887" y="73151"/>
                  </a:lnTo>
                  <a:lnTo>
                    <a:pt x="640079" y="91439"/>
                  </a:lnTo>
                  <a:lnTo>
                    <a:pt x="658368" y="103631"/>
                  </a:lnTo>
                  <a:lnTo>
                    <a:pt x="679704" y="121919"/>
                  </a:lnTo>
                  <a:lnTo>
                    <a:pt x="701039" y="129539"/>
                  </a:lnTo>
                  <a:lnTo>
                    <a:pt x="722375" y="143255"/>
                  </a:lnTo>
                  <a:lnTo>
                    <a:pt x="739139" y="155447"/>
                  </a:lnTo>
                  <a:lnTo>
                    <a:pt x="752856" y="164591"/>
                  </a:lnTo>
                  <a:lnTo>
                    <a:pt x="765047" y="173735"/>
                  </a:lnTo>
                  <a:lnTo>
                    <a:pt x="778764" y="182879"/>
                  </a:lnTo>
                  <a:lnTo>
                    <a:pt x="786383" y="190499"/>
                  </a:lnTo>
                  <a:lnTo>
                    <a:pt x="790956" y="199644"/>
                  </a:lnTo>
                  <a:lnTo>
                    <a:pt x="800100" y="208787"/>
                  </a:lnTo>
                  <a:lnTo>
                    <a:pt x="804672" y="211835"/>
                  </a:lnTo>
                  <a:lnTo>
                    <a:pt x="809243" y="211835"/>
                  </a:lnTo>
                  <a:lnTo>
                    <a:pt x="812291" y="211835"/>
                  </a:lnTo>
                  <a:lnTo>
                    <a:pt x="826008" y="204215"/>
                  </a:lnTo>
                </a:path>
              </a:pathLst>
            </a:custGeom>
            <a:noFill/>
            <a:ln w="19812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38" name="object 23"/>
            <p:cNvSpPr/>
            <p:nvPr/>
          </p:nvSpPr>
          <p:spPr>
            <a:xfrm>
              <a:off x="7406640" y="1428120"/>
              <a:ext cx="1153080" cy="686880"/>
            </a:xfrm>
            <a:custGeom>
              <a:avLst/>
              <a:gdLst>
                <a:gd name="textAreaLeft" fmla="*/ 0 w 1153080"/>
                <a:gd name="textAreaRight" fmla="*/ 1153800 w 1153080"/>
                <a:gd name="textAreaTop" fmla="*/ 0 h 686880"/>
                <a:gd name="textAreaBottom" fmla="*/ 687600 h 686880"/>
              </a:gdLst>
              <a:ahLst/>
              <a:rect l="textAreaLeft" t="textAreaTop" r="textAreaRight" b="textAreaBottom"/>
              <a:pathLst>
                <a:path w="1153795" h="687705">
                  <a:moveTo>
                    <a:pt x="7620" y="656843"/>
                  </a:moveTo>
                  <a:lnTo>
                    <a:pt x="3048" y="653795"/>
                  </a:lnTo>
                  <a:lnTo>
                    <a:pt x="0" y="649223"/>
                  </a:lnTo>
                  <a:lnTo>
                    <a:pt x="0" y="640079"/>
                  </a:lnTo>
                  <a:lnTo>
                    <a:pt x="0" y="623315"/>
                  </a:lnTo>
                  <a:lnTo>
                    <a:pt x="3048" y="605027"/>
                  </a:lnTo>
                  <a:lnTo>
                    <a:pt x="28956" y="557783"/>
                  </a:lnTo>
                  <a:lnTo>
                    <a:pt x="54864" y="527303"/>
                  </a:lnTo>
                  <a:lnTo>
                    <a:pt x="80772" y="510539"/>
                  </a:lnTo>
                  <a:lnTo>
                    <a:pt x="94488" y="510539"/>
                  </a:lnTo>
                  <a:lnTo>
                    <a:pt x="106680" y="515111"/>
                  </a:lnTo>
                  <a:lnTo>
                    <a:pt x="115824" y="518159"/>
                  </a:lnTo>
                  <a:lnTo>
                    <a:pt x="146304" y="557783"/>
                  </a:lnTo>
                  <a:lnTo>
                    <a:pt x="158496" y="597407"/>
                  </a:lnTo>
                  <a:lnTo>
                    <a:pt x="167639" y="640079"/>
                  </a:lnTo>
                  <a:lnTo>
                    <a:pt x="172212" y="653795"/>
                  </a:lnTo>
                  <a:lnTo>
                    <a:pt x="175260" y="665987"/>
                  </a:lnTo>
                  <a:lnTo>
                    <a:pt x="179832" y="675131"/>
                  </a:lnTo>
                  <a:lnTo>
                    <a:pt x="184403" y="682751"/>
                  </a:lnTo>
                  <a:lnTo>
                    <a:pt x="188976" y="687323"/>
                  </a:lnTo>
                  <a:lnTo>
                    <a:pt x="193548" y="687323"/>
                  </a:lnTo>
                  <a:lnTo>
                    <a:pt x="198120" y="687323"/>
                  </a:lnTo>
                  <a:lnTo>
                    <a:pt x="202692" y="687323"/>
                  </a:lnTo>
                  <a:lnTo>
                    <a:pt x="210312" y="682751"/>
                  </a:lnTo>
                  <a:lnTo>
                    <a:pt x="222503" y="670559"/>
                  </a:lnTo>
                  <a:lnTo>
                    <a:pt x="236220" y="653795"/>
                  </a:lnTo>
                  <a:lnTo>
                    <a:pt x="248412" y="630935"/>
                  </a:lnTo>
                  <a:lnTo>
                    <a:pt x="266700" y="609599"/>
                  </a:lnTo>
                  <a:lnTo>
                    <a:pt x="300227" y="569975"/>
                  </a:lnTo>
                  <a:lnTo>
                    <a:pt x="344424" y="541019"/>
                  </a:lnTo>
                  <a:lnTo>
                    <a:pt x="382524" y="527303"/>
                  </a:lnTo>
                  <a:lnTo>
                    <a:pt x="399287" y="527303"/>
                  </a:lnTo>
                  <a:lnTo>
                    <a:pt x="438911" y="557783"/>
                  </a:lnTo>
                  <a:lnTo>
                    <a:pt x="455676" y="601979"/>
                  </a:lnTo>
                  <a:lnTo>
                    <a:pt x="460248" y="623315"/>
                  </a:lnTo>
                  <a:lnTo>
                    <a:pt x="464820" y="635507"/>
                  </a:lnTo>
                  <a:lnTo>
                    <a:pt x="469392" y="649223"/>
                  </a:lnTo>
                  <a:lnTo>
                    <a:pt x="477011" y="656843"/>
                  </a:lnTo>
                  <a:lnTo>
                    <a:pt x="486156" y="661415"/>
                  </a:lnTo>
                  <a:lnTo>
                    <a:pt x="502920" y="661415"/>
                  </a:lnTo>
                  <a:lnTo>
                    <a:pt x="568452" y="627887"/>
                  </a:lnTo>
                  <a:lnTo>
                    <a:pt x="601980" y="605027"/>
                  </a:lnTo>
                  <a:lnTo>
                    <a:pt x="637032" y="579119"/>
                  </a:lnTo>
                  <a:lnTo>
                    <a:pt x="665988" y="548639"/>
                  </a:lnTo>
                  <a:lnTo>
                    <a:pt x="691895" y="518159"/>
                  </a:lnTo>
                  <a:lnTo>
                    <a:pt x="714755" y="492251"/>
                  </a:lnTo>
                  <a:lnTo>
                    <a:pt x="731520" y="470915"/>
                  </a:lnTo>
                  <a:lnTo>
                    <a:pt x="739140" y="458724"/>
                  </a:lnTo>
                  <a:lnTo>
                    <a:pt x="743711" y="449579"/>
                  </a:lnTo>
                  <a:lnTo>
                    <a:pt x="748284" y="445007"/>
                  </a:lnTo>
                  <a:lnTo>
                    <a:pt x="743711" y="445007"/>
                  </a:lnTo>
                  <a:lnTo>
                    <a:pt x="736092" y="445007"/>
                  </a:lnTo>
                  <a:lnTo>
                    <a:pt x="726947" y="449579"/>
                  </a:lnTo>
                  <a:lnTo>
                    <a:pt x="691895" y="480059"/>
                  </a:lnTo>
                  <a:lnTo>
                    <a:pt x="670559" y="518159"/>
                  </a:lnTo>
                  <a:lnTo>
                    <a:pt x="662940" y="544067"/>
                  </a:lnTo>
                  <a:lnTo>
                    <a:pt x="662940" y="553211"/>
                  </a:lnTo>
                  <a:lnTo>
                    <a:pt x="662940" y="562355"/>
                  </a:lnTo>
                  <a:lnTo>
                    <a:pt x="665988" y="569975"/>
                  </a:lnTo>
                  <a:lnTo>
                    <a:pt x="670559" y="574547"/>
                  </a:lnTo>
                  <a:lnTo>
                    <a:pt x="679703" y="574547"/>
                  </a:lnTo>
                  <a:lnTo>
                    <a:pt x="691895" y="574547"/>
                  </a:lnTo>
                  <a:lnTo>
                    <a:pt x="714755" y="569975"/>
                  </a:lnTo>
                  <a:lnTo>
                    <a:pt x="739140" y="562355"/>
                  </a:lnTo>
                  <a:lnTo>
                    <a:pt x="761999" y="553211"/>
                  </a:lnTo>
                  <a:lnTo>
                    <a:pt x="783336" y="541019"/>
                  </a:lnTo>
                  <a:lnTo>
                    <a:pt x="800099" y="531875"/>
                  </a:lnTo>
                  <a:lnTo>
                    <a:pt x="813815" y="522731"/>
                  </a:lnTo>
                  <a:lnTo>
                    <a:pt x="826007" y="518159"/>
                  </a:lnTo>
                  <a:lnTo>
                    <a:pt x="835151" y="515111"/>
                  </a:lnTo>
                  <a:lnTo>
                    <a:pt x="842772" y="515111"/>
                  </a:lnTo>
                  <a:lnTo>
                    <a:pt x="851915" y="515111"/>
                  </a:lnTo>
                  <a:lnTo>
                    <a:pt x="861059" y="515111"/>
                  </a:lnTo>
                  <a:lnTo>
                    <a:pt x="864107" y="518159"/>
                  </a:lnTo>
                  <a:lnTo>
                    <a:pt x="873251" y="522731"/>
                  </a:lnTo>
                  <a:lnTo>
                    <a:pt x="882395" y="527303"/>
                  </a:lnTo>
                  <a:lnTo>
                    <a:pt x="886968" y="527303"/>
                  </a:lnTo>
                  <a:lnTo>
                    <a:pt x="894588" y="527303"/>
                  </a:lnTo>
                  <a:lnTo>
                    <a:pt x="929640" y="510539"/>
                  </a:lnTo>
                  <a:lnTo>
                    <a:pt x="960120" y="484631"/>
                  </a:lnTo>
                  <a:lnTo>
                    <a:pt x="989076" y="454151"/>
                  </a:lnTo>
                  <a:lnTo>
                    <a:pt x="1019555" y="419100"/>
                  </a:lnTo>
                  <a:lnTo>
                    <a:pt x="1050036" y="371855"/>
                  </a:lnTo>
                  <a:lnTo>
                    <a:pt x="1080515" y="315467"/>
                  </a:lnTo>
                  <a:lnTo>
                    <a:pt x="1101851" y="254507"/>
                  </a:lnTo>
                  <a:lnTo>
                    <a:pt x="1123188" y="185928"/>
                  </a:lnTo>
                  <a:lnTo>
                    <a:pt x="1139951" y="129539"/>
                  </a:lnTo>
                  <a:lnTo>
                    <a:pt x="1149095" y="89915"/>
                  </a:lnTo>
                  <a:lnTo>
                    <a:pt x="1153668" y="59435"/>
                  </a:lnTo>
                  <a:lnTo>
                    <a:pt x="1153668" y="38100"/>
                  </a:lnTo>
                  <a:lnTo>
                    <a:pt x="1153668" y="25908"/>
                  </a:lnTo>
                  <a:lnTo>
                    <a:pt x="1149095" y="16764"/>
                  </a:lnTo>
                  <a:lnTo>
                    <a:pt x="1144524" y="7619"/>
                  </a:lnTo>
                  <a:lnTo>
                    <a:pt x="1139951" y="3047"/>
                  </a:lnTo>
                  <a:lnTo>
                    <a:pt x="1135380" y="0"/>
                  </a:lnTo>
                  <a:lnTo>
                    <a:pt x="1132332" y="0"/>
                  </a:lnTo>
                  <a:lnTo>
                    <a:pt x="1123188" y="0"/>
                  </a:lnTo>
                  <a:lnTo>
                    <a:pt x="1092707" y="33527"/>
                  </a:lnTo>
                  <a:lnTo>
                    <a:pt x="1071372" y="73152"/>
                  </a:lnTo>
                  <a:lnTo>
                    <a:pt x="1050036" y="120395"/>
                  </a:lnTo>
                  <a:lnTo>
                    <a:pt x="1033272" y="172211"/>
                  </a:lnTo>
                  <a:lnTo>
                    <a:pt x="1019555" y="237743"/>
                  </a:lnTo>
                  <a:lnTo>
                    <a:pt x="1011936" y="298704"/>
                  </a:lnTo>
                  <a:lnTo>
                    <a:pt x="1002792" y="358139"/>
                  </a:lnTo>
                  <a:lnTo>
                    <a:pt x="1002792" y="419100"/>
                  </a:lnTo>
                  <a:lnTo>
                    <a:pt x="1002792" y="470915"/>
                  </a:lnTo>
                  <a:lnTo>
                    <a:pt x="1011936" y="505967"/>
                  </a:lnTo>
                  <a:lnTo>
                    <a:pt x="1024128" y="531875"/>
                  </a:lnTo>
                  <a:lnTo>
                    <a:pt x="1040892" y="548639"/>
                  </a:lnTo>
                  <a:lnTo>
                    <a:pt x="1057655" y="562355"/>
                  </a:lnTo>
                  <a:lnTo>
                    <a:pt x="1083563" y="566927"/>
                  </a:lnTo>
                </a:path>
              </a:pathLst>
            </a:custGeom>
            <a:noFill/>
            <a:ln w="19812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39" name="object 24"/>
            <p:cNvSpPr/>
            <p:nvPr/>
          </p:nvSpPr>
          <p:spPr>
            <a:xfrm>
              <a:off x="7135200" y="2470320"/>
              <a:ext cx="54360" cy="592200"/>
            </a:xfrm>
            <a:custGeom>
              <a:avLst/>
              <a:gdLst>
                <a:gd name="textAreaLeft" fmla="*/ 0 w 54360"/>
                <a:gd name="textAreaRight" fmla="*/ 55080 w 54360"/>
                <a:gd name="textAreaTop" fmla="*/ 0 h 592200"/>
                <a:gd name="textAreaBottom" fmla="*/ 592920 h 592200"/>
              </a:gdLst>
              <a:ahLst/>
              <a:rect l="textAreaLeft" t="textAreaTop" r="textAreaRight" b="textAreaBottom"/>
              <a:pathLst>
                <a:path w="55245" h="593089">
                  <a:moveTo>
                    <a:pt x="0" y="0"/>
                  </a:moveTo>
                  <a:lnTo>
                    <a:pt x="0" y="4572"/>
                  </a:lnTo>
                  <a:lnTo>
                    <a:pt x="0" y="86868"/>
                  </a:lnTo>
                  <a:lnTo>
                    <a:pt x="3048" y="117348"/>
                  </a:lnTo>
                  <a:lnTo>
                    <a:pt x="3048" y="152400"/>
                  </a:lnTo>
                  <a:lnTo>
                    <a:pt x="3048" y="190500"/>
                  </a:lnTo>
                  <a:lnTo>
                    <a:pt x="7620" y="230124"/>
                  </a:lnTo>
                  <a:lnTo>
                    <a:pt x="7620" y="268224"/>
                  </a:lnTo>
                  <a:lnTo>
                    <a:pt x="12192" y="298704"/>
                  </a:lnTo>
                  <a:lnTo>
                    <a:pt x="16764" y="329184"/>
                  </a:lnTo>
                  <a:lnTo>
                    <a:pt x="21336" y="359663"/>
                  </a:lnTo>
                  <a:lnTo>
                    <a:pt x="25908" y="385572"/>
                  </a:lnTo>
                  <a:lnTo>
                    <a:pt x="28956" y="411480"/>
                  </a:lnTo>
                  <a:lnTo>
                    <a:pt x="33528" y="437387"/>
                  </a:lnTo>
                  <a:lnTo>
                    <a:pt x="38100" y="463295"/>
                  </a:lnTo>
                  <a:lnTo>
                    <a:pt x="42672" y="489204"/>
                  </a:lnTo>
                  <a:lnTo>
                    <a:pt x="47244" y="507491"/>
                  </a:lnTo>
                  <a:lnTo>
                    <a:pt x="51816" y="524256"/>
                  </a:lnTo>
                  <a:lnTo>
                    <a:pt x="51816" y="545591"/>
                  </a:lnTo>
                  <a:lnTo>
                    <a:pt x="54864" y="559308"/>
                  </a:lnTo>
                  <a:lnTo>
                    <a:pt x="54864" y="571500"/>
                  </a:lnTo>
                  <a:lnTo>
                    <a:pt x="54864" y="585215"/>
                  </a:lnTo>
                  <a:lnTo>
                    <a:pt x="54864" y="592836"/>
                  </a:lnTo>
                </a:path>
              </a:pathLst>
            </a:custGeom>
            <a:noFill/>
            <a:ln w="19812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40" name="object 25"/>
            <p:cNvSpPr/>
            <p:nvPr/>
          </p:nvSpPr>
          <p:spPr>
            <a:xfrm>
              <a:off x="7014960" y="2926080"/>
              <a:ext cx="309240" cy="59040"/>
            </a:xfrm>
            <a:custGeom>
              <a:avLst/>
              <a:gdLst>
                <a:gd name="textAreaLeft" fmla="*/ 0 w 309240"/>
                <a:gd name="textAreaRight" fmla="*/ 309960 w 309240"/>
                <a:gd name="textAreaTop" fmla="*/ 0 h 59040"/>
                <a:gd name="textAreaBottom" fmla="*/ 59760 h 59040"/>
              </a:gdLst>
              <a:ahLst/>
              <a:rect l="textAreaLeft" t="textAreaTop" r="textAreaRight" b="textAreaBottom"/>
              <a:pathLst>
                <a:path w="309879" h="59689">
                  <a:moveTo>
                    <a:pt x="0" y="3048"/>
                  </a:moveTo>
                  <a:lnTo>
                    <a:pt x="3048" y="3048"/>
                  </a:lnTo>
                  <a:lnTo>
                    <a:pt x="12192" y="7620"/>
                  </a:lnTo>
                  <a:lnTo>
                    <a:pt x="21336" y="12192"/>
                  </a:lnTo>
                  <a:lnTo>
                    <a:pt x="28956" y="21336"/>
                  </a:lnTo>
                  <a:lnTo>
                    <a:pt x="42672" y="28956"/>
                  </a:lnTo>
                  <a:lnTo>
                    <a:pt x="54864" y="38100"/>
                  </a:lnTo>
                  <a:lnTo>
                    <a:pt x="73152" y="47244"/>
                  </a:lnTo>
                  <a:lnTo>
                    <a:pt x="94488" y="54864"/>
                  </a:lnTo>
                  <a:lnTo>
                    <a:pt x="120396" y="59436"/>
                  </a:lnTo>
                  <a:lnTo>
                    <a:pt x="149352" y="59436"/>
                  </a:lnTo>
                  <a:lnTo>
                    <a:pt x="175260" y="54864"/>
                  </a:lnTo>
                  <a:lnTo>
                    <a:pt x="201168" y="51816"/>
                  </a:lnTo>
                  <a:lnTo>
                    <a:pt x="227076" y="42672"/>
                  </a:lnTo>
                  <a:lnTo>
                    <a:pt x="252983" y="28956"/>
                  </a:lnTo>
                  <a:lnTo>
                    <a:pt x="274319" y="16764"/>
                  </a:lnTo>
                  <a:lnTo>
                    <a:pt x="295656" y="7620"/>
                  </a:lnTo>
                  <a:lnTo>
                    <a:pt x="309372" y="0"/>
                  </a:lnTo>
                </a:path>
              </a:pathLst>
            </a:custGeom>
            <a:noFill/>
            <a:ln w="19812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pic>
          <p:nvPicPr>
            <p:cNvPr id="141" name="object 26" descr=""/>
            <p:cNvPicPr/>
            <p:nvPr/>
          </p:nvPicPr>
          <p:blipFill>
            <a:blip r:embed="rId3"/>
            <a:stretch/>
          </p:blipFill>
          <p:spPr>
            <a:xfrm>
              <a:off x="7206120" y="2780640"/>
              <a:ext cx="165240" cy="2142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42" name="object 27"/>
            <p:cNvSpPr/>
            <p:nvPr/>
          </p:nvSpPr>
          <p:spPr>
            <a:xfrm>
              <a:off x="4750200" y="2944440"/>
              <a:ext cx="972000" cy="2744280"/>
            </a:xfrm>
            <a:custGeom>
              <a:avLst/>
              <a:gdLst>
                <a:gd name="textAreaLeft" fmla="*/ 0 w 972000"/>
                <a:gd name="textAreaRight" fmla="*/ 972720 w 972000"/>
                <a:gd name="textAreaTop" fmla="*/ 0 h 2744280"/>
                <a:gd name="textAreaBottom" fmla="*/ 2745000 h 2744280"/>
              </a:gdLst>
              <a:ahLst/>
              <a:rect l="textAreaLeft" t="textAreaTop" r="textAreaRight" b="textAreaBottom"/>
              <a:pathLst>
                <a:path w="972820" h="2745104">
                  <a:moveTo>
                    <a:pt x="0" y="0"/>
                  </a:moveTo>
                  <a:lnTo>
                    <a:pt x="3048" y="12192"/>
                  </a:lnTo>
                  <a:lnTo>
                    <a:pt x="7620" y="42672"/>
                  </a:lnTo>
                  <a:lnTo>
                    <a:pt x="0" y="458723"/>
                  </a:lnTo>
                  <a:lnTo>
                    <a:pt x="0" y="583691"/>
                  </a:lnTo>
                  <a:lnTo>
                    <a:pt x="7620" y="679704"/>
                  </a:lnTo>
                  <a:lnTo>
                    <a:pt x="16764" y="792479"/>
                  </a:lnTo>
                  <a:lnTo>
                    <a:pt x="25908" y="877824"/>
                  </a:lnTo>
                  <a:lnTo>
                    <a:pt x="38100" y="995172"/>
                  </a:lnTo>
                  <a:lnTo>
                    <a:pt x="51816" y="1103375"/>
                  </a:lnTo>
                  <a:lnTo>
                    <a:pt x="64008" y="1220724"/>
                  </a:lnTo>
                  <a:lnTo>
                    <a:pt x="85344" y="1341120"/>
                  </a:lnTo>
                  <a:lnTo>
                    <a:pt x="106679" y="1458467"/>
                  </a:lnTo>
                  <a:lnTo>
                    <a:pt x="137160" y="1575816"/>
                  </a:lnTo>
                  <a:lnTo>
                    <a:pt x="167640" y="1696212"/>
                  </a:lnTo>
                  <a:lnTo>
                    <a:pt x="198119" y="1804416"/>
                  </a:lnTo>
                  <a:lnTo>
                    <a:pt x="227076" y="1912620"/>
                  </a:lnTo>
                  <a:lnTo>
                    <a:pt x="252983" y="2034540"/>
                  </a:lnTo>
                  <a:lnTo>
                    <a:pt x="278892" y="2142744"/>
                  </a:lnTo>
                  <a:lnTo>
                    <a:pt x="309372" y="2250948"/>
                  </a:lnTo>
                  <a:lnTo>
                    <a:pt x="339852" y="2342387"/>
                  </a:lnTo>
                  <a:lnTo>
                    <a:pt x="377952" y="2436875"/>
                  </a:lnTo>
                  <a:lnTo>
                    <a:pt x="413004" y="2510027"/>
                  </a:lnTo>
                  <a:lnTo>
                    <a:pt x="446532" y="2575559"/>
                  </a:lnTo>
                  <a:lnTo>
                    <a:pt x="472439" y="2627375"/>
                  </a:lnTo>
                  <a:lnTo>
                    <a:pt x="507491" y="2671572"/>
                  </a:lnTo>
                  <a:lnTo>
                    <a:pt x="545591" y="2700527"/>
                  </a:lnTo>
                  <a:lnTo>
                    <a:pt x="585215" y="2726435"/>
                  </a:lnTo>
                  <a:lnTo>
                    <a:pt x="644652" y="2744724"/>
                  </a:lnTo>
                  <a:lnTo>
                    <a:pt x="679704" y="2740151"/>
                  </a:lnTo>
                  <a:lnTo>
                    <a:pt x="717804" y="2731008"/>
                  </a:lnTo>
                  <a:lnTo>
                    <a:pt x="762000" y="2718816"/>
                  </a:lnTo>
                  <a:lnTo>
                    <a:pt x="800100" y="2705100"/>
                  </a:lnTo>
                  <a:lnTo>
                    <a:pt x="835152" y="2688335"/>
                  </a:lnTo>
                  <a:lnTo>
                    <a:pt x="861060" y="2674619"/>
                  </a:lnTo>
                  <a:lnTo>
                    <a:pt x="885443" y="2662427"/>
                  </a:lnTo>
                  <a:lnTo>
                    <a:pt x="911352" y="2648711"/>
                  </a:lnTo>
                  <a:lnTo>
                    <a:pt x="937260" y="2636519"/>
                  </a:lnTo>
                  <a:lnTo>
                    <a:pt x="960120" y="2622803"/>
                  </a:lnTo>
                  <a:lnTo>
                    <a:pt x="972312" y="2610611"/>
                  </a:lnTo>
                </a:path>
              </a:pathLst>
            </a:custGeom>
            <a:noFill/>
            <a:ln w="19812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43" name="object 28"/>
            <p:cNvSpPr/>
            <p:nvPr/>
          </p:nvSpPr>
          <p:spPr>
            <a:xfrm>
              <a:off x="5635800" y="5468040"/>
              <a:ext cx="112320" cy="359280"/>
            </a:xfrm>
            <a:custGeom>
              <a:avLst/>
              <a:gdLst>
                <a:gd name="textAreaLeft" fmla="*/ 0 w 112320"/>
                <a:gd name="textAreaRight" fmla="*/ 113040 w 112320"/>
                <a:gd name="textAreaTop" fmla="*/ 0 h 359280"/>
                <a:gd name="textAreaBottom" fmla="*/ 360000 h 359280"/>
              </a:gdLst>
              <a:ahLst/>
              <a:rect l="textAreaLeft" t="textAreaTop" r="textAreaRight" b="textAreaBottom"/>
              <a:pathLst>
                <a:path w="113029" h="360045">
                  <a:moveTo>
                    <a:pt x="25908" y="0"/>
                  </a:moveTo>
                  <a:lnTo>
                    <a:pt x="25908" y="4572"/>
                  </a:lnTo>
                  <a:lnTo>
                    <a:pt x="30480" y="12192"/>
                  </a:lnTo>
                  <a:lnTo>
                    <a:pt x="39624" y="21336"/>
                  </a:lnTo>
                  <a:lnTo>
                    <a:pt x="48768" y="35052"/>
                  </a:lnTo>
                  <a:lnTo>
                    <a:pt x="60960" y="47244"/>
                  </a:lnTo>
                  <a:lnTo>
                    <a:pt x="74676" y="60960"/>
                  </a:lnTo>
                  <a:lnTo>
                    <a:pt x="86868" y="73152"/>
                  </a:lnTo>
                  <a:lnTo>
                    <a:pt x="100584" y="86868"/>
                  </a:lnTo>
                  <a:lnTo>
                    <a:pt x="108204" y="99060"/>
                  </a:lnTo>
                  <a:lnTo>
                    <a:pt x="112776" y="117348"/>
                  </a:lnTo>
                  <a:lnTo>
                    <a:pt x="112776" y="143256"/>
                  </a:lnTo>
                  <a:lnTo>
                    <a:pt x="103632" y="173736"/>
                  </a:lnTo>
                  <a:lnTo>
                    <a:pt x="91440" y="202692"/>
                  </a:lnTo>
                  <a:lnTo>
                    <a:pt x="74676" y="233172"/>
                  </a:lnTo>
                  <a:lnTo>
                    <a:pt x="56388" y="272795"/>
                  </a:lnTo>
                  <a:lnTo>
                    <a:pt x="39624" y="307848"/>
                  </a:lnTo>
                  <a:lnTo>
                    <a:pt x="18288" y="338328"/>
                  </a:lnTo>
                  <a:lnTo>
                    <a:pt x="0" y="359663"/>
                  </a:lnTo>
                </a:path>
              </a:pathLst>
            </a:custGeom>
            <a:noFill/>
            <a:ln w="19812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44" name="object 29"/>
            <p:cNvSpPr/>
            <p:nvPr/>
          </p:nvSpPr>
          <p:spPr>
            <a:xfrm>
              <a:off x="5882760" y="5696640"/>
              <a:ext cx="339480" cy="429120"/>
            </a:xfrm>
            <a:custGeom>
              <a:avLst/>
              <a:gdLst>
                <a:gd name="textAreaLeft" fmla="*/ 0 w 339480"/>
                <a:gd name="textAreaRight" fmla="*/ 340200 w 339480"/>
                <a:gd name="textAreaTop" fmla="*/ 0 h 429120"/>
                <a:gd name="textAreaBottom" fmla="*/ 429840 h 429120"/>
              </a:gdLst>
              <a:ahLst/>
              <a:rect l="textAreaLeft" t="textAreaTop" r="textAreaRight" b="textAreaBottom"/>
              <a:pathLst>
                <a:path w="340360" h="429895">
                  <a:moveTo>
                    <a:pt x="7620" y="429767"/>
                  </a:moveTo>
                  <a:lnTo>
                    <a:pt x="7620" y="425195"/>
                  </a:lnTo>
                  <a:lnTo>
                    <a:pt x="3048" y="408431"/>
                  </a:lnTo>
                  <a:lnTo>
                    <a:pt x="0" y="377951"/>
                  </a:lnTo>
                  <a:lnTo>
                    <a:pt x="0" y="338327"/>
                  </a:lnTo>
                  <a:lnTo>
                    <a:pt x="0" y="300227"/>
                  </a:lnTo>
                  <a:lnTo>
                    <a:pt x="3048" y="251460"/>
                  </a:lnTo>
                  <a:lnTo>
                    <a:pt x="7620" y="204215"/>
                  </a:lnTo>
                  <a:lnTo>
                    <a:pt x="16764" y="161543"/>
                  </a:lnTo>
                  <a:lnTo>
                    <a:pt x="33528" y="100583"/>
                  </a:lnTo>
                  <a:lnTo>
                    <a:pt x="51816" y="51815"/>
                  </a:lnTo>
                  <a:lnTo>
                    <a:pt x="59436" y="30480"/>
                  </a:lnTo>
                  <a:lnTo>
                    <a:pt x="68580" y="18287"/>
                  </a:lnTo>
                  <a:lnTo>
                    <a:pt x="76200" y="9143"/>
                  </a:lnTo>
                  <a:lnTo>
                    <a:pt x="85344" y="0"/>
                  </a:lnTo>
                  <a:lnTo>
                    <a:pt x="94488" y="0"/>
                  </a:lnTo>
                  <a:lnTo>
                    <a:pt x="132588" y="48767"/>
                  </a:lnTo>
                  <a:lnTo>
                    <a:pt x="146304" y="100583"/>
                  </a:lnTo>
                  <a:lnTo>
                    <a:pt x="153924" y="143255"/>
                  </a:lnTo>
                  <a:lnTo>
                    <a:pt x="158496" y="187451"/>
                  </a:lnTo>
                  <a:lnTo>
                    <a:pt x="163068" y="239267"/>
                  </a:lnTo>
                  <a:lnTo>
                    <a:pt x="167639" y="277367"/>
                  </a:lnTo>
                  <a:lnTo>
                    <a:pt x="170688" y="303275"/>
                  </a:lnTo>
                  <a:lnTo>
                    <a:pt x="170688" y="321563"/>
                  </a:lnTo>
                  <a:lnTo>
                    <a:pt x="170688" y="329183"/>
                  </a:lnTo>
                  <a:lnTo>
                    <a:pt x="170688" y="333755"/>
                  </a:lnTo>
                  <a:lnTo>
                    <a:pt x="175260" y="326135"/>
                  </a:lnTo>
                  <a:lnTo>
                    <a:pt x="184403" y="307847"/>
                  </a:lnTo>
                  <a:lnTo>
                    <a:pt x="196596" y="274319"/>
                  </a:lnTo>
                  <a:lnTo>
                    <a:pt x="210312" y="220979"/>
                  </a:lnTo>
                  <a:lnTo>
                    <a:pt x="219456" y="173736"/>
                  </a:lnTo>
                  <a:lnTo>
                    <a:pt x="231648" y="131063"/>
                  </a:lnTo>
                  <a:lnTo>
                    <a:pt x="240792" y="100583"/>
                  </a:lnTo>
                  <a:lnTo>
                    <a:pt x="252984" y="74676"/>
                  </a:lnTo>
                  <a:lnTo>
                    <a:pt x="262127" y="51815"/>
                  </a:lnTo>
                  <a:lnTo>
                    <a:pt x="271272" y="30480"/>
                  </a:lnTo>
                  <a:lnTo>
                    <a:pt x="278892" y="18287"/>
                  </a:lnTo>
                  <a:lnTo>
                    <a:pt x="283463" y="9143"/>
                  </a:lnTo>
                  <a:lnTo>
                    <a:pt x="288036" y="4571"/>
                  </a:lnTo>
                  <a:lnTo>
                    <a:pt x="292608" y="4571"/>
                  </a:lnTo>
                  <a:lnTo>
                    <a:pt x="295656" y="4571"/>
                  </a:lnTo>
                  <a:lnTo>
                    <a:pt x="321563" y="44195"/>
                  </a:lnTo>
                  <a:lnTo>
                    <a:pt x="335280" y="121919"/>
                  </a:lnTo>
                  <a:lnTo>
                    <a:pt x="335280" y="164591"/>
                  </a:lnTo>
                  <a:lnTo>
                    <a:pt x="335280" y="208787"/>
                  </a:lnTo>
                  <a:lnTo>
                    <a:pt x="335280" y="251460"/>
                  </a:lnTo>
                  <a:lnTo>
                    <a:pt x="335280" y="291083"/>
                  </a:lnTo>
                  <a:lnTo>
                    <a:pt x="335280" y="321563"/>
                  </a:lnTo>
                  <a:lnTo>
                    <a:pt x="339852" y="347471"/>
                  </a:lnTo>
                  <a:lnTo>
                    <a:pt x="339852" y="368807"/>
                  </a:lnTo>
                  <a:lnTo>
                    <a:pt x="339852" y="380999"/>
                  </a:lnTo>
                  <a:lnTo>
                    <a:pt x="339852" y="390143"/>
                  </a:lnTo>
                </a:path>
              </a:pathLst>
            </a:custGeom>
            <a:noFill/>
            <a:ln w="19812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pic>
          <p:nvPicPr>
            <p:cNvPr id="145" name="object 30" descr=""/>
            <p:cNvPicPr/>
            <p:nvPr/>
          </p:nvPicPr>
          <p:blipFill>
            <a:blip r:embed="rId4"/>
            <a:stretch/>
          </p:blipFill>
          <p:spPr>
            <a:xfrm>
              <a:off x="6370920" y="5912280"/>
              <a:ext cx="212760" cy="2048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46" name="object 31"/>
            <p:cNvSpPr/>
            <p:nvPr/>
          </p:nvSpPr>
          <p:spPr>
            <a:xfrm>
              <a:off x="6703920" y="5576400"/>
              <a:ext cx="42480" cy="540360"/>
            </a:xfrm>
            <a:custGeom>
              <a:avLst/>
              <a:gdLst>
                <a:gd name="textAreaLeft" fmla="*/ 0 w 42480"/>
                <a:gd name="textAreaRight" fmla="*/ 43200 w 42480"/>
                <a:gd name="textAreaTop" fmla="*/ 0 h 540360"/>
                <a:gd name="textAreaBottom" fmla="*/ 541080 h 540360"/>
              </a:gdLst>
              <a:ahLst/>
              <a:rect l="textAreaLeft" t="textAreaTop" r="textAreaRight" b="textAreaBottom"/>
              <a:pathLst>
                <a:path w="43179" h="541020">
                  <a:moveTo>
                    <a:pt x="35051" y="0"/>
                  </a:moveTo>
                  <a:lnTo>
                    <a:pt x="30479" y="9144"/>
                  </a:lnTo>
                  <a:lnTo>
                    <a:pt x="25907" y="25908"/>
                  </a:lnTo>
                  <a:lnTo>
                    <a:pt x="16763" y="51816"/>
                  </a:lnTo>
                  <a:lnTo>
                    <a:pt x="9143" y="91439"/>
                  </a:lnTo>
                  <a:lnTo>
                    <a:pt x="4571" y="138684"/>
                  </a:lnTo>
                  <a:lnTo>
                    <a:pt x="0" y="204216"/>
                  </a:lnTo>
                  <a:lnTo>
                    <a:pt x="0" y="263652"/>
                  </a:lnTo>
                  <a:lnTo>
                    <a:pt x="0" y="315467"/>
                  </a:lnTo>
                  <a:lnTo>
                    <a:pt x="0" y="371856"/>
                  </a:lnTo>
                  <a:lnTo>
                    <a:pt x="0" y="420623"/>
                  </a:lnTo>
                  <a:lnTo>
                    <a:pt x="0" y="458723"/>
                  </a:lnTo>
                  <a:lnTo>
                    <a:pt x="4571" y="489204"/>
                  </a:lnTo>
                  <a:lnTo>
                    <a:pt x="9143" y="510539"/>
                  </a:lnTo>
                  <a:lnTo>
                    <a:pt x="13715" y="528828"/>
                  </a:lnTo>
                  <a:lnTo>
                    <a:pt x="16763" y="536448"/>
                  </a:lnTo>
                  <a:lnTo>
                    <a:pt x="21335" y="541019"/>
                  </a:lnTo>
                  <a:lnTo>
                    <a:pt x="25907" y="541019"/>
                  </a:lnTo>
                  <a:lnTo>
                    <a:pt x="35051" y="541019"/>
                  </a:lnTo>
                  <a:lnTo>
                    <a:pt x="42671" y="531876"/>
                  </a:lnTo>
                </a:path>
              </a:pathLst>
            </a:custGeom>
            <a:noFill/>
            <a:ln w="19812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47" name="object 32"/>
            <p:cNvSpPr/>
            <p:nvPr/>
          </p:nvSpPr>
          <p:spPr>
            <a:xfrm>
              <a:off x="6885360" y="5562720"/>
              <a:ext cx="115560" cy="580320"/>
            </a:xfrm>
            <a:custGeom>
              <a:avLst/>
              <a:gdLst>
                <a:gd name="textAreaLeft" fmla="*/ 0 w 115560"/>
                <a:gd name="textAreaRight" fmla="*/ 116280 w 115560"/>
                <a:gd name="textAreaTop" fmla="*/ 0 h 580320"/>
                <a:gd name="textAreaBottom" fmla="*/ 581040 h 580320"/>
              </a:gdLst>
              <a:ahLst/>
              <a:rect l="textAreaLeft" t="textAreaTop" r="textAreaRight" b="textAreaBottom"/>
              <a:pathLst>
                <a:path w="116204" h="581025">
                  <a:moveTo>
                    <a:pt x="73151" y="0"/>
                  </a:moveTo>
                  <a:lnTo>
                    <a:pt x="68579" y="4572"/>
                  </a:lnTo>
                  <a:lnTo>
                    <a:pt x="59435" y="22859"/>
                  </a:lnTo>
                  <a:lnTo>
                    <a:pt x="47243" y="53339"/>
                  </a:lnTo>
                  <a:lnTo>
                    <a:pt x="38099" y="91439"/>
                  </a:lnTo>
                  <a:lnTo>
                    <a:pt x="25907" y="138684"/>
                  </a:lnTo>
                  <a:lnTo>
                    <a:pt x="12191" y="204216"/>
                  </a:lnTo>
                  <a:lnTo>
                    <a:pt x="3047" y="272795"/>
                  </a:lnTo>
                  <a:lnTo>
                    <a:pt x="0" y="338328"/>
                  </a:lnTo>
                  <a:lnTo>
                    <a:pt x="0" y="399287"/>
                  </a:lnTo>
                  <a:lnTo>
                    <a:pt x="0" y="451104"/>
                  </a:lnTo>
                  <a:lnTo>
                    <a:pt x="0" y="489204"/>
                  </a:lnTo>
                  <a:lnTo>
                    <a:pt x="3047" y="515112"/>
                  </a:lnTo>
                  <a:lnTo>
                    <a:pt x="12191" y="554736"/>
                  </a:lnTo>
                  <a:lnTo>
                    <a:pt x="42671" y="580643"/>
                  </a:lnTo>
                  <a:lnTo>
                    <a:pt x="54863" y="580643"/>
                  </a:lnTo>
                  <a:lnTo>
                    <a:pt x="94487" y="542543"/>
                  </a:lnTo>
                  <a:lnTo>
                    <a:pt x="115823" y="493776"/>
                  </a:lnTo>
                </a:path>
              </a:pathLst>
            </a:custGeom>
            <a:noFill/>
            <a:ln w="19812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pic>
          <p:nvPicPr>
            <p:cNvPr id="148" name="object 33" descr=""/>
            <p:cNvPicPr/>
            <p:nvPr/>
          </p:nvPicPr>
          <p:blipFill>
            <a:blip r:embed="rId5"/>
            <a:stretch/>
          </p:blipFill>
          <p:spPr>
            <a:xfrm>
              <a:off x="6802200" y="5886360"/>
              <a:ext cx="246240" cy="799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49" name="object 34"/>
            <p:cNvSpPr/>
            <p:nvPr/>
          </p:nvSpPr>
          <p:spPr>
            <a:xfrm>
              <a:off x="7121520" y="5874840"/>
              <a:ext cx="8640" cy="220320"/>
            </a:xfrm>
            <a:custGeom>
              <a:avLst/>
              <a:gdLst>
                <a:gd name="textAreaLeft" fmla="*/ 0 w 8640"/>
                <a:gd name="textAreaRight" fmla="*/ 9360 w 8640"/>
                <a:gd name="textAreaTop" fmla="*/ 0 h 220320"/>
                <a:gd name="textAreaBottom" fmla="*/ 221040 h 220320"/>
              </a:gdLst>
              <a:ahLst/>
              <a:rect l="textAreaLeft" t="textAreaTop" r="textAreaRight" b="textAreaBottom"/>
              <a:pathLst>
                <a:path w="9525" h="220979">
                  <a:moveTo>
                    <a:pt x="9144" y="0"/>
                  </a:moveTo>
                  <a:lnTo>
                    <a:pt x="9144" y="4572"/>
                  </a:lnTo>
                  <a:lnTo>
                    <a:pt x="9144" y="56387"/>
                  </a:lnTo>
                  <a:lnTo>
                    <a:pt x="4572" y="77724"/>
                  </a:lnTo>
                  <a:lnTo>
                    <a:pt x="0" y="103632"/>
                  </a:lnTo>
                  <a:lnTo>
                    <a:pt x="0" y="134112"/>
                  </a:lnTo>
                  <a:lnTo>
                    <a:pt x="0" y="164592"/>
                  </a:lnTo>
                  <a:lnTo>
                    <a:pt x="0" y="185928"/>
                  </a:lnTo>
                  <a:lnTo>
                    <a:pt x="0" y="202692"/>
                  </a:lnTo>
                  <a:lnTo>
                    <a:pt x="0" y="216407"/>
                  </a:lnTo>
                  <a:lnTo>
                    <a:pt x="4572" y="220980"/>
                  </a:lnTo>
                </a:path>
              </a:pathLst>
            </a:custGeom>
            <a:noFill/>
            <a:ln w="19812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50" name="object 35"/>
            <p:cNvSpPr/>
            <p:nvPr/>
          </p:nvSpPr>
          <p:spPr>
            <a:xfrm>
              <a:off x="7091280" y="5748480"/>
              <a:ext cx="8640" cy="69840"/>
            </a:xfrm>
            <a:custGeom>
              <a:avLst/>
              <a:gdLst>
                <a:gd name="textAreaLeft" fmla="*/ 0 w 8640"/>
                <a:gd name="textAreaRight" fmla="*/ 9360 w 8640"/>
                <a:gd name="textAreaTop" fmla="*/ 0 h 69840"/>
                <a:gd name="textAreaBottom" fmla="*/ 70560 h 69840"/>
              </a:gdLst>
              <a:ahLst/>
              <a:rect l="textAreaLeft" t="textAreaTop" r="textAreaRight" b="textAreaBottom"/>
              <a:pathLst>
                <a:path w="9525" h="70485">
                  <a:moveTo>
                    <a:pt x="9144" y="0"/>
                  </a:moveTo>
                  <a:lnTo>
                    <a:pt x="9144" y="4572"/>
                  </a:lnTo>
                  <a:lnTo>
                    <a:pt x="4572" y="13716"/>
                  </a:lnTo>
                  <a:lnTo>
                    <a:pt x="0" y="27432"/>
                  </a:lnTo>
                  <a:lnTo>
                    <a:pt x="0" y="39624"/>
                  </a:lnTo>
                  <a:lnTo>
                    <a:pt x="0" y="53339"/>
                  </a:lnTo>
                  <a:lnTo>
                    <a:pt x="0" y="60960"/>
                  </a:lnTo>
                  <a:lnTo>
                    <a:pt x="0" y="70104"/>
                  </a:lnTo>
                </a:path>
              </a:pathLst>
            </a:custGeom>
            <a:noFill/>
            <a:ln w="19812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51" name="object 36"/>
            <p:cNvSpPr/>
            <p:nvPr/>
          </p:nvSpPr>
          <p:spPr>
            <a:xfrm>
              <a:off x="7281720" y="5484960"/>
              <a:ext cx="110880" cy="865440"/>
            </a:xfrm>
            <a:custGeom>
              <a:avLst/>
              <a:gdLst>
                <a:gd name="textAreaLeft" fmla="*/ 0 w 110880"/>
                <a:gd name="textAreaRight" fmla="*/ 111600 w 110880"/>
                <a:gd name="textAreaTop" fmla="*/ 0 h 865440"/>
                <a:gd name="textAreaBottom" fmla="*/ 866160 h 865440"/>
              </a:gdLst>
              <a:ahLst/>
              <a:rect l="textAreaLeft" t="textAreaTop" r="textAreaRight" b="textAreaBottom"/>
              <a:pathLst>
                <a:path w="111759" h="866139">
                  <a:moveTo>
                    <a:pt x="111251" y="0"/>
                  </a:moveTo>
                  <a:lnTo>
                    <a:pt x="111251" y="4572"/>
                  </a:lnTo>
                  <a:lnTo>
                    <a:pt x="111251" y="13716"/>
                  </a:lnTo>
                  <a:lnTo>
                    <a:pt x="106679" y="25908"/>
                  </a:lnTo>
                  <a:lnTo>
                    <a:pt x="103631" y="44195"/>
                  </a:lnTo>
                  <a:lnTo>
                    <a:pt x="99059" y="65532"/>
                  </a:lnTo>
                  <a:lnTo>
                    <a:pt x="94487" y="91439"/>
                  </a:lnTo>
                  <a:lnTo>
                    <a:pt x="89915" y="131064"/>
                  </a:lnTo>
                  <a:lnTo>
                    <a:pt x="85343" y="173736"/>
                  </a:lnTo>
                  <a:lnTo>
                    <a:pt x="76199" y="234695"/>
                  </a:lnTo>
                  <a:lnTo>
                    <a:pt x="59435" y="316991"/>
                  </a:lnTo>
                  <a:lnTo>
                    <a:pt x="47243" y="390143"/>
                  </a:lnTo>
                  <a:lnTo>
                    <a:pt x="33527" y="481584"/>
                  </a:lnTo>
                  <a:lnTo>
                    <a:pt x="24383" y="554736"/>
                  </a:lnTo>
                  <a:lnTo>
                    <a:pt x="21335" y="620268"/>
                  </a:lnTo>
                  <a:lnTo>
                    <a:pt x="16763" y="693420"/>
                  </a:lnTo>
                  <a:lnTo>
                    <a:pt x="12191" y="749808"/>
                  </a:lnTo>
                  <a:lnTo>
                    <a:pt x="7619" y="787908"/>
                  </a:lnTo>
                  <a:lnTo>
                    <a:pt x="4571" y="818387"/>
                  </a:lnTo>
                  <a:lnTo>
                    <a:pt x="0" y="839724"/>
                  </a:lnTo>
                  <a:lnTo>
                    <a:pt x="0" y="853439"/>
                  </a:lnTo>
                  <a:lnTo>
                    <a:pt x="0" y="862583"/>
                  </a:lnTo>
                  <a:lnTo>
                    <a:pt x="0" y="865631"/>
                  </a:lnTo>
                  <a:lnTo>
                    <a:pt x="0" y="862583"/>
                  </a:lnTo>
                  <a:lnTo>
                    <a:pt x="4571" y="844295"/>
                  </a:lnTo>
                </a:path>
              </a:pathLst>
            </a:custGeom>
            <a:noFill/>
            <a:ln w="19812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52" name="object 37"/>
            <p:cNvSpPr/>
            <p:nvPr/>
          </p:nvSpPr>
          <p:spPr>
            <a:xfrm>
              <a:off x="7306200" y="5722560"/>
              <a:ext cx="241920" cy="234360"/>
            </a:xfrm>
            <a:custGeom>
              <a:avLst/>
              <a:gdLst>
                <a:gd name="textAreaLeft" fmla="*/ 0 w 241920"/>
                <a:gd name="textAreaRight" fmla="*/ 242640 w 241920"/>
                <a:gd name="textAreaTop" fmla="*/ 0 h 234360"/>
                <a:gd name="textAreaBottom" fmla="*/ 235080 h 234360"/>
              </a:gdLst>
              <a:ahLst/>
              <a:rect l="textAreaLeft" t="textAreaTop" r="textAreaRight" b="textAreaBottom"/>
              <a:pathLst>
                <a:path w="242570" h="234950">
                  <a:moveTo>
                    <a:pt x="0" y="100583"/>
                  </a:moveTo>
                  <a:lnTo>
                    <a:pt x="4572" y="96011"/>
                  </a:lnTo>
                  <a:lnTo>
                    <a:pt x="13716" y="86867"/>
                  </a:lnTo>
                  <a:lnTo>
                    <a:pt x="51816" y="57911"/>
                  </a:lnTo>
                  <a:lnTo>
                    <a:pt x="99060" y="35051"/>
                  </a:lnTo>
                  <a:lnTo>
                    <a:pt x="143256" y="22859"/>
                  </a:lnTo>
                  <a:lnTo>
                    <a:pt x="160019" y="18287"/>
                  </a:lnTo>
                  <a:lnTo>
                    <a:pt x="176783" y="18287"/>
                  </a:lnTo>
                  <a:lnTo>
                    <a:pt x="195072" y="18287"/>
                  </a:lnTo>
                  <a:lnTo>
                    <a:pt x="211836" y="22859"/>
                  </a:lnTo>
                  <a:lnTo>
                    <a:pt x="224028" y="25907"/>
                  </a:lnTo>
                  <a:lnTo>
                    <a:pt x="233172" y="35051"/>
                  </a:lnTo>
                  <a:lnTo>
                    <a:pt x="237743" y="44195"/>
                  </a:lnTo>
                  <a:lnTo>
                    <a:pt x="242316" y="53339"/>
                  </a:lnTo>
                  <a:lnTo>
                    <a:pt x="242316" y="65531"/>
                  </a:lnTo>
                  <a:lnTo>
                    <a:pt x="233172" y="83819"/>
                  </a:lnTo>
                  <a:lnTo>
                    <a:pt x="199643" y="135635"/>
                  </a:lnTo>
                  <a:lnTo>
                    <a:pt x="164592" y="161543"/>
                  </a:lnTo>
                  <a:lnTo>
                    <a:pt x="124968" y="182879"/>
                  </a:lnTo>
                  <a:lnTo>
                    <a:pt x="91439" y="199643"/>
                  </a:lnTo>
                  <a:lnTo>
                    <a:pt x="65532" y="213359"/>
                  </a:lnTo>
                  <a:lnTo>
                    <a:pt x="48768" y="222503"/>
                  </a:lnTo>
                  <a:lnTo>
                    <a:pt x="35052" y="230123"/>
                  </a:lnTo>
                  <a:lnTo>
                    <a:pt x="25908" y="234695"/>
                  </a:lnTo>
                  <a:lnTo>
                    <a:pt x="22859" y="234695"/>
                  </a:lnTo>
                  <a:lnTo>
                    <a:pt x="22859" y="225551"/>
                  </a:lnTo>
                  <a:lnTo>
                    <a:pt x="25908" y="204215"/>
                  </a:lnTo>
                  <a:lnTo>
                    <a:pt x="44195" y="169163"/>
                  </a:lnTo>
                  <a:lnTo>
                    <a:pt x="74676" y="126491"/>
                  </a:lnTo>
                  <a:lnTo>
                    <a:pt x="103632" y="79247"/>
                  </a:lnTo>
                  <a:lnTo>
                    <a:pt x="138684" y="35051"/>
                  </a:lnTo>
                  <a:lnTo>
                    <a:pt x="169164" y="0"/>
                  </a:lnTo>
                </a:path>
              </a:pathLst>
            </a:custGeom>
            <a:noFill/>
            <a:ln w="19812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53" name="object 38"/>
            <p:cNvSpPr/>
            <p:nvPr/>
          </p:nvSpPr>
          <p:spPr>
            <a:xfrm>
              <a:off x="7565040" y="5503320"/>
              <a:ext cx="408240" cy="592200"/>
            </a:xfrm>
            <a:custGeom>
              <a:avLst/>
              <a:gdLst>
                <a:gd name="textAreaLeft" fmla="*/ 0 w 408240"/>
                <a:gd name="textAreaRight" fmla="*/ 408960 w 408240"/>
                <a:gd name="textAreaTop" fmla="*/ 0 h 592200"/>
                <a:gd name="textAreaBottom" fmla="*/ 592920 h 592200"/>
              </a:gdLst>
              <a:ahLst/>
              <a:rect l="textAreaLeft" t="textAreaTop" r="textAreaRight" b="textAreaBottom"/>
              <a:pathLst>
                <a:path w="408940" h="593089">
                  <a:moveTo>
                    <a:pt x="115824" y="0"/>
                  </a:moveTo>
                  <a:lnTo>
                    <a:pt x="115824" y="3048"/>
                  </a:lnTo>
                  <a:lnTo>
                    <a:pt x="115824" y="12192"/>
                  </a:lnTo>
                  <a:lnTo>
                    <a:pt x="112776" y="25908"/>
                  </a:lnTo>
                  <a:lnTo>
                    <a:pt x="103632" y="51816"/>
                  </a:lnTo>
                  <a:lnTo>
                    <a:pt x="89916" y="85344"/>
                  </a:lnTo>
                  <a:lnTo>
                    <a:pt x="77724" y="134112"/>
                  </a:lnTo>
                  <a:lnTo>
                    <a:pt x="60960" y="185928"/>
                  </a:lnTo>
                  <a:lnTo>
                    <a:pt x="42672" y="245364"/>
                  </a:lnTo>
                  <a:lnTo>
                    <a:pt x="25908" y="315467"/>
                  </a:lnTo>
                  <a:lnTo>
                    <a:pt x="13716" y="367284"/>
                  </a:lnTo>
                  <a:lnTo>
                    <a:pt x="4572" y="409956"/>
                  </a:lnTo>
                  <a:lnTo>
                    <a:pt x="0" y="454152"/>
                  </a:lnTo>
                  <a:lnTo>
                    <a:pt x="0" y="493776"/>
                  </a:lnTo>
                  <a:lnTo>
                    <a:pt x="0" y="522732"/>
                  </a:lnTo>
                  <a:lnTo>
                    <a:pt x="13716" y="562356"/>
                  </a:lnTo>
                  <a:lnTo>
                    <a:pt x="47244" y="588263"/>
                  </a:lnTo>
                  <a:lnTo>
                    <a:pt x="68580" y="592836"/>
                  </a:lnTo>
                  <a:lnTo>
                    <a:pt x="89916" y="592836"/>
                  </a:lnTo>
                  <a:lnTo>
                    <a:pt x="146304" y="571500"/>
                  </a:lnTo>
                  <a:lnTo>
                    <a:pt x="181356" y="553212"/>
                  </a:lnTo>
                  <a:lnTo>
                    <a:pt x="211836" y="527304"/>
                  </a:lnTo>
                  <a:lnTo>
                    <a:pt x="257556" y="475487"/>
                  </a:lnTo>
                  <a:lnTo>
                    <a:pt x="280416" y="423672"/>
                  </a:lnTo>
                  <a:lnTo>
                    <a:pt x="292607" y="376428"/>
                  </a:lnTo>
                  <a:lnTo>
                    <a:pt x="288036" y="336804"/>
                  </a:lnTo>
                  <a:lnTo>
                    <a:pt x="249936" y="310895"/>
                  </a:lnTo>
                  <a:lnTo>
                    <a:pt x="233172" y="310895"/>
                  </a:lnTo>
                  <a:lnTo>
                    <a:pt x="198120" y="336804"/>
                  </a:lnTo>
                  <a:lnTo>
                    <a:pt x="172212" y="381000"/>
                  </a:lnTo>
                  <a:lnTo>
                    <a:pt x="163068" y="432815"/>
                  </a:lnTo>
                  <a:lnTo>
                    <a:pt x="181356" y="475487"/>
                  </a:lnTo>
                  <a:lnTo>
                    <a:pt x="237744" y="510539"/>
                  </a:lnTo>
                  <a:lnTo>
                    <a:pt x="306324" y="505967"/>
                  </a:lnTo>
                  <a:lnTo>
                    <a:pt x="356616" y="489204"/>
                  </a:lnTo>
                  <a:lnTo>
                    <a:pt x="408431" y="463295"/>
                  </a:lnTo>
                </a:path>
              </a:pathLst>
            </a:custGeom>
            <a:noFill/>
            <a:ln w="19812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object 2" descr=""/>
          <p:cNvPicPr/>
          <p:nvPr/>
        </p:nvPicPr>
        <p:blipFill>
          <a:blip r:embed="rId1"/>
          <a:stretch/>
        </p:blipFill>
        <p:spPr>
          <a:xfrm>
            <a:off x="457200" y="1837800"/>
            <a:ext cx="9143280" cy="264600"/>
          </a:xfrm>
          <a:prstGeom prst="rect">
            <a:avLst/>
          </a:prstGeom>
          <a:ln w="0">
            <a:noFill/>
          </a:ln>
        </p:spPr>
      </p:pic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2904120" y="627120"/>
            <a:ext cx="4867920" cy="16585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5400" spc="-7" strike="noStrike">
                <a:solidFill>
                  <a:srgbClr val="2f1f57"/>
                </a:solidFill>
                <a:latin typeface="Candara"/>
              </a:rPr>
              <a:t>Residual</a:t>
            </a:r>
            <a:r>
              <a:rPr b="0" lang="en-US" sz="5400" spc="-5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5400" spc="-7" strike="noStrike">
                <a:solidFill>
                  <a:srgbClr val="2f1f57"/>
                </a:solidFill>
                <a:latin typeface="Candara"/>
              </a:rPr>
              <a:t>Risk</a:t>
            </a: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object 4"/>
          <p:cNvSpPr/>
          <p:nvPr/>
        </p:nvSpPr>
        <p:spPr>
          <a:xfrm>
            <a:off x="1329840" y="2229120"/>
            <a:ext cx="7142400" cy="171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354960" indent="-343080" defTabSz="914400">
              <a:lnSpc>
                <a:spcPct val="100000"/>
              </a:lnSpc>
              <a:spcBef>
                <a:spcPts val="96"/>
              </a:spcBef>
              <a:buClr>
                <a:srgbClr val="baaae2"/>
              </a:buClr>
              <a:buFont typeface="Symbol" charset="2"/>
              <a:buChar char=""/>
              <a:tabLst>
                <a:tab algn="l" pos="355680"/>
              </a:tabLst>
            </a:pP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The</a:t>
            </a:r>
            <a:r>
              <a:rPr b="0" lang="en-US" sz="2800" spc="1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12" strike="noStrike">
                <a:solidFill>
                  <a:srgbClr val="2f1f57"/>
                </a:solidFill>
                <a:latin typeface="Candara"/>
              </a:rPr>
              <a:t>amount</a:t>
            </a:r>
            <a:r>
              <a:rPr b="0" lang="en-US" sz="2800" spc="-2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of</a:t>
            </a:r>
            <a:r>
              <a:rPr b="0" lang="en-US" sz="2800" spc="29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risk</a:t>
            </a:r>
            <a:r>
              <a:rPr b="0" lang="en-US" sz="2800" spc="-26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1" strike="noStrike">
                <a:solidFill>
                  <a:srgbClr val="2f1f57"/>
                </a:solidFill>
                <a:latin typeface="Candara"/>
              </a:rPr>
              <a:t>that</a:t>
            </a:r>
            <a:r>
              <a:rPr b="0" lang="en-US" sz="2800" spc="-2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1" strike="noStrike">
                <a:solidFill>
                  <a:srgbClr val="2f1f57"/>
                </a:solidFill>
                <a:latin typeface="Candara"/>
              </a:rPr>
              <a:t>is</a:t>
            </a:r>
            <a:r>
              <a:rPr b="0" lang="en-US" sz="2800" spc="7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left</a:t>
            </a:r>
            <a:r>
              <a:rPr b="0" lang="en-US" sz="2800" spc="7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12" strike="noStrike">
                <a:solidFill>
                  <a:srgbClr val="2f1f57"/>
                </a:solidFill>
                <a:latin typeface="Candara"/>
              </a:rPr>
              <a:t>over 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even</a:t>
            </a:r>
            <a:r>
              <a:rPr b="0" lang="en-US" sz="2800" spc="26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after </a:t>
            </a:r>
            <a:r>
              <a:rPr b="0" lang="en-US" sz="2800" spc="-59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properly </a:t>
            </a:r>
            <a:r>
              <a:rPr b="0" lang="en-US" sz="2800" spc="-12" strike="noStrike">
                <a:solidFill>
                  <a:srgbClr val="2f1f57"/>
                </a:solidFill>
                <a:latin typeface="Candara"/>
              </a:rPr>
              <a:t>applying </a:t>
            </a:r>
            <a:r>
              <a:rPr b="0" lang="en-US" sz="2800" spc="-1" strike="noStrike">
                <a:solidFill>
                  <a:srgbClr val="2f1f57"/>
                </a:solidFill>
                <a:latin typeface="Candara"/>
              </a:rPr>
              <a:t>the 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appropriate controls </a:t>
            </a:r>
            <a:r>
              <a:rPr b="0" lang="en-US" sz="2800" spc="7" strike="noStrike">
                <a:solidFill>
                  <a:srgbClr val="2f1f57"/>
                </a:solidFill>
                <a:latin typeface="Candara"/>
              </a:rPr>
              <a:t>to </a:t>
            </a:r>
            <a:r>
              <a:rPr b="0" lang="en-US" sz="2800" spc="-596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reduce or remove the vulnerability </a:t>
            </a:r>
            <a:r>
              <a:rPr b="0" lang="en-US" sz="2800" spc="-12" strike="noStrike">
                <a:solidFill>
                  <a:srgbClr val="2f1f57"/>
                </a:solidFill>
                <a:latin typeface="Candara"/>
              </a:rPr>
              <a:t>and 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 associated</a:t>
            </a:r>
            <a:r>
              <a:rPr b="0" lang="en-US" sz="2800" spc="26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risk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object 5"/>
          <p:cNvSpPr/>
          <p:nvPr/>
        </p:nvSpPr>
        <p:spPr>
          <a:xfrm>
            <a:off x="2766240" y="3904560"/>
            <a:ext cx="1389240" cy="138240"/>
          </a:xfrm>
          <a:custGeom>
            <a:avLst/>
            <a:gdLst>
              <a:gd name="textAreaLeft" fmla="*/ 0 w 1389240"/>
              <a:gd name="textAreaRight" fmla="*/ 1389960 w 1389240"/>
              <a:gd name="textAreaTop" fmla="*/ 0 h 138240"/>
              <a:gd name="textAreaBottom" fmla="*/ 138960 h 138240"/>
            </a:gdLst>
            <a:ahLst/>
            <a:rect l="textAreaLeft" t="textAreaTop" r="textAreaRight" b="textAreaBottom"/>
            <a:pathLst>
              <a:path w="1390014" h="139064">
                <a:moveTo>
                  <a:pt x="0" y="65532"/>
                </a:moveTo>
                <a:lnTo>
                  <a:pt x="21336" y="68580"/>
                </a:lnTo>
                <a:lnTo>
                  <a:pt x="68580" y="77724"/>
                </a:lnTo>
                <a:lnTo>
                  <a:pt x="420623" y="117348"/>
                </a:lnTo>
                <a:lnTo>
                  <a:pt x="519684" y="120396"/>
                </a:lnTo>
                <a:lnTo>
                  <a:pt x="597408" y="120396"/>
                </a:lnTo>
                <a:lnTo>
                  <a:pt x="696468" y="117348"/>
                </a:lnTo>
                <a:lnTo>
                  <a:pt x="762000" y="117348"/>
                </a:lnTo>
                <a:lnTo>
                  <a:pt x="851916" y="112776"/>
                </a:lnTo>
                <a:lnTo>
                  <a:pt x="925068" y="108204"/>
                </a:lnTo>
                <a:lnTo>
                  <a:pt x="986027" y="108204"/>
                </a:lnTo>
                <a:lnTo>
                  <a:pt x="1239012" y="108204"/>
                </a:lnTo>
                <a:lnTo>
                  <a:pt x="1278636" y="112776"/>
                </a:lnTo>
                <a:lnTo>
                  <a:pt x="1309116" y="117348"/>
                </a:lnTo>
                <a:lnTo>
                  <a:pt x="1328928" y="117348"/>
                </a:lnTo>
                <a:lnTo>
                  <a:pt x="1347216" y="117348"/>
                </a:lnTo>
                <a:lnTo>
                  <a:pt x="1359408" y="117348"/>
                </a:lnTo>
                <a:lnTo>
                  <a:pt x="1368551" y="112776"/>
                </a:lnTo>
                <a:lnTo>
                  <a:pt x="1373124" y="108204"/>
                </a:lnTo>
                <a:lnTo>
                  <a:pt x="1377695" y="103632"/>
                </a:lnTo>
                <a:lnTo>
                  <a:pt x="1377695" y="94488"/>
                </a:lnTo>
                <a:lnTo>
                  <a:pt x="1373124" y="82296"/>
                </a:lnTo>
                <a:lnTo>
                  <a:pt x="1363979" y="68580"/>
                </a:lnTo>
                <a:lnTo>
                  <a:pt x="1351787" y="56388"/>
                </a:lnTo>
                <a:lnTo>
                  <a:pt x="1338071" y="42672"/>
                </a:lnTo>
                <a:lnTo>
                  <a:pt x="1325879" y="30480"/>
                </a:lnTo>
                <a:lnTo>
                  <a:pt x="1312163" y="21336"/>
                </a:lnTo>
                <a:lnTo>
                  <a:pt x="1299971" y="12192"/>
                </a:lnTo>
                <a:lnTo>
                  <a:pt x="1290828" y="7620"/>
                </a:lnTo>
                <a:lnTo>
                  <a:pt x="1281683" y="4572"/>
                </a:lnTo>
                <a:lnTo>
                  <a:pt x="1278636" y="0"/>
                </a:lnTo>
                <a:lnTo>
                  <a:pt x="1274063" y="0"/>
                </a:lnTo>
                <a:lnTo>
                  <a:pt x="1269491" y="0"/>
                </a:lnTo>
                <a:lnTo>
                  <a:pt x="1281683" y="0"/>
                </a:lnTo>
                <a:lnTo>
                  <a:pt x="1299971" y="4572"/>
                </a:lnTo>
                <a:lnTo>
                  <a:pt x="1338071" y="12192"/>
                </a:lnTo>
                <a:lnTo>
                  <a:pt x="1377695" y="38100"/>
                </a:lnTo>
                <a:lnTo>
                  <a:pt x="1389887" y="59436"/>
                </a:lnTo>
                <a:lnTo>
                  <a:pt x="1389887" y="73152"/>
                </a:lnTo>
                <a:lnTo>
                  <a:pt x="1389887" y="86868"/>
                </a:lnTo>
                <a:lnTo>
                  <a:pt x="1385316" y="103632"/>
                </a:lnTo>
                <a:lnTo>
                  <a:pt x="1377695" y="117348"/>
                </a:lnTo>
                <a:lnTo>
                  <a:pt x="1368551" y="129540"/>
                </a:lnTo>
                <a:lnTo>
                  <a:pt x="1363979" y="138684"/>
                </a:lnTo>
              </a:path>
            </a:pathLst>
          </a:custGeom>
          <a:noFill/>
          <a:ln w="19812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grpSp>
        <p:nvGrpSpPr>
          <p:cNvPr id="158" name="object 6"/>
          <p:cNvGrpSpPr/>
          <p:nvPr/>
        </p:nvGrpSpPr>
        <p:grpSpPr>
          <a:xfrm>
            <a:off x="4337280" y="3688200"/>
            <a:ext cx="743040" cy="505440"/>
            <a:chOff x="4337280" y="3688200"/>
            <a:chExt cx="743040" cy="505440"/>
          </a:xfrm>
        </p:grpSpPr>
        <p:sp>
          <p:nvSpPr>
            <p:cNvPr id="159" name="object 7"/>
            <p:cNvSpPr/>
            <p:nvPr/>
          </p:nvSpPr>
          <p:spPr>
            <a:xfrm>
              <a:off x="4337280" y="3688200"/>
              <a:ext cx="657720" cy="46800"/>
            </a:xfrm>
            <a:custGeom>
              <a:avLst/>
              <a:gdLst>
                <a:gd name="textAreaLeft" fmla="*/ 0 w 657720"/>
                <a:gd name="textAreaRight" fmla="*/ 658440 w 657720"/>
                <a:gd name="textAreaTop" fmla="*/ 0 h 46800"/>
                <a:gd name="textAreaBottom" fmla="*/ 47520 h 46800"/>
              </a:gdLst>
              <a:ahLst/>
              <a:rect l="textAreaLeft" t="textAreaTop" r="textAreaRight" b="textAreaBottom"/>
              <a:pathLst>
                <a:path w="658495" h="47625">
                  <a:moveTo>
                    <a:pt x="12191" y="47244"/>
                  </a:moveTo>
                  <a:lnTo>
                    <a:pt x="7619" y="47244"/>
                  </a:lnTo>
                  <a:lnTo>
                    <a:pt x="4571" y="47244"/>
                  </a:lnTo>
                  <a:lnTo>
                    <a:pt x="0" y="47244"/>
                  </a:lnTo>
                  <a:lnTo>
                    <a:pt x="4571" y="47244"/>
                  </a:lnTo>
                  <a:lnTo>
                    <a:pt x="16763" y="42672"/>
                  </a:lnTo>
                  <a:lnTo>
                    <a:pt x="38099" y="42672"/>
                  </a:lnTo>
                  <a:lnTo>
                    <a:pt x="76199" y="38100"/>
                  </a:lnTo>
                  <a:lnTo>
                    <a:pt x="137159" y="33528"/>
                  </a:lnTo>
                  <a:lnTo>
                    <a:pt x="184403" y="33528"/>
                  </a:lnTo>
                  <a:lnTo>
                    <a:pt x="231648" y="30480"/>
                  </a:lnTo>
                  <a:lnTo>
                    <a:pt x="292608" y="25908"/>
                  </a:lnTo>
                  <a:lnTo>
                    <a:pt x="352043" y="21336"/>
                  </a:lnTo>
                  <a:lnTo>
                    <a:pt x="396239" y="16764"/>
                  </a:lnTo>
                  <a:lnTo>
                    <a:pt x="434339" y="12192"/>
                  </a:lnTo>
                  <a:lnTo>
                    <a:pt x="477011" y="7620"/>
                  </a:lnTo>
                  <a:lnTo>
                    <a:pt x="521207" y="4572"/>
                  </a:lnTo>
                  <a:lnTo>
                    <a:pt x="559307" y="4572"/>
                  </a:lnTo>
                  <a:lnTo>
                    <a:pt x="589787" y="0"/>
                  </a:lnTo>
                  <a:lnTo>
                    <a:pt x="658367" y="0"/>
                  </a:lnTo>
                </a:path>
              </a:pathLst>
            </a:custGeom>
            <a:noFill/>
            <a:ln w="19812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60" name="object 8"/>
            <p:cNvSpPr/>
            <p:nvPr/>
          </p:nvSpPr>
          <p:spPr>
            <a:xfrm>
              <a:off x="4599360" y="3700440"/>
              <a:ext cx="81720" cy="493200"/>
            </a:xfrm>
            <a:custGeom>
              <a:avLst/>
              <a:gdLst>
                <a:gd name="textAreaLeft" fmla="*/ 0 w 81720"/>
                <a:gd name="textAreaRight" fmla="*/ 82440 w 81720"/>
                <a:gd name="textAreaTop" fmla="*/ 0 h 493200"/>
                <a:gd name="textAreaBottom" fmla="*/ 493920 h 493200"/>
              </a:gdLst>
              <a:ahLst/>
              <a:rect l="textAreaLeft" t="textAreaTop" r="textAreaRight" b="textAreaBottom"/>
              <a:pathLst>
                <a:path w="82550" h="494029">
                  <a:moveTo>
                    <a:pt x="82296" y="0"/>
                  </a:moveTo>
                  <a:lnTo>
                    <a:pt x="77724" y="0"/>
                  </a:lnTo>
                  <a:lnTo>
                    <a:pt x="73152" y="0"/>
                  </a:lnTo>
                  <a:lnTo>
                    <a:pt x="68580" y="4572"/>
                  </a:lnTo>
                  <a:lnTo>
                    <a:pt x="64008" y="18288"/>
                  </a:lnTo>
                  <a:lnTo>
                    <a:pt x="60960" y="35052"/>
                  </a:lnTo>
                  <a:lnTo>
                    <a:pt x="56388" y="65532"/>
                  </a:lnTo>
                  <a:lnTo>
                    <a:pt x="51816" y="96012"/>
                  </a:lnTo>
                  <a:lnTo>
                    <a:pt x="42672" y="131064"/>
                  </a:lnTo>
                  <a:lnTo>
                    <a:pt x="35052" y="169164"/>
                  </a:lnTo>
                  <a:lnTo>
                    <a:pt x="25908" y="211836"/>
                  </a:lnTo>
                  <a:lnTo>
                    <a:pt x="21336" y="251459"/>
                  </a:lnTo>
                  <a:lnTo>
                    <a:pt x="16764" y="291083"/>
                  </a:lnTo>
                  <a:lnTo>
                    <a:pt x="12192" y="316991"/>
                  </a:lnTo>
                  <a:lnTo>
                    <a:pt x="9144" y="342900"/>
                  </a:lnTo>
                  <a:lnTo>
                    <a:pt x="4572" y="364236"/>
                  </a:lnTo>
                  <a:lnTo>
                    <a:pt x="0" y="390143"/>
                  </a:lnTo>
                  <a:lnTo>
                    <a:pt x="0" y="406908"/>
                  </a:lnTo>
                  <a:lnTo>
                    <a:pt x="0" y="425195"/>
                  </a:lnTo>
                  <a:lnTo>
                    <a:pt x="0" y="441960"/>
                  </a:lnTo>
                  <a:lnTo>
                    <a:pt x="0" y="455676"/>
                  </a:lnTo>
                  <a:lnTo>
                    <a:pt x="0" y="467867"/>
                  </a:lnTo>
                  <a:lnTo>
                    <a:pt x="0" y="477012"/>
                  </a:lnTo>
                  <a:lnTo>
                    <a:pt x="4572" y="486156"/>
                  </a:lnTo>
                  <a:lnTo>
                    <a:pt x="9144" y="489204"/>
                  </a:lnTo>
                  <a:lnTo>
                    <a:pt x="12192" y="493776"/>
                  </a:lnTo>
                </a:path>
              </a:pathLst>
            </a:custGeom>
            <a:noFill/>
            <a:ln w="19812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61" name="object 9"/>
            <p:cNvSpPr/>
            <p:nvPr/>
          </p:nvSpPr>
          <p:spPr>
            <a:xfrm>
              <a:off x="4875120" y="3873960"/>
              <a:ext cx="205200" cy="267840"/>
            </a:xfrm>
            <a:custGeom>
              <a:avLst/>
              <a:gdLst>
                <a:gd name="textAreaLeft" fmla="*/ 0 w 205200"/>
                <a:gd name="textAreaRight" fmla="*/ 205920 w 205200"/>
                <a:gd name="textAreaTop" fmla="*/ 0 h 267840"/>
                <a:gd name="textAreaBottom" fmla="*/ 268560 h 267840"/>
              </a:gdLst>
              <a:ahLst/>
              <a:rect l="textAreaLeft" t="textAreaTop" r="textAreaRight" b="textAreaBottom"/>
              <a:pathLst>
                <a:path w="205739" h="268604">
                  <a:moveTo>
                    <a:pt x="205739" y="0"/>
                  </a:moveTo>
                  <a:lnTo>
                    <a:pt x="202691" y="4572"/>
                  </a:lnTo>
                  <a:lnTo>
                    <a:pt x="193547" y="9144"/>
                  </a:lnTo>
                  <a:lnTo>
                    <a:pt x="184403" y="12192"/>
                  </a:lnTo>
                  <a:lnTo>
                    <a:pt x="172211" y="21336"/>
                  </a:lnTo>
                  <a:lnTo>
                    <a:pt x="153923" y="38100"/>
                  </a:lnTo>
                  <a:lnTo>
                    <a:pt x="137159" y="60960"/>
                  </a:lnTo>
                  <a:lnTo>
                    <a:pt x="111251" y="86868"/>
                  </a:lnTo>
                  <a:lnTo>
                    <a:pt x="85343" y="112775"/>
                  </a:lnTo>
                  <a:lnTo>
                    <a:pt x="59435" y="138684"/>
                  </a:lnTo>
                  <a:lnTo>
                    <a:pt x="42671" y="160019"/>
                  </a:lnTo>
                  <a:lnTo>
                    <a:pt x="30479" y="176783"/>
                  </a:lnTo>
                  <a:lnTo>
                    <a:pt x="16763" y="195072"/>
                  </a:lnTo>
                  <a:lnTo>
                    <a:pt x="9144" y="207264"/>
                  </a:lnTo>
                  <a:lnTo>
                    <a:pt x="4571" y="220980"/>
                  </a:lnTo>
                  <a:lnTo>
                    <a:pt x="0" y="233172"/>
                  </a:lnTo>
                  <a:lnTo>
                    <a:pt x="0" y="242316"/>
                  </a:lnTo>
                  <a:lnTo>
                    <a:pt x="0" y="251459"/>
                  </a:lnTo>
                  <a:lnTo>
                    <a:pt x="4571" y="259080"/>
                  </a:lnTo>
                  <a:lnTo>
                    <a:pt x="9144" y="263652"/>
                  </a:lnTo>
                  <a:lnTo>
                    <a:pt x="21335" y="268224"/>
                  </a:lnTo>
                  <a:lnTo>
                    <a:pt x="42671" y="263652"/>
                  </a:lnTo>
                  <a:lnTo>
                    <a:pt x="68579" y="254507"/>
                  </a:lnTo>
                  <a:lnTo>
                    <a:pt x="89915" y="242316"/>
                  </a:lnTo>
                  <a:lnTo>
                    <a:pt x="106679" y="228600"/>
                  </a:lnTo>
                  <a:lnTo>
                    <a:pt x="129539" y="211836"/>
                  </a:lnTo>
                  <a:lnTo>
                    <a:pt x="146303" y="190500"/>
                  </a:lnTo>
                  <a:lnTo>
                    <a:pt x="167639" y="160019"/>
                  </a:lnTo>
                  <a:lnTo>
                    <a:pt x="184403" y="138684"/>
                  </a:lnTo>
                  <a:lnTo>
                    <a:pt x="193547" y="117348"/>
                  </a:lnTo>
                  <a:lnTo>
                    <a:pt x="202691" y="99060"/>
                  </a:lnTo>
                  <a:lnTo>
                    <a:pt x="205739" y="86868"/>
                  </a:lnTo>
                  <a:lnTo>
                    <a:pt x="205739" y="73152"/>
                  </a:lnTo>
                  <a:lnTo>
                    <a:pt x="205739" y="64008"/>
                  </a:lnTo>
                  <a:lnTo>
                    <a:pt x="202691" y="56387"/>
                  </a:lnTo>
                  <a:lnTo>
                    <a:pt x="198119" y="51816"/>
                  </a:lnTo>
                  <a:lnTo>
                    <a:pt x="188975" y="47244"/>
                  </a:lnTo>
                  <a:lnTo>
                    <a:pt x="179831" y="47244"/>
                  </a:lnTo>
                  <a:lnTo>
                    <a:pt x="167639" y="47244"/>
                  </a:lnTo>
                  <a:lnTo>
                    <a:pt x="129539" y="68580"/>
                  </a:lnTo>
                  <a:lnTo>
                    <a:pt x="94487" y="89916"/>
                  </a:lnTo>
                  <a:lnTo>
                    <a:pt x="77723" y="103632"/>
                  </a:lnTo>
                </a:path>
              </a:pathLst>
            </a:custGeom>
            <a:noFill/>
            <a:ln w="19812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62" name="object 10"/>
          <p:cNvGrpSpPr/>
          <p:nvPr/>
        </p:nvGrpSpPr>
        <p:grpSpPr>
          <a:xfrm>
            <a:off x="5205960" y="3549240"/>
            <a:ext cx="530280" cy="540360"/>
            <a:chOff x="5205960" y="3549240"/>
            <a:chExt cx="530280" cy="540360"/>
          </a:xfrm>
        </p:grpSpPr>
        <p:sp>
          <p:nvSpPr>
            <p:cNvPr id="163" name="object 11"/>
            <p:cNvSpPr/>
            <p:nvPr/>
          </p:nvSpPr>
          <p:spPr>
            <a:xfrm>
              <a:off x="5297400" y="3549240"/>
              <a:ext cx="145800" cy="540360"/>
            </a:xfrm>
            <a:custGeom>
              <a:avLst/>
              <a:gdLst>
                <a:gd name="textAreaLeft" fmla="*/ 0 w 145800"/>
                <a:gd name="textAreaRight" fmla="*/ 146520 w 145800"/>
                <a:gd name="textAreaTop" fmla="*/ 0 h 540360"/>
                <a:gd name="textAreaBottom" fmla="*/ 541080 h 540360"/>
              </a:gdLst>
              <a:ahLst/>
              <a:rect l="textAreaLeft" t="textAreaTop" r="textAreaRight" b="textAreaBottom"/>
              <a:pathLst>
                <a:path w="146685" h="541020">
                  <a:moveTo>
                    <a:pt x="146303" y="0"/>
                  </a:moveTo>
                  <a:lnTo>
                    <a:pt x="146303" y="4572"/>
                  </a:lnTo>
                  <a:lnTo>
                    <a:pt x="146303" y="12192"/>
                  </a:lnTo>
                  <a:lnTo>
                    <a:pt x="141731" y="35052"/>
                  </a:lnTo>
                  <a:lnTo>
                    <a:pt x="129539" y="99060"/>
                  </a:lnTo>
                  <a:lnTo>
                    <a:pt x="115823" y="150876"/>
                  </a:lnTo>
                  <a:lnTo>
                    <a:pt x="94487" y="211836"/>
                  </a:lnTo>
                  <a:lnTo>
                    <a:pt x="73151" y="263652"/>
                  </a:lnTo>
                  <a:lnTo>
                    <a:pt x="50291" y="320039"/>
                  </a:lnTo>
                  <a:lnTo>
                    <a:pt x="33527" y="371856"/>
                  </a:lnTo>
                  <a:lnTo>
                    <a:pt x="16763" y="414528"/>
                  </a:lnTo>
                  <a:lnTo>
                    <a:pt x="7619" y="446532"/>
                  </a:lnTo>
                  <a:lnTo>
                    <a:pt x="4571" y="472439"/>
                  </a:lnTo>
                  <a:lnTo>
                    <a:pt x="0" y="493776"/>
                  </a:lnTo>
                  <a:lnTo>
                    <a:pt x="0" y="510539"/>
                  </a:lnTo>
                  <a:lnTo>
                    <a:pt x="4571" y="524256"/>
                  </a:lnTo>
                  <a:lnTo>
                    <a:pt x="7619" y="531876"/>
                  </a:lnTo>
                  <a:lnTo>
                    <a:pt x="12191" y="536448"/>
                  </a:lnTo>
                  <a:lnTo>
                    <a:pt x="21335" y="541019"/>
                  </a:lnTo>
                  <a:lnTo>
                    <a:pt x="33527" y="541019"/>
                  </a:lnTo>
                  <a:lnTo>
                    <a:pt x="47243" y="536448"/>
                  </a:lnTo>
                  <a:lnTo>
                    <a:pt x="64007" y="527304"/>
                  </a:lnTo>
                </a:path>
              </a:pathLst>
            </a:custGeom>
            <a:noFill/>
            <a:ln w="19812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64" name="object 12"/>
            <p:cNvSpPr/>
            <p:nvPr/>
          </p:nvSpPr>
          <p:spPr>
            <a:xfrm>
              <a:off x="5205960" y="3878640"/>
              <a:ext cx="530280" cy="194760"/>
            </a:xfrm>
            <a:custGeom>
              <a:avLst/>
              <a:gdLst>
                <a:gd name="textAreaLeft" fmla="*/ 0 w 530280"/>
                <a:gd name="textAreaRight" fmla="*/ 531000 w 530280"/>
                <a:gd name="textAreaTop" fmla="*/ 0 h 194760"/>
                <a:gd name="textAreaBottom" fmla="*/ 195480 h 194760"/>
              </a:gdLst>
              <a:ahLst/>
              <a:rect l="textAreaLeft" t="textAreaTop" r="textAreaRight" b="textAreaBottom"/>
              <a:pathLst>
                <a:path w="530860" h="195579">
                  <a:moveTo>
                    <a:pt x="0" y="4572"/>
                  </a:moveTo>
                  <a:lnTo>
                    <a:pt x="13716" y="7620"/>
                  </a:lnTo>
                  <a:lnTo>
                    <a:pt x="35052" y="7620"/>
                  </a:lnTo>
                  <a:lnTo>
                    <a:pt x="65532" y="12192"/>
                  </a:lnTo>
                  <a:lnTo>
                    <a:pt x="103632" y="12192"/>
                  </a:lnTo>
                  <a:lnTo>
                    <a:pt x="141732" y="12192"/>
                  </a:lnTo>
                  <a:lnTo>
                    <a:pt x="181356" y="7620"/>
                  </a:lnTo>
                  <a:lnTo>
                    <a:pt x="220980" y="7620"/>
                  </a:lnTo>
                  <a:lnTo>
                    <a:pt x="263652" y="4572"/>
                  </a:lnTo>
                  <a:lnTo>
                    <a:pt x="301752" y="4572"/>
                  </a:lnTo>
                  <a:lnTo>
                    <a:pt x="332232" y="0"/>
                  </a:lnTo>
                  <a:lnTo>
                    <a:pt x="362712" y="0"/>
                  </a:lnTo>
                  <a:lnTo>
                    <a:pt x="478536" y="0"/>
                  </a:lnTo>
                  <a:lnTo>
                    <a:pt x="469391" y="0"/>
                  </a:lnTo>
                  <a:lnTo>
                    <a:pt x="457200" y="4572"/>
                  </a:lnTo>
                  <a:lnTo>
                    <a:pt x="438912" y="7620"/>
                  </a:lnTo>
                  <a:lnTo>
                    <a:pt x="417576" y="21336"/>
                  </a:lnTo>
                  <a:lnTo>
                    <a:pt x="388619" y="38100"/>
                  </a:lnTo>
                  <a:lnTo>
                    <a:pt x="362712" y="59436"/>
                  </a:lnTo>
                  <a:lnTo>
                    <a:pt x="336804" y="85344"/>
                  </a:lnTo>
                  <a:lnTo>
                    <a:pt x="318515" y="112776"/>
                  </a:lnTo>
                  <a:lnTo>
                    <a:pt x="306323" y="129540"/>
                  </a:lnTo>
                  <a:lnTo>
                    <a:pt x="297180" y="146304"/>
                  </a:lnTo>
                  <a:lnTo>
                    <a:pt x="292607" y="160020"/>
                  </a:lnTo>
                  <a:lnTo>
                    <a:pt x="292607" y="172212"/>
                  </a:lnTo>
                  <a:lnTo>
                    <a:pt x="292607" y="181355"/>
                  </a:lnTo>
                  <a:lnTo>
                    <a:pt x="297180" y="185928"/>
                  </a:lnTo>
                  <a:lnTo>
                    <a:pt x="306323" y="190500"/>
                  </a:lnTo>
                  <a:lnTo>
                    <a:pt x="318515" y="195072"/>
                  </a:lnTo>
                  <a:lnTo>
                    <a:pt x="336804" y="195072"/>
                  </a:lnTo>
                  <a:lnTo>
                    <a:pt x="353567" y="190500"/>
                  </a:lnTo>
                  <a:lnTo>
                    <a:pt x="370332" y="185928"/>
                  </a:lnTo>
                  <a:lnTo>
                    <a:pt x="388619" y="176784"/>
                  </a:lnTo>
                  <a:lnTo>
                    <a:pt x="400812" y="169164"/>
                  </a:lnTo>
                  <a:lnTo>
                    <a:pt x="414528" y="160020"/>
                  </a:lnTo>
                  <a:lnTo>
                    <a:pt x="422148" y="150876"/>
                  </a:lnTo>
                  <a:lnTo>
                    <a:pt x="431291" y="146304"/>
                  </a:lnTo>
                  <a:lnTo>
                    <a:pt x="438912" y="143256"/>
                  </a:lnTo>
                  <a:lnTo>
                    <a:pt x="448056" y="138684"/>
                  </a:lnTo>
                  <a:lnTo>
                    <a:pt x="457200" y="138684"/>
                  </a:lnTo>
                  <a:lnTo>
                    <a:pt x="464819" y="143256"/>
                  </a:lnTo>
                  <a:lnTo>
                    <a:pt x="469391" y="146304"/>
                  </a:lnTo>
                  <a:lnTo>
                    <a:pt x="473963" y="150876"/>
                  </a:lnTo>
                  <a:lnTo>
                    <a:pt x="478536" y="160020"/>
                  </a:lnTo>
                  <a:lnTo>
                    <a:pt x="487680" y="169164"/>
                  </a:lnTo>
                  <a:lnTo>
                    <a:pt x="495300" y="176784"/>
                  </a:lnTo>
                  <a:lnTo>
                    <a:pt x="504443" y="181355"/>
                  </a:lnTo>
                  <a:lnTo>
                    <a:pt x="513587" y="185928"/>
                  </a:lnTo>
                  <a:lnTo>
                    <a:pt x="530352" y="185928"/>
                  </a:lnTo>
                </a:path>
              </a:pathLst>
            </a:custGeom>
            <a:noFill/>
            <a:ln w="19812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65" name="object 13"/>
          <p:cNvSpPr/>
          <p:nvPr/>
        </p:nvSpPr>
        <p:spPr>
          <a:xfrm>
            <a:off x="5916240" y="3549240"/>
            <a:ext cx="138240" cy="540360"/>
          </a:xfrm>
          <a:custGeom>
            <a:avLst/>
            <a:gdLst>
              <a:gd name="textAreaLeft" fmla="*/ 0 w 138240"/>
              <a:gd name="textAreaRight" fmla="*/ 138960 w 138240"/>
              <a:gd name="textAreaTop" fmla="*/ 0 h 540360"/>
              <a:gd name="textAreaBottom" fmla="*/ 541080 h 540360"/>
            </a:gdLst>
            <a:ahLst/>
            <a:rect l="textAreaLeft" t="textAreaTop" r="textAreaRight" b="textAreaBottom"/>
            <a:pathLst>
              <a:path w="139064" h="541020">
                <a:moveTo>
                  <a:pt x="138684" y="0"/>
                </a:moveTo>
                <a:lnTo>
                  <a:pt x="138684" y="4572"/>
                </a:lnTo>
                <a:lnTo>
                  <a:pt x="134112" y="16764"/>
                </a:lnTo>
                <a:lnTo>
                  <a:pt x="124968" y="38100"/>
                </a:lnTo>
                <a:lnTo>
                  <a:pt x="117348" y="68580"/>
                </a:lnTo>
                <a:lnTo>
                  <a:pt x="103632" y="117348"/>
                </a:lnTo>
                <a:lnTo>
                  <a:pt x="86868" y="176783"/>
                </a:lnTo>
                <a:lnTo>
                  <a:pt x="65532" y="242316"/>
                </a:lnTo>
                <a:lnTo>
                  <a:pt x="47244" y="298704"/>
                </a:lnTo>
                <a:lnTo>
                  <a:pt x="30480" y="362712"/>
                </a:lnTo>
                <a:lnTo>
                  <a:pt x="18288" y="414528"/>
                </a:lnTo>
                <a:lnTo>
                  <a:pt x="9144" y="454152"/>
                </a:lnTo>
                <a:lnTo>
                  <a:pt x="4572" y="484632"/>
                </a:lnTo>
                <a:lnTo>
                  <a:pt x="0" y="505967"/>
                </a:lnTo>
                <a:lnTo>
                  <a:pt x="0" y="519684"/>
                </a:lnTo>
                <a:lnTo>
                  <a:pt x="4572" y="531876"/>
                </a:lnTo>
                <a:lnTo>
                  <a:pt x="13716" y="536448"/>
                </a:lnTo>
                <a:lnTo>
                  <a:pt x="25908" y="541019"/>
                </a:lnTo>
                <a:lnTo>
                  <a:pt x="51816" y="531876"/>
                </a:lnTo>
              </a:path>
            </a:pathLst>
          </a:custGeom>
          <a:noFill/>
          <a:ln w="19812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grpSp>
        <p:nvGrpSpPr>
          <p:cNvPr id="166" name="object 14"/>
          <p:cNvGrpSpPr/>
          <p:nvPr/>
        </p:nvGrpSpPr>
        <p:grpSpPr>
          <a:xfrm>
            <a:off x="6373440" y="3471840"/>
            <a:ext cx="499680" cy="627120"/>
            <a:chOff x="6373440" y="3471840"/>
            <a:chExt cx="499680" cy="627120"/>
          </a:xfrm>
        </p:grpSpPr>
        <p:sp>
          <p:nvSpPr>
            <p:cNvPr id="167" name="object 15"/>
            <p:cNvSpPr/>
            <p:nvPr/>
          </p:nvSpPr>
          <p:spPr>
            <a:xfrm>
              <a:off x="6373440" y="3471840"/>
              <a:ext cx="469080" cy="627120"/>
            </a:xfrm>
            <a:custGeom>
              <a:avLst/>
              <a:gdLst>
                <a:gd name="textAreaLeft" fmla="*/ 0 w 469080"/>
                <a:gd name="textAreaRight" fmla="*/ 469800 w 469080"/>
                <a:gd name="textAreaTop" fmla="*/ 0 h 627120"/>
                <a:gd name="textAreaBottom" fmla="*/ 627840 h 627120"/>
              </a:gdLst>
              <a:ahLst/>
              <a:rect l="textAreaLeft" t="textAreaTop" r="textAreaRight" b="textAreaBottom"/>
              <a:pathLst>
                <a:path w="469900" h="628014">
                  <a:moveTo>
                    <a:pt x="163068" y="172212"/>
                  </a:moveTo>
                  <a:lnTo>
                    <a:pt x="158496" y="176784"/>
                  </a:lnTo>
                  <a:lnTo>
                    <a:pt x="150876" y="185928"/>
                  </a:lnTo>
                  <a:lnTo>
                    <a:pt x="141732" y="202692"/>
                  </a:lnTo>
                  <a:lnTo>
                    <a:pt x="129540" y="233172"/>
                  </a:lnTo>
                  <a:lnTo>
                    <a:pt x="111252" y="272796"/>
                  </a:lnTo>
                  <a:lnTo>
                    <a:pt x="94488" y="320040"/>
                  </a:lnTo>
                  <a:lnTo>
                    <a:pt x="82296" y="362712"/>
                  </a:lnTo>
                  <a:lnTo>
                    <a:pt x="59436" y="419100"/>
                  </a:lnTo>
                  <a:lnTo>
                    <a:pt x="38100" y="475488"/>
                  </a:lnTo>
                  <a:lnTo>
                    <a:pt x="21336" y="524255"/>
                  </a:lnTo>
                  <a:lnTo>
                    <a:pt x="12192" y="553212"/>
                  </a:lnTo>
                  <a:lnTo>
                    <a:pt x="4572" y="576072"/>
                  </a:lnTo>
                  <a:lnTo>
                    <a:pt x="0" y="588264"/>
                  </a:lnTo>
                  <a:lnTo>
                    <a:pt x="0" y="597407"/>
                  </a:lnTo>
                  <a:lnTo>
                    <a:pt x="4572" y="588264"/>
                  </a:lnTo>
                  <a:lnTo>
                    <a:pt x="7620" y="571499"/>
                  </a:lnTo>
                  <a:lnTo>
                    <a:pt x="16764" y="545592"/>
                  </a:lnTo>
                  <a:lnTo>
                    <a:pt x="30480" y="498348"/>
                  </a:lnTo>
                  <a:lnTo>
                    <a:pt x="47244" y="449580"/>
                  </a:lnTo>
                  <a:lnTo>
                    <a:pt x="64008" y="411480"/>
                  </a:lnTo>
                  <a:lnTo>
                    <a:pt x="82296" y="371855"/>
                  </a:lnTo>
                  <a:lnTo>
                    <a:pt x="99060" y="341376"/>
                  </a:lnTo>
                  <a:lnTo>
                    <a:pt x="115824" y="306324"/>
                  </a:lnTo>
                  <a:lnTo>
                    <a:pt x="132588" y="272796"/>
                  </a:lnTo>
                  <a:lnTo>
                    <a:pt x="146304" y="242316"/>
                  </a:lnTo>
                  <a:lnTo>
                    <a:pt x="155448" y="216408"/>
                  </a:lnTo>
                  <a:lnTo>
                    <a:pt x="167640" y="190500"/>
                  </a:lnTo>
                  <a:lnTo>
                    <a:pt x="181356" y="160020"/>
                  </a:lnTo>
                  <a:lnTo>
                    <a:pt x="202692" y="129540"/>
                  </a:lnTo>
                  <a:lnTo>
                    <a:pt x="224028" y="99060"/>
                  </a:lnTo>
                  <a:lnTo>
                    <a:pt x="262128" y="56388"/>
                  </a:lnTo>
                  <a:lnTo>
                    <a:pt x="297180" y="25908"/>
                  </a:lnTo>
                  <a:lnTo>
                    <a:pt x="348996" y="3048"/>
                  </a:lnTo>
                  <a:lnTo>
                    <a:pt x="374904" y="0"/>
                  </a:lnTo>
                  <a:lnTo>
                    <a:pt x="396240" y="0"/>
                  </a:lnTo>
                  <a:lnTo>
                    <a:pt x="417576" y="0"/>
                  </a:lnTo>
                  <a:lnTo>
                    <a:pt x="429768" y="3048"/>
                  </a:lnTo>
                  <a:lnTo>
                    <a:pt x="443484" y="12192"/>
                  </a:lnTo>
                  <a:lnTo>
                    <a:pt x="451104" y="30480"/>
                  </a:lnTo>
                  <a:lnTo>
                    <a:pt x="460248" y="56388"/>
                  </a:lnTo>
                  <a:lnTo>
                    <a:pt x="460248" y="86868"/>
                  </a:lnTo>
                  <a:lnTo>
                    <a:pt x="438912" y="150876"/>
                  </a:lnTo>
                  <a:lnTo>
                    <a:pt x="417576" y="185928"/>
                  </a:lnTo>
                  <a:lnTo>
                    <a:pt x="391668" y="220980"/>
                  </a:lnTo>
                  <a:lnTo>
                    <a:pt x="361188" y="249936"/>
                  </a:lnTo>
                  <a:lnTo>
                    <a:pt x="335280" y="275844"/>
                  </a:lnTo>
                  <a:lnTo>
                    <a:pt x="275844" y="320040"/>
                  </a:lnTo>
                  <a:lnTo>
                    <a:pt x="214884" y="350519"/>
                  </a:lnTo>
                  <a:lnTo>
                    <a:pt x="176784" y="362712"/>
                  </a:lnTo>
                  <a:lnTo>
                    <a:pt x="167640" y="367284"/>
                  </a:lnTo>
                  <a:lnTo>
                    <a:pt x="158496" y="371855"/>
                  </a:lnTo>
                  <a:lnTo>
                    <a:pt x="150876" y="376428"/>
                  </a:lnTo>
                  <a:lnTo>
                    <a:pt x="146304" y="381000"/>
                  </a:lnTo>
                  <a:lnTo>
                    <a:pt x="141732" y="385572"/>
                  </a:lnTo>
                  <a:lnTo>
                    <a:pt x="141732" y="388619"/>
                  </a:lnTo>
                  <a:lnTo>
                    <a:pt x="141732" y="397764"/>
                  </a:lnTo>
                  <a:lnTo>
                    <a:pt x="141732" y="411480"/>
                  </a:lnTo>
                  <a:lnTo>
                    <a:pt x="141732" y="432816"/>
                  </a:lnTo>
                  <a:lnTo>
                    <a:pt x="146304" y="463295"/>
                  </a:lnTo>
                  <a:lnTo>
                    <a:pt x="150876" y="492251"/>
                  </a:lnTo>
                  <a:lnTo>
                    <a:pt x="155448" y="524255"/>
                  </a:lnTo>
                  <a:lnTo>
                    <a:pt x="158496" y="545592"/>
                  </a:lnTo>
                  <a:lnTo>
                    <a:pt x="163068" y="566927"/>
                  </a:lnTo>
                  <a:lnTo>
                    <a:pt x="188976" y="609599"/>
                  </a:lnTo>
                  <a:lnTo>
                    <a:pt x="228600" y="627888"/>
                  </a:lnTo>
                  <a:lnTo>
                    <a:pt x="245364" y="627888"/>
                  </a:lnTo>
                  <a:lnTo>
                    <a:pt x="304800" y="601979"/>
                  </a:lnTo>
                  <a:lnTo>
                    <a:pt x="348996" y="571499"/>
                  </a:lnTo>
                  <a:lnTo>
                    <a:pt x="361188" y="557784"/>
                  </a:lnTo>
                  <a:lnTo>
                    <a:pt x="374904" y="545592"/>
                  </a:lnTo>
                  <a:lnTo>
                    <a:pt x="382524" y="536448"/>
                  </a:lnTo>
                  <a:lnTo>
                    <a:pt x="387096" y="531875"/>
                  </a:lnTo>
                  <a:lnTo>
                    <a:pt x="391668" y="527303"/>
                  </a:lnTo>
                  <a:lnTo>
                    <a:pt x="396240" y="524255"/>
                  </a:lnTo>
                  <a:lnTo>
                    <a:pt x="400812" y="519684"/>
                  </a:lnTo>
                  <a:lnTo>
                    <a:pt x="405384" y="519684"/>
                  </a:lnTo>
                  <a:lnTo>
                    <a:pt x="408432" y="519684"/>
                  </a:lnTo>
                  <a:lnTo>
                    <a:pt x="413004" y="519684"/>
                  </a:lnTo>
                  <a:lnTo>
                    <a:pt x="417576" y="524255"/>
                  </a:lnTo>
                  <a:lnTo>
                    <a:pt x="422148" y="527303"/>
                  </a:lnTo>
                  <a:lnTo>
                    <a:pt x="429768" y="536448"/>
                  </a:lnTo>
                  <a:lnTo>
                    <a:pt x="434340" y="545592"/>
                  </a:lnTo>
                  <a:lnTo>
                    <a:pt x="438912" y="553212"/>
                  </a:lnTo>
                  <a:lnTo>
                    <a:pt x="443484" y="557784"/>
                  </a:lnTo>
                  <a:lnTo>
                    <a:pt x="448056" y="562355"/>
                  </a:lnTo>
                  <a:lnTo>
                    <a:pt x="451104" y="566927"/>
                  </a:lnTo>
                  <a:lnTo>
                    <a:pt x="455676" y="566927"/>
                  </a:lnTo>
                  <a:lnTo>
                    <a:pt x="460248" y="566927"/>
                  </a:lnTo>
                  <a:lnTo>
                    <a:pt x="469392" y="562355"/>
                  </a:lnTo>
                </a:path>
              </a:pathLst>
            </a:custGeom>
            <a:noFill/>
            <a:ln w="19812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68" name="object 16"/>
            <p:cNvSpPr/>
            <p:nvPr/>
          </p:nvSpPr>
          <p:spPr>
            <a:xfrm>
              <a:off x="6868800" y="3800880"/>
              <a:ext cx="4320" cy="2520"/>
            </a:xfrm>
            <a:custGeom>
              <a:avLst/>
              <a:gdLst>
                <a:gd name="textAreaLeft" fmla="*/ 0 w 4320"/>
                <a:gd name="textAreaRight" fmla="*/ 5040 w 4320"/>
                <a:gd name="textAreaTop" fmla="*/ 0 h 2520"/>
                <a:gd name="textAreaBottom" fmla="*/ 3240 h 2520"/>
              </a:gdLst>
              <a:ahLst/>
              <a:rect l="textAreaLeft" t="textAreaTop" r="textAreaRight" b="textAreaBottom"/>
              <a:pathLst>
                <a:path w="5079" h="3175">
                  <a:moveTo>
                    <a:pt x="4572" y="0"/>
                  </a:moveTo>
                  <a:lnTo>
                    <a:pt x="0" y="3048"/>
                  </a:lnTo>
                </a:path>
              </a:pathLst>
            </a:custGeom>
            <a:noFill/>
            <a:ln w="19812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69" name="object 17"/>
          <p:cNvGrpSpPr/>
          <p:nvPr/>
        </p:nvGrpSpPr>
        <p:grpSpPr>
          <a:xfrm>
            <a:off x="6949440" y="3622680"/>
            <a:ext cx="818280" cy="476640"/>
            <a:chOff x="6949440" y="3622680"/>
            <a:chExt cx="818280" cy="476640"/>
          </a:xfrm>
        </p:grpSpPr>
        <p:sp>
          <p:nvSpPr>
            <p:cNvPr id="170" name="object 18"/>
            <p:cNvSpPr/>
            <p:nvPr/>
          </p:nvSpPr>
          <p:spPr>
            <a:xfrm>
              <a:off x="6949440" y="3714120"/>
              <a:ext cx="357480" cy="385200"/>
            </a:xfrm>
            <a:custGeom>
              <a:avLst/>
              <a:gdLst>
                <a:gd name="textAreaLeft" fmla="*/ 0 w 357480"/>
                <a:gd name="textAreaRight" fmla="*/ 358200 w 357480"/>
                <a:gd name="textAreaTop" fmla="*/ 0 h 385200"/>
                <a:gd name="textAreaBottom" fmla="*/ 385920 h 385200"/>
              </a:gdLst>
              <a:ahLst/>
              <a:rect l="textAreaLeft" t="textAreaTop" r="textAreaRight" b="textAreaBottom"/>
              <a:pathLst>
                <a:path w="358140" h="386079">
                  <a:moveTo>
                    <a:pt x="0" y="385572"/>
                  </a:moveTo>
                  <a:lnTo>
                    <a:pt x="9144" y="381000"/>
                  </a:lnTo>
                  <a:lnTo>
                    <a:pt x="30480" y="367284"/>
                  </a:lnTo>
                  <a:lnTo>
                    <a:pt x="60960" y="341376"/>
                  </a:lnTo>
                  <a:lnTo>
                    <a:pt x="99060" y="303276"/>
                  </a:lnTo>
                  <a:lnTo>
                    <a:pt x="138684" y="263652"/>
                  </a:lnTo>
                  <a:lnTo>
                    <a:pt x="185928" y="224028"/>
                  </a:lnTo>
                  <a:lnTo>
                    <a:pt x="233172" y="181355"/>
                  </a:lnTo>
                  <a:lnTo>
                    <a:pt x="271272" y="138684"/>
                  </a:lnTo>
                  <a:lnTo>
                    <a:pt x="301752" y="99060"/>
                  </a:lnTo>
                  <a:lnTo>
                    <a:pt x="323087" y="68580"/>
                  </a:lnTo>
                  <a:lnTo>
                    <a:pt x="341376" y="47244"/>
                  </a:lnTo>
                  <a:lnTo>
                    <a:pt x="348995" y="30480"/>
                  </a:lnTo>
                  <a:lnTo>
                    <a:pt x="353567" y="16763"/>
                  </a:lnTo>
                  <a:lnTo>
                    <a:pt x="358139" y="7620"/>
                  </a:lnTo>
                  <a:lnTo>
                    <a:pt x="358139" y="4572"/>
                  </a:lnTo>
                  <a:lnTo>
                    <a:pt x="353567" y="0"/>
                  </a:lnTo>
                  <a:lnTo>
                    <a:pt x="344423" y="0"/>
                  </a:lnTo>
                  <a:lnTo>
                    <a:pt x="306323" y="16763"/>
                  </a:lnTo>
                  <a:lnTo>
                    <a:pt x="254507" y="64008"/>
                  </a:lnTo>
                  <a:lnTo>
                    <a:pt x="228600" y="103632"/>
                  </a:lnTo>
                  <a:lnTo>
                    <a:pt x="224028" y="117348"/>
                  </a:lnTo>
                  <a:lnTo>
                    <a:pt x="224028" y="129540"/>
                  </a:lnTo>
                  <a:lnTo>
                    <a:pt x="249936" y="164591"/>
                  </a:lnTo>
                  <a:lnTo>
                    <a:pt x="280416" y="190500"/>
                  </a:lnTo>
                  <a:lnTo>
                    <a:pt x="292607" y="202691"/>
                  </a:lnTo>
                  <a:lnTo>
                    <a:pt x="301752" y="216408"/>
                  </a:lnTo>
                  <a:lnTo>
                    <a:pt x="310895" y="233172"/>
                  </a:lnTo>
                  <a:lnTo>
                    <a:pt x="315467" y="249936"/>
                  </a:lnTo>
                  <a:lnTo>
                    <a:pt x="315467" y="268224"/>
                  </a:lnTo>
                  <a:lnTo>
                    <a:pt x="315467" y="284988"/>
                  </a:lnTo>
                  <a:lnTo>
                    <a:pt x="306323" y="303276"/>
                  </a:lnTo>
                  <a:lnTo>
                    <a:pt x="292607" y="324612"/>
                  </a:lnTo>
                  <a:lnTo>
                    <a:pt x="271272" y="341376"/>
                  </a:lnTo>
                  <a:lnTo>
                    <a:pt x="249936" y="359664"/>
                  </a:lnTo>
                  <a:lnTo>
                    <a:pt x="228600" y="371856"/>
                  </a:lnTo>
                  <a:lnTo>
                    <a:pt x="216407" y="376428"/>
                  </a:lnTo>
                  <a:lnTo>
                    <a:pt x="202692" y="381000"/>
                  </a:lnTo>
                </a:path>
              </a:pathLst>
            </a:custGeom>
            <a:noFill/>
            <a:ln w="19812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71" name="object 19"/>
            <p:cNvSpPr/>
            <p:nvPr/>
          </p:nvSpPr>
          <p:spPr>
            <a:xfrm>
              <a:off x="7354800" y="3669840"/>
              <a:ext cx="162360" cy="385200"/>
            </a:xfrm>
            <a:custGeom>
              <a:avLst/>
              <a:gdLst>
                <a:gd name="textAreaLeft" fmla="*/ 0 w 162360"/>
                <a:gd name="textAreaRight" fmla="*/ 163080 w 162360"/>
                <a:gd name="textAreaTop" fmla="*/ 0 h 385200"/>
                <a:gd name="textAreaBottom" fmla="*/ 385920 h 385200"/>
              </a:gdLst>
              <a:ahLst/>
              <a:rect l="textAreaLeft" t="textAreaTop" r="textAreaRight" b="textAreaBottom"/>
              <a:pathLst>
                <a:path w="163195" h="386079">
                  <a:moveTo>
                    <a:pt x="163068" y="0"/>
                  </a:moveTo>
                  <a:lnTo>
                    <a:pt x="155448" y="13716"/>
                  </a:lnTo>
                  <a:lnTo>
                    <a:pt x="141732" y="39624"/>
                  </a:lnTo>
                  <a:lnTo>
                    <a:pt x="120396" y="82296"/>
                  </a:lnTo>
                  <a:lnTo>
                    <a:pt x="99060" y="131064"/>
                  </a:lnTo>
                  <a:lnTo>
                    <a:pt x="73152" y="173736"/>
                  </a:lnTo>
                  <a:lnTo>
                    <a:pt x="51816" y="225551"/>
                  </a:lnTo>
                  <a:lnTo>
                    <a:pt x="30480" y="277368"/>
                  </a:lnTo>
                  <a:lnTo>
                    <a:pt x="9144" y="333756"/>
                  </a:lnTo>
                  <a:lnTo>
                    <a:pt x="4572" y="352043"/>
                  </a:lnTo>
                  <a:lnTo>
                    <a:pt x="0" y="364236"/>
                  </a:lnTo>
                  <a:lnTo>
                    <a:pt x="0" y="373380"/>
                  </a:lnTo>
                  <a:lnTo>
                    <a:pt x="0" y="381000"/>
                  </a:lnTo>
                  <a:lnTo>
                    <a:pt x="4572" y="385572"/>
                  </a:lnTo>
                  <a:lnTo>
                    <a:pt x="9144" y="385572"/>
                  </a:lnTo>
                  <a:lnTo>
                    <a:pt x="16764" y="385572"/>
                  </a:lnTo>
                </a:path>
              </a:pathLst>
            </a:custGeom>
            <a:noFill/>
            <a:ln w="19812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72" name="object 20"/>
            <p:cNvSpPr/>
            <p:nvPr/>
          </p:nvSpPr>
          <p:spPr>
            <a:xfrm>
              <a:off x="7458480" y="3622680"/>
              <a:ext cx="309240" cy="415800"/>
            </a:xfrm>
            <a:custGeom>
              <a:avLst/>
              <a:gdLst>
                <a:gd name="textAreaLeft" fmla="*/ 0 w 309240"/>
                <a:gd name="textAreaRight" fmla="*/ 309960 w 309240"/>
                <a:gd name="textAreaTop" fmla="*/ 0 h 415800"/>
                <a:gd name="textAreaBottom" fmla="*/ 416520 h 415800"/>
              </a:gdLst>
              <a:ahLst/>
              <a:rect l="textAreaLeft" t="textAreaTop" r="textAreaRight" b="textAreaBottom"/>
              <a:pathLst>
                <a:path w="309879" h="416560">
                  <a:moveTo>
                    <a:pt x="309372" y="0"/>
                  </a:moveTo>
                  <a:lnTo>
                    <a:pt x="300228" y="4572"/>
                  </a:lnTo>
                  <a:lnTo>
                    <a:pt x="288036" y="13716"/>
                  </a:lnTo>
                  <a:lnTo>
                    <a:pt x="231648" y="47244"/>
                  </a:lnTo>
                  <a:lnTo>
                    <a:pt x="188976" y="77724"/>
                  </a:lnTo>
                  <a:lnTo>
                    <a:pt x="146303" y="121920"/>
                  </a:lnTo>
                  <a:lnTo>
                    <a:pt x="111252" y="160019"/>
                  </a:lnTo>
                  <a:lnTo>
                    <a:pt x="85344" y="190500"/>
                  </a:lnTo>
                  <a:lnTo>
                    <a:pt x="59436" y="216407"/>
                  </a:lnTo>
                  <a:lnTo>
                    <a:pt x="42672" y="237743"/>
                  </a:lnTo>
                  <a:lnTo>
                    <a:pt x="25908" y="260604"/>
                  </a:lnTo>
                  <a:lnTo>
                    <a:pt x="12191" y="277368"/>
                  </a:lnTo>
                  <a:lnTo>
                    <a:pt x="4572" y="289559"/>
                  </a:lnTo>
                  <a:lnTo>
                    <a:pt x="0" y="303276"/>
                  </a:lnTo>
                  <a:lnTo>
                    <a:pt x="0" y="315467"/>
                  </a:lnTo>
                  <a:lnTo>
                    <a:pt x="4572" y="329184"/>
                  </a:lnTo>
                  <a:lnTo>
                    <a:pt x="7620" y="341376"/>
                  </a:lnTo>
                  <a:lnTo>
                    <a:pt x="30479" y="373380"/>
                  </a:lnTo>
                  <a:lnTo>
                    <a:pt x="85344" y="402336"/>
                  </a:lnTo>
                  <a:lnTo>
                    <a:pt x="150876" y="416052"/>
                  </a:lnTo>
                  <a:lnTo>
                    <a:pt x="188976" y="416052"/>
                  </a:lnTo>
                  <a:lnTo>
                    <a:pt x="228600" y="411480"/>
                  </a:lnTo>
                </a:path>
              </a:pathLst>
            </a:custGeom>
            <a:noFill/>
            <a:ln w="19812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73" name="object 21"/>
          <p:cNvGrpSpPr/>
          <p:nvPr/>
        </p:nvGrpSpPr>
        <p:grpSpPr>
          <a:xfrm>
            <a:off x="7956720" y="3873240"/>
            <a:ext cx="655560" cy="235440"/>
            <a:chOff x="7956720" y="3873240"/>
            <a:chExt cx="655560" cy="235440"/>
          </a:xfrm>
        </p:grpSpPr>
        <p:sp>
          <p:nvSpPr>
            <p:cNvPr id="174" name="object 22"/>
            <p:cNvSpPr/>
            <p:nvPr/>
          </p:nvSpPr>
          <p:spPr>
            <a:xfrm>
              <a:off x="7956720" y="3934800"/>
              <a:ext cx="615240" cy="89280"/>
            </a:xfrm>
            <a:custGeom>
              <a:avLst/>
              <a:gdLst>
                <a:gd name="textAreaLeft" fmla="*/ 0 w 615240"/>
                <a:gd name="textAreaRight" fmla="*/ 615960 w 615240"/>
                <a:gd name="textAreaTop" fmla="*/ 0 h 89280"/>
                <a:gd name="textAreaBottom" fmla="*/ 90000 h 89280"/>
              </a:gdLst>
              <a:ahLst/>
              <a:rect l="textAreaLeft" t="textAreaTop" r="textAreaRight" b="textAreaBottom"/>
              <a:pathLst>
                <a:path w="615950" h="90170">
                  <a:moveTo>
                    <a:pt x="0" y="12191"/>
                  </a:moveTo>
                  <a:lnTo>
                    <a:pt x="4572" y="12191"/>
                  </a:lnTo>
                  <a:lnTo>
                    <a:pt x="22859" y="16763"/>
                  </a:lnTo>
                  <a:lnTo>
                    <a:pt x="51816" y="25907"/>
                  </a:lnTo>
                  <a:lnTo>
                    <a:pt x="91439" y="35051"/>
                  </a:lnTo>
                  <a:lnTo>
                    <a:pt x="138684" y="47243"/>
                  </a:lnTo>
                  <a:lnTo>
                    <a:pt x="190500" y="60959"/>
                  </a:lnTo>
                  <a:lnTo>
                    <a:pt x="245364" y="68579"/>
                  </a:lnTo>
                  <a:lnTo>
                    <a:pt x="292607" y="77723"/>
                  </a:lnTo>
                  <a:lnTo>
                    <a:pt x="341376" y="86867"/>
                  </a:lnTo>
                  <a:lnTo>
                    <a:pt x="396239" y="89915"/>
                  </a:lnTo>
                  <a:lnTo>
                    <a:pt x="440436" y="86867"/>
                  </a:lnTo>
                  <a:lnTo>
                    <a:pt x="483108" y="82295"/>
                  </a:lnTo>
                  <a:lnTo>
                    <a:pt x="547115" y="64007"/>
                  </a:lnTo>
                  <a:lnTo>
                    <a:pt x="589787" y="38099"/>
                  </a:lnTo>
                  <a:lnTo>
                    <a:pt x="615695" y="0"/>
                  </a:lnTo>
                </a:path>
              </a:pathLst>
            </a:custGeom>
            <a:noFill/>
            <a:ln w="19812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pic>
          <p:nvPicPr>
            <p:cNvPr id="175" name="object 23" descr=""/>
            <p:cNvPicPr/>
            <p:nvPr/>
          </p:nvPicPr>
          <p:blipFill>
            <a:blip r:embed="rId2"/>
            <a:stretch/>
          </p:blipFill>
          <p:spPr>
            <a:xfrm>
              <a:off x="8399520" y="3873240"/>
              <a:ext cx="212760" cy="2354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76" name="object 24"/>
          <p:cNvGrpSpPr/>
          <p:nvPr/>
        </p:nvGrpSpPr>
        <p:grpSpPr>
          <a:xfrm>
            <a:off x="8706600" y="3721680"/>
            <a:ext cx="615600" cy="337680"/>
            <a:chOff x="8706600" y="3721680"/>
            <a:chExt cx="615600" cy="337680"/>
          </a:xfrm>
        </p:grpSpPr>
        <p:sp>
          <p:nvSpPr>
            <p:cNvPr id="177" name="object 25"/>
            <p:cNvSpPr/>
            <p:nvPr/>
          </p:nvSpPr>
          <p:spPr>
            <a:xfrm>
              <a:off x="8706600" y="3721680"/>
              <a:ext cx="443160" cy="337680"/>
            </a:xfrm>
            <a:custGeom>
              <a:avLst/>
              <a:gdLst>
                <a:gd name="textAreaLeft" fmla="*/ 0 w 443160"/>
                <a:gd name="textAreaRight" fmla="*/ 443880 w 443160"/>
                <a:gd name="textAreaTop" fmla="*/ 0 h 337680"/>
                <a:gd name="textAreaBottom" fmla="*/ 338400 h 337680"/>
              </a:gdLst>
              <a:ahLst/>
              <a:rect l="textAreaLeft" t="textAreaTop" r="textAreaRight" b="textAreaBottom"/>
              <a:pathLst>
                <a:path w="443865" h="338454">
                  <a:moveTo>
                    <a:pt x="0" y="0"/>
                  </a:moveTo>
                  <a:lnTo>
                    <a:pt x="4572" y="0"/>
                  </a:lnTo>
                  <a:lnTo>
                    <a:pt x="16764" y="0"/>
                  </a:lnTo>
                  <a:lnTo>
                    <a:pt x="35052" y="0"/>
                  </a:lnTo>
                  <a:lnTo>
                    <a:pt x="56387" y="4572"/>
                  </a:lnTo>
                  <a:lnTo>
                    <a:pt x="111252" y="18288"/>
                  </a:lnTo>
                  <a:lnTo>
                    <a:pt x="163068" y="44195"/>
                  </a:lnTo>
                  <a:lnTo>
                    <a:pt x="198119" y="70104"/>
                  </a:lnTo>
                  <a:lnTo>
                    <a:pt x="224028" y="109728"/>
                  </a:lnTo>
                  <a:lnTo>
                    <a:pt x="219456" y="126491"/>
                  </a:lnTo>
                  <a:lnTo>
                    <a:pt x="210311" y="147828"/>
                  </a:lnTo>
                  <a:lnTo>
                    <a:pt x="198119" y="169164"/>
                  </a:lnTo>
                  <a:lnTo>
                    <a:pt x="181356" y="190500"/>
                  </a:lnTo>
                  <a:lnTo>
                    <a:pt x="158495" y="213359"/>
                  </a:lnTo>
                  <a:lnTo>
                    <a:pt x="141732" y="234695"/>
                  </a:lnTo>
                  <a:lnTo>
                    <a:pt x="124968" y="251459"/>
                  </a:lnTo>
                  <a:lnTo>
                    <a:pt x="111252" y="269748"/>
                  </a:lnTo>
                  <a:lnTo>
                    <a:pt x="103632" y="281940"/>
                  </a:lnTo>
                  <a:lnTo>
                    <a:pt x="99060" y="291083"/>
                  </a:lnTo>
                  <a:lnTo>
                    <a:pt x="99060" y="300228"/>
                  </a:lnTo>
                  <a:lnTo>
                    <a:pt x="99060" y="307848"/>
                  </a:lnTo>
                  <a:lnTo>
                    <a:pt x="103632" y="316991"/>
                  </a:lnTo>
                  <a:lnTo>
                    <a:pt x="115824" y="326136"/>
                  </a:lnTo>
                  <a:lnTo>
                    <a:pt x="141732" y="333756"/>
                  </a:lnTo>
                  <a:lnTo>
                    <a:pt x="172211" y="338328"/>
                  </a:lnTo>
                  <a:lnTo>
                    <a:pt x="210311" y="338328"/>
                  </a:lnTo>
                  <a:lnTo>
                    <a:pt x="254507" y="333756"/>
                  </a:lnTo>
                  <a:lnTo>
                    <a:pt x="292607" y="326136"/>
                  </a:lnTo>
                  <a:lnTo>
                    <a:pt x="358139" y="300228"/>
                  </a:lnTo>
                  <a:lnTo>
                    <a:pt x="422148" y="265176"/>
                  </a:lnTo>
                  <a:lnTo>
                    <a:pt x="443484" y="242316"/>
                  </a:lnTo>
                </a:path>
              </a:pathLst>
            </a:custGeom>
            <a:noFill/>
            <a:ln w="19812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pic>
          <p:nvPicPr>
            <p:cNvPr id="178" name="object 26" descr=""/>
            <p:cNvPicPr/>
            <p:nvPr/>
          </p:nvPicPr>
          <p:blipFill>
            <a:blip r:embed="rId3"/>
            <a:stretch/>
          </p:blipFill>
          <p:spPr>
            <a:xfrm>
              <a:off x="9105120" y="3833640"/>
              <a:ext cx="217080" cy="18828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79" name="object 27"/>
          <p:cNvGrpSpPr/>
          <p:nvPr/>
        </p:nvGrpSpPr>
        <p:grpSpPr>
          <a:xfrm>
            <a:off x="3613320" y="4563000"/>
            <a:ext cx="1127520" cy="280080"/>
            <a:chOff x="3613320" y="4563000"/>
            <a:chExt cx="1127520" cy="280080"/>
          </a:xfrm>
        </p:grpSpPr>
        <p:sp>
          <p:nvSpPr>
            <p:cNvPr id="180" name="object 28"/>
            <p:cNvSpPr/>
            <p:nvPr/>
          </p:nvSpPr>
          <p:spPr>
            <a:xfrm>
              <a:off x="3613320" y="4709160"/>
              <a:ext cx="1068120" cy="100080"/>
            </a:xfrm>
            <a:custGeom>
              <a:avLst/>
              <a:gdLst>
                <a:gd name="textAreaLeft" fmla="*/ 0 w 1068120"/>
                <a:gd name="textAreaRight" fmla="*/ 1068840 w 1068120"/>
                <a:gd name="textAreaTop" fmla="*/ 0 h 100080"/>
                <a:gd name="textAreaBottom" fmla="*/ 100800 h 100080"/>
              </a:gdLst>
              <a:ahLst/>
              <a:rect l="textAreaLeft" t="textAreaTop" r="textAreaRight" b="textAreaBottom"/>
              <a:pathLst>
                <a:path w="1068704" h="100964">
                  <a:moveTo>
                    <a:pt x="0" y="47243"/>
                  </a:moveTo>
                  <a:lnTo>
                    <a:pt x="9144" y="47243"/>
                  </a:lnTo>
                  <a:lnTo>
                    <a:pt x="39624" y="47243"/>
                  </a:lnTo>
                  <a:lnTo>
                    <a:pt x="86868" y="47243"/>
                  </a:lnTo>
                  <a:lnTo>
                    <a:pt x="141732" y="47243"/>
                  </a:lnTo>
                  <a:lnTo>
                    <a:pt x="237743" y="44195"/>
                  </a:lnTo>
                  <a:lnTo>
                    <a:pt x="310895" y="39623"/>
                  </a:lnTo>
                  <a:lnTo>
                    <a:pt x="396239" y="35051"/>
                  </a:lnTo>
                  <a:lnTo>
                    <a:pt x="486156" y="30479"/>
                  </a:lnTo>
                  <a:lnTo>
                    <a:pt x="556260" y="25907"/>
                  </a:lnTo>
                  <a:lnTo>
                    <a:pt x="646175" y="18287"/>
                  </a:lnTo>
                  <a:lnTo>
                    <a:pt x="705612" y="13715"/>
                  </a:lnTo>
                  <a:lnTo>
                    <a:pt x="775716" y="9143"/>
                  </a:lnTo>
                  <a:lnTo>
                    <a:pt x="853439" y="4571"/>
                  </a:lnTo>
                  <a:lnTo>
                    <a:pt x="912875" y="0"/>
                  </a:lnTo>
                  <a:lnTo>
                    <a:pt x="950975" y="0"/>
                  </a:lnTo>
                  <a:lnTo>
                    <a:pt x="995172" y="0"/>
                  </a:lnTo>
                  <a:lnTo>
                    <a:pt x="1024127" y="4571"/>
                  </a:lnTo>
                  <a:lnTo>
                    <a:pt x="1046987" y="9143"/>
                  </a:lnTo>
                  <a:lnTo>
                    <a:pt x="1059179" y="13715"/>
                  </a:lnTo>
                  <a:lnTo>
                    <a:pt x="1063752" y="21335"/>
                  </a:lnTo>
                  <a:lnTo>
                    <a:pt x="1068324" y="35051"/>
                  </a:lnTo>
                  <a:lnTo>
                    <a:pt x="1063752" y="51815"/>
                  </a:lnTo>
                  <a:lnTo>
                    <a:pt x="1054608" y="70103"/>
                  </a:lnTo>
                  <a:lnTo>
                    <a:pt x="1037843" y="86867"/>
                  </a:lnTo>
                  <a:lnTo>
                    <a:pt x="1021079" y="100583"/>
                  </a:lnTo>
                </a:path>
              </a:pathLst>
            </a:custGeom>
            <a:noFill/>
            <a:ln w="19812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81" name="object 29"/>
            <p:cNvSpPr/>
            <p:nvPr/>
          </p:nvSpPr>
          <p:spPr>
            <a:xfrm>
              <a:off x="4582800" y="4563000"/>
              <a:ext cx="158040" cy="280080"/>
            </a:xfrm>
            <a:custGeom>
              <a:avLst/>
              <a:gdLst>
                <a:gd name="textAreaLeft" fmla="*/ 0 w 158040"/>
                <a:gd name="textAreaRight" fmla="*/ 158760 w 158040"/>
                <a:gd name="textAreaTop" fmla="*/ 0 h 280080"/>
                <a:gd name="textAreaBottom" fmla="*/ 280800 h 280080"/>
              </a:gdLst>
              <a:ahLst/>
              <a:rect l="textAreaLeft" t="textAreaTop" r="textAreaRight" b="textAreaBottom"/>
              <a:pathLst>
                <a:path w="158750" h="280670">
                  <a:moveTo>
                    <a:pt x="106679" y="0"/>
                  </a:moveTo>
                  <a:lnTo>
                    <a:pt x="103631" y="0"/>
                  </a:lnTo>
                  <a:lnTo>
                    <a:pt x="99059" y="0"/>
                  </a:lnTo>
                  <a:lnTo>
                    <a:pt x="89915" y="0"/>
                  </a:lnTo>
                  <a:lnTo>
                    <a:pt x="80771" y="0"/>
                  </a:lnTo>
                  <a:lnTo>
                    <a:pt x="77723" y="0"/>
                  </a:lnTo>
                  <a:lnTo>
                    <a:pt x="73151" y="3048"/>
                  </a:lnTo>
                  <a:lnTo>
                    <a:pt x="68579" y="7620"/>
                  </a:lnTo>
                  <a:lnTo>
                    <a:pt x="59435" y="21336"/>
                  </a:lnTo>
                  <a:lnTo>
                    <a:pt x="54863" y="33528"/>
                  </a:lnTo>
                  <a:lnTo>
                    <a:pt x="54863" y="47244"/>
                  </a:lnTo>
                  <a:lnTo>
                    <a:pt x="54863" y="64008"/>
                  </a:lnTo>
                  <a:lnTo>
                    <a:pt x="59435" y="82296"/>
                  </a:lnTo>
                  <a:lnTo>
                    <a:pt x="73151" y="94488"/>
                  </a:lnTo>
                  <a:lnTo>
                    <a:pt x="85343" y="108204"/>
                  </a:lnTo>
                  <a:lnTo>
                    <a:pt x="103631" y="120396"/>
                  </a:lnTo>
                  <a:lnTo>
                    <a:pt x="124967" y="129539"/>
                  </a:lnTo>
                  <a:lnTo>
                    <a:pt x="137159" y="134112"/>
                  </a:lnTo>
                  <a:lnTo>
                    <a:pt x="146303" y="138684"/>
                  </a:lnTo>
                  <a:lnTo>
                    <a:pt x="153923" y="141732"/>
                  </a:lnTo>
                  <a:lnTo>
                    <a:pt x="158495" y="146304"/>
                  </a:lnTo>
                  <a:lnTo>
                    <a:pt x="153923" y="155448"/>
                  </a:lnTo>
                  <a:lnTo>
                    <a:pt x="137159" y="172211"/>
                  </a:lnTo>
                  <a:lnTo>
                    <a:pt x="115823" y="193548"/>
                  </a:lnTo>
                  <a:lnTo>
                    <a:pt x="89915" y="219456"/>
                  </a:lnTo>
                  <a:lnTo>
                    <a:pt x="59435" y="246888"/>
                  </a:lnTo>
                  <a:lnTo>
                    <a:pt x="28955" y="268224"/>
                  </a:lnTo>
                  <a:lnTo>
                    <a:pt x="0" y="280416"/>
                  </a:lnTo>
                </a:path>
              </a:pathLst>
            </a:custGeom>
            <a:noFill/>
            <a:ln w="19812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82" name="object 30"/>
          <p:cNvSpPr/>
          <p:nvPr/>
        </p:nvSpPr>
        <p:spPr>
          <a:xfrm>
            <a:off x="5279040" y="4649760"/>
            <a:ext cx="520560" cy="484560"/>
          </a:xfrm>
          <a:custGeom>
            <a:avLst/>
            <a:gdLst>
              <a:gd name="textAreaLeft" fmla="*/ 0 w 520560"/>
              <a:gd name="textAreaRight" fmla="*/ 521280 w 520560"/>
              <a:gd name="textAreaTop" fmla="*/ 0 h 484560"/>
              <a:gd name="textAreaBottom" fmla="*/ 485280 h 484560"/>
            </a:gdLst>
            <a:ahLst/>
            <a:rect l="textAreaLeft" t="textAreaTop" r="textAreaRight" b="textAreaBottom"/>
            <a:pathLst>
              <a:path w="521335" h="485139">
                <a:moveTo>
                  <a:pt x="263651" y="73151"/>
                </a:moveTo>
                <a:lnTo>
                  <a:pt x="266699" y="68579"/>
                </a:lnTo>
                <a:lnTo>
                  <a:pt x="275843" y="59435"/>
                </a:lnTo>
                <a:lnTo>
                  <a:pt x="284987" y="47243"/>
                </a:lnTo>
                <a:lnTo>
                  <a:pt x="292607" y="33527"/>
                </a:lnTo>
                <a:lnTo>
                  <a:pt x="301751" y="21335"/>
                </a:lnTo>
                <a:lnTo>
                  <a:pt x="310895" y="12191"/>
                </a:lnTo>
                <a:lnTo>
                  <a:pt x="315467" y="3047"/>
                </a:lnTo>
                <a:lnTo>
                  <a:pt x="315467" y="0"/>
                </a:lnTo>
                <a:lnTo>
                  <a:pt x="301751" y="0"/>
                </a:lnTo>
                <a:lnTo>
                  <a:pt x="280415" y="7619"/>
                </a:lnTo>
                <a:lnTo>
                  <a:pt x="216407" y="42671"/>
                </a:lnTo>
                <a:lnTo>
                  <a:pt x="176783" y="68579"/>
                </a:lnTo>
                <a:lnTo>
                  <a:pt x="134111" y="103631"/>
                </a:lnTo>
                <a:lnTo>
                  <a:pt x="99059" y="141731"/>
                </a:lnTo>
                <a:lnTo>
                  <a:pt x="65532" y="181355"/>
                </a:lnTo>
                <a:lnTo>
                  <a:pt x="39623" y="219455"/>
                </a:lnTo>
                <a:lnTo>
                  <a:pt x="22859" y="259079"/>
                </a:lnTo>
                <a:lnTo>
                  <a:pt x="0" y="327659"/>
                </a:lnTo>
                <a:lnTo>
                  <a:pt x="0" y="353568"/>
                </a:lnTo>
                <a:lnTo>
                  <a:pt x="0" y="371856"/>
                </a:lnTo>
                <a:lnTo>
                  <a:pt x="9144" y="384047"/>
                </a:lnTo>
                <a:lnTo>
                  <a:pt x="25908" y="397764"/>
                </a:lnTo>
                <a:lnTo>
                  <a:pt x="47244" y="405384"/>
                </a:lnTo>
                <a:lnTo>
                  <a:pt x="77723" y="409956"/>
                </a:lnTo>
                <a:lnTo>
                  <a:pt x="112775" y="409956"/>
                </a:lnTo>
                <a:lnTo>
                  <a:pt x="147827" y="402336"/>
                </a:lnTo>
                <a:lnTo>
                  <a:pt x="190499" y="384047"/>
                </a:lnTo>
                <a:lnTo>
                  <a:pt x="233171" y="367283"/>
                </a:lnTo>
                <a:lnTo>
                  <a:pt x="271271" y="345947"/>
                </a:lnTo>
                <a:lnTo>
                  <a:pt x="301751" y="327659"/>
                </a:lnTo>
                <a:lnTo>
                  <a:pt x="327659" y="315468"/>
                </a:lnTo>
                <a:lnTo>
                  <a:pt x="344423" y="301751"/>
                </a:lnTo>
                <a:lnTo>
                  <a:pt x="358139" y="294132"/>
                </a:lnTo>
                <a:lnTo>
                  <a:pt x="365759" y="289559"/>
                </a:lnTo>
                <a:lnTo>
                  <a:pt x="370331" y="289559"/>
                </a:lnTo>
                <a:lnTo>
                  <a:pt x="370331" y="297179"/>
                </a:lnTo>
                <a:lnTo>
                  <a:pt x="365759" y="320039"/>
                </a:lnTo>
                <a:lnTo>
                  <a:pt x="358139" y="345947"/>
                </a:lnTo>
                <a:lnTo>
                  <a:pt x="348995" y="371856"/>
                </a:lnTo>
                <a:lnTo>
                  <a:pt x="336803" y="397764"/>
                </a:lnTo>
                <a:lnTo>
                  <a:pt x="327659" y="419099"/>
                </a:lnTo>
                <a:lnTo>
                  <a:pt x="323087" y="435864"/>
                </a:lnTo>
                <a:lnTo>
                  <a:pt x="323087" y="449579"/>
                </a:lnTo>
                <a:lnTo>
                  <a:pt x="323087" y="463295"/>
                </a:lnTo>
                <a:lnTo>
                  <a:pt x="327659" y="470915"/>
                </a:lnTo>
                <a:lnTo>
                  <a:pt x="332231" y="480060"/>
                </a:lnTo>
                <a:lnTo>
                  <a:pt x="341375" y="484632"/>
                </a:lnTo>
                <a:lnTo>
                  <a:pt x="353567" y="484632"/>
                </a:lnTo>
                <a:lnTo>
                  <a:pt x="370331" y="480060"/>
                </a:lnTo>
                <a:lnTo>
                  <a:pt x="431291" y="454151"/>
                </a:lnTo>
                <a:lnTo>
                  <a:pt x="461771" y="431291"/>
                </a:lnTo>
                <a:lnTo>
                  <a:pt x="504444" y="379475"/>
                </a:lnTo>
                <a:lnTo>
                  <a:pt x="516635" y="336803"/>
                </a:lnTo>
                <a:lnTo>
                  <a:pt x="521208" y="320039"/>
                </a:lnTo>
                <a:lnTo>
                  <a:pt x="521208" y="306323"/>
                </a:lnTo>
                <a:lnTo>
                  <a:pt x="516635" y="297179"/>
                </a:lnTo>
                <a:lnTo>
                  <a:pt x="504444" y="289559"/>
                </a:lnTo>
                <a:lnTo>
                  <a:pt x="487679" y="280415"/>
                </a:lnTo>
                <a:lnTo>
                  <a:pt x="469391" y="275844"/>
                </a:lnTo>
                <a:lnTo>
                  <a:pt x="452627" y="271271"/>
                </a:lnTo>
                <a:lnTo>
                  <a:pt x="440435" y="271271"/>
                </a:lnTo>
                <a:lnTo>
                  <a:pt x="426720" y="275844"/>
                </a:lnTo>
                <a:lnTo>
                  <a:pt x="417575" y="280415"/>
                </a:lnTo>
                <a:lnTo>
                  <a:pt x="409955" y="289559"/>
                </a:lnTo>
                <a:lnTo>
                  <a:pt x="400811" y="297179"/>
                </a:lnTo>
                <a:lnTo>
                  <a:pt x="396239" y="306323"/>
                </a:lnTo>
                <a:lnTo>
                  <a:pt x="396239" y="310895"/>
                </a:lnTo>
                <a:lnTo>
                  <a:pt x="400811" y="315468"/>
                </a:lnTo>
                <a:lnTo>
                  <a:pt x="405383" y="320039"/>
                </a:lnTo>
              </a:path>
            </a:pathLst>
          </a:custGeom>
          <a:noFill/>
          <a:ln w="19812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83" name="object 31" descr=""/>
          <p:cNvPicPr/>
          <p:nvPr/>
        </p:nvPicPr>
        <p:blipFill>
          <a:blip r:embed="rId4"/>
          <a:stretch/>
        </p:blipFill>
        <p:spPr>
          <a:xfrm>
            <a:off x="5889600" y="4894200"/>
            <a:ext cx="252360" cy="157680"/>
          </a:xfrm>
          <a:prstGeom prst="rect">
            <a:avLst/>
          </a:prstGeom>
          <a:ln w="0">
            <a:noFill/>
          </a:ln>
        </p:spPr>
      </p:pic>
      <p:grpSp>
        <p:nvGrpSpPr>
          <p:cNvPr id="184" name="object 32"/>
          <p:cNvGrpSpPr/>
          <p:nvPr/>
        </p:nvGrpSpPr>
        <p:grpSpPr>
          <a:xfrm>
            <a:off x="6213240" y="4549320"/>
            <a:ext cx="727920" cy="479160"/>
            <a:chOff x="6213240" y="4549320"/>
            <a:chExt cx="727920" cy="479160"/>
          </a:xfrm>
        </p:grpSpPr>
        <p:sp>
          <p:nvSpPr>
            <p:cNvPr id="185" name="object 33"/>
            <p:cNvSpPr/>
            <p:nvPr/>
          </p:nvSpPr>
          <p:spPr>
            <a:xfrm>
              <a:off x="6338160" y="4549320"/>
              <a:ext cx="103320" cy="479160"/>
            </a:xfrm>
            <a:custGeom>
              <a:avLst/>
              <a:gdLst>
                <a:gd name="textAreaLeft" fmla="*/ 0 w 103320"/>
                <a:gd name="textAreaRight" fmla="*/ 104040 w 103320"/>
                <a:gd name="textAreaTop" fmla="*/ 0 h 479160"/>
                <a:gd name="textAreaBottom" fmla="*/ 479880 h 479160"/>
              </a:gdLst>
              <a:ahLst/>
              <a:rect l="textAreaLeft" t="textAreaTop" r="textAreaRight" b="textAreaBottom"/>
              <a:pathLst>
                <a:path w="104139" h="480060">
                  <a:moveTo>
                    <a:pt x="103632" y="0"/>
                  </a:moveTo>
                  <a:lnTo>
                    <a:pt x="103632" y="4572"/>
                  </a:lnTo>
                  <a:lnTo>
                    <a:pt x="103632" y="16764"/>
                  </a:lnTo>
                  <a:lnTo>
                    <a:pt x="99060" y="42672"/>
                  </a:lnTo>
                  <a:lnTo>
                    <a:pt x="94488" y="74676"/>
                  </a:lnTo>
                  <a:lnTo>
                    <a:pt x="91440" y="103632"/>
                  </a:lnTo>
                  <a:lnTo>
                    <a:pt x="82296" y="143256"/>
                  </a:lnTo>
                  <a:lnTo>
                    <a:pt x="65532" y="195072"/>
                  </a:lnTo>
                  <a:lnTo>
                    <a:pt x="51816" y="246888"/>
                  </a:lnTo>
                  <a:lnTo>
                    <a:pt x="39624" y="289559"/>
                  </a:lnTo>
                  <a:lnTo>
                    <a:pt x="25908" y="333756"/>
                  </a:lnTo>
                  <a:lnTo>
                    <a:pt x="18288" y="371856"/>
                  </a:lnTo>
                  <a:lnTo>
                    <a:pt x="9144" y="406908"/>
                  </a:lnTo>
                  <a:lnTo>
                    <a:pt x="4572" y="437387"/>
                  </a:lnTo>
                  <a:lnTo>
                    <a:pt x="0" y="458723"/>
                  </a:lnTo>
                  <a:lnTo>
                    <a:pt x="0" y="472439"/>
                  </a:lnTo>
                  <a:lnTo>
                    <a:pt x="0" y="480060"/>
                  </a:lnTo>
                </a:path>
              </a:pathLst>
            </a:custGeom>
            <a:noFill/>
            <a:ln w="19812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86" name="object 34"/>
            <p:cNvSpPr/>
            <p:nvPr/>
          </p:nvSpPr>
          <p:spPr>
            <a:xfrm>
              <a:off x="6213240" y="4774680"/>
              <a:ext cx="374400" cy="119880"/>
            </a:xfrm>
            <a:custGeom>
              <a:avLst/>
              <a:gdLst>
                <a:gd name="textAreaLeft" fmla="*/ 0 w 374400"/>
                <a:gd name="textAreaRight" fmla="*/ 375120 w 374400"/>
                <a:gd name="textAreaTop" fmla="*/ 0 h 119880"/>
                <a:gd name="textAreaBottom" fmla="*/ 120600 h 119880"/>
              </a:gdLst>
              <a:ahLst/>
              <a:rect l="textAreaLeft" t="textAreaTop" r="textAreaRight" b="textAreaBottom"/>
              <a:pathLst>
                <a:path w="375284" h="120650">
                  <a:moveTo>
                    <a:pt x="0" y="120395"/>
                  </a:moveTo>
                  <a:lnTo>
                    <a:pt x="9144" y="120395"/>
                  </a:lnTo>
                  <a:lnTo>
                    <a:pt x="22859" y="115823"/>
                  </a:lnTo>
                  <a:lnTo>
                    <a:pt x="47244" y="108203"/>
                  </a:lnTo>
                  <a:lnTo>
                    <a:pt x="94488" y="89915"/>
                  </a:lnTo>
                  <a:lnTo>
                    <a:pt x="143256" y="73151"/>
                  </a:lnTo>
                  <a:lnTo>
                    <a:pt x="181356" y="60959"/>
                  </a:lnTo>
                  <a:lnTo>
                    <a:pt x="219456" y="42671"/>
                  </a:lnTo>
                  <a:lnTo>
                    <a:pt x="259080" y="30479"/>
                  </a:lnTo>
                  <a:lnTo>
                    <a:pt x="289559" y="21335"/>
                  </a:lnTo>
                  <a:lnTo>
                    <a:pt x="318515" y="12191"/>
                  </a:lnTo>
                  <a:lnTo>
                    <a:pt x="344423" y="7619"/>
                  </a:lnTo>
                  <a:lnTo>
                    <a:pt x="362712" y="4571"/>
                  </a:lnTo>
                  <a:lnTo>
                    <a:pt x="374904" y="0"/>
                  </a:lnTo>
                </a:path>
              </a:pathLst>
            </a:custGeom>
            <a:noFill/>
            <a:ln w="19812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87" name="object 35"/>
            <p:cNvSpPr/>
            <p:nvPr/>
          </p:nvSpPr>
          <p:spPr>
            <a:xfrm>
              <a:off x="6583680" y="4838760"/>
              <a:ext cx="357480" cy="187200"/>
            </a:xfrm>
            <a:custGeom>
              <a:avLst/>
              <a:gdLst>
                <a:gd name="textAreaLeft" fmla="*/ 0 w 357480"/>
                <a:gd name="textAreaRight" fmla="*/ 358200 w 357480"/>
                <a:gd name="textAreaTop" fmla="*/ 0 h 187200"/>
                <a:gd name="textAreaBottom" fmla="*/ 187920 h 187200"/>
              </a:gdLst>
              <a:ahLst/>
              <a:rect l="textAreaLeft" t="textAreaTop" r="textAreaRight" b="textAreaBottom"/>
              <a:pathLst>
                <a:path w="358140" h="187960">
                  <a:moveTo>
                    <a:pt x="0" y="9144"/>
                  </a:moveTo>
                  <a:lnTo>
                    <a:pt x="4572" y="9144"/>
                  </a:lnTo>
                  <a:lnTo>
                    <a:pt x="18288" y="4572"/>
                  </a:lnTo>
                  <a:lnTo>
                    <a:pt x="30480" y="0"/>
                  </a:lnTo>
                  <a:lnTo>
                    <a:pt x="44195" y="0"/>
                  </a:lnTo>
                  <a:lnTo>
                    <a:pt x="56387" y="0"/>
                  </a:lnTo>
                  <a:lnTo>
                    <a:pt x="94488" y="13716"/>
                  </a:lnTo>
                  <a:lnTo>
                    <a:pt x="112775" y="39624"/>
                  </a:lnTo>
                  <a:lnTo>
                    <a:pt x="112775" y="56388"/>
                  </a:lnTo>
                  <a:lnTo>
                    <a:pt x="112775" y="74676"/>
                  </a:lnTo>
                  <a:lnTo>
                    <a:pt x="108204" y="96012"/>
                  </a:lnTo>
                  <a:lnTo>
                    <a:pt x="99060" y="117348"/>
                  </a:lnTo>
                  <a:lnTo>
                    <a:pt x="91439" y="138684"/>
                  </a:lnTo>
                  <a:lnTo>
                    <a:pt x="65532" y="178308"/>
                  </a:lnTo>
                  <a:lnTo>
                    <a:pt x="56387" y="187451"/>
                  </a:lnTo>
                  <a:lnTo>
                    <a:pt x="60960" y="178308"/>
                  </a:lnTo>
                  <a:lnTo>
                    <a:pt x="73152" y="156972"/>
                  </a:lnTo>
                  <a:lnTo>
                    <a:pt x="112775" y="112776"/>
                  </a:lnTo>
                  <a:lnTo>
                    <a:pt x="143256" y="82296"/>
                  </a:lnTo>
                  <a:lnTo>
                    <a:pt x="190500" y="44196"/>
                  </a:lnTo>
                  <a:lnTo>
                    <a:pt x="207264" y="30480"/>
                  </a:lnTo>
                  <a:lnTo>
                    <a:pt x="224028" y="22860"/>
                  </a:lnTo>
                  <a:lnTo>
                    <a:pt x="237743" y="13716"/>
                  </a:lnTo>
                  <a:lnTo>
                    <a:pt x="245364" y="9144"/>
                  </a:lnTo>
                  <a:lnTo>
                    <a:pt x="254507" y="9144"/>
                  </a:lnTo>
                  <a:lnTo>
                    <a:pt x="263652" y="9144"/>
                  </a:lnTo>
                  <a:lnTo>
                    <a:pt x="266700" y="13716"/>
                  </a:lnTo>
                  <a:lnTo>
                    <a:pt x="271272" y="22860"/>
                  </a:lnTo>
                  <a:lnTo>
                    <a:pt x="275843" y="35052"/>
                  </a:lnTo>
                  <a:lnTo>
                    <a:pt x="280416" y="51816"/>
                  </a:lnTo>
                  <a:lnTo>
                    <a:pt x="280416" y="70104"/>
                  </a:lnTo>
                  <a:lnTo>
                    <a:pt x="280416" y="82296"/>
                  </a:lnTo>
                  <a:lnTo>
                    <a:pt x="280416" y="96012"/>
                  </a:lnTo>
                  <a:lnTo>
                    <a:pt x="280416" y="105156"/>
                  </a:lnTo>
                  <a:lnTo>
                    <a:pt x="280416" y="112776"/>
                  </a:lnTo>
                  <a:lnTo>
                    <a:pt x="280416" y="117348"/>
                  </a:lnTo>
                  <a:lnTo>
                    <a:pt x="284988" y="117348"/>
                  </a:lnTo>
                  <a:lnTo>
                    <a:pt x="292607" y="112776"/>
                  </a:lnTo>
                  <a:lnTo>
                    <a:pt x="332232" y="82296"/>
                  </a:lnTo>
                  <a:lnTo>
                    <a:pt x="353567" y="44196"/>
                  </a:lnTo>
                  <a:lnTo>
                    <a:pt x="358139" y="25908"/>
                  </a:lnTo>
                  <a:lnTo>
                    <a:pt x="358139" y="13716"/>
                  </a:lnTo>
                  <a:lnTo>
                    <a:pt x="353567" y="4572"/>
                  </a:lnTo>
                  <a:lnTo>
                    <a:pt x="348995" y="0"/>
                  </a:lnTo>
                  <a:lnTo>
                    <a:pt x="344423" y="0"/>
                  </a:lnTo>
                  <a:lnTo>
                    <a:pt x="339852" y="0"/>
                  </a:lnTo>
                  <a:lnTo>
                    <a:pt x="332232" y="4572"/>
                  </a:lnTo>
                  <a:lnTo>
                    <a:pt x="323087" y="9144"/>
                  </a:lnTo>
                  <a:lnTo>
                    <a:pt x="313943" y="13716"/>
                  </a:lnTo>
                  <a:lnTo>
                    <a:pt x="310895" y="18288"/>
                  </a:lnTo>
                  <a:lnTo>
                    <a:pt x="313943" y="13716"/>
                  </a:lnTo>
                  <a:lnTo>
                    <a:pt x="327660" y="0"/>
                  </a:lnTo>
                </a:path>
              </a:pathLst>
            </a:custGeom>
            <a:noFill/>
            <a:ln w="19812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88" name="object 36"/>
          <p:cNvSpPr/>
          <p:nvPr/>
        </p:nvSpPr>
        <p:spPr>
          <a:xfrm>
            <a:off x="7109280" y="4492800"/>
            <a:ext cx="167040" cy="458280"/>
          </a:xfrm>
          <a:custGeom>
            <a:avLst/>
            <a:gdLst>
              <a:gd name="textAreaLeft" fmla="*/ 0 w 167040"/>
              <a:gd name="textAreaRight" fmla="*/ 167760 w 167040"/>
              <a:gd name="textAreaTop" fmla="*/ 0 h 458280"/>
              <a:gd name="textAreaBottom" fmla="*/ 459000 h 458280"/>
            </a:gdLst>
            <a:ahLst/>
            <a:rect l="textAreaLeft" t="textAreaTop" r="textAreaRight" b="textAreaBottom"/>
            <a:pathLst>
              <a:path w="167640" h="459104">
                <a:moveTo>
                  <a:pt x="167640" y="0"/>
                </a:moveTo>
                <a:lnTo>
                  <a:pt x="167640" y="4572"/>
                </a:lnTo>
                <a:lnTo>
                  <a:pt x="163068" y="18288"/>
                </a:lnTo>
                <a:lnTo>
                  <a:pt x="155448" y="47244"/>
                </a:lnTo>
                <a:lnTo>
                  <a:pt x="132588" y="99060"/>
                </a:lnTo>
                <a:lnTo>
                  <a:pt x="106680" y="152400"/>
                </a:lnTo>
                <a:lnTo>
                  <a:pt x="73152" y="216407"/>
                </a:lnTo>
                <a:lnTo>
                  <a:pt x="42672" y="281940"/>
                </a:lnTo>
                <a:lnTo>
                  <a:pt x="21336" y="329184"/>
                </a:lnTo>
                <a:lnTo>
                  <a:pt x="9144" y="371856"/>
                </a:lnTo>
                <a:lnTo>
                  <a:pt x="4571" y="402336"/>
                </a:lnTo>
                <a:lnTo>
                  <a:pt x="0" y="425195"/>
                </a:lnTo>
                <a:lnTo>
                  <a:pt x="4571" y="437387"/>
                </a:lnTo>
                <a:lnTo>
                  <a:pt x="12192" y="451104"/>
                </a:lnTo>
                <a:lnTo>
                  <a:pt x="30480" y="458723"/>
                </a:lnTo>
                <a:lnTo>
                  <a:pt x="56388" y="458723"/>
                </a:lnTo>
              </a:path>
            </a:pathLst>
          </a:custGeom>
          <a:noFill/>
          <a:ln w="19812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grpSp>
        <p:nvGrpSpPr>
          <p:cNvPr id="189" name="object 37"/>
          <p:cNvGrpSpPr/>
          <p:nvPr/>
        </p:nvGrpSpPr>
        <p:grpSpPr>
          <a:xfrm>
            <a:off x="3676680" y="4934880"/>
            <a:ext cx="5680800" cy="2104560"/>
            <a:chOff x="3676680" y="4934880"/>
            <a:chExt cx="5680800" cy="2104560"/>
          </a:xfrm>
        </p:grpSpPr>
        <p:sp>
          <p:nvSpPr>
            <p:cNvPr id="190" name="object 38"/>
            <p:cNvSpPr/>
            <p:nvPr/>
          </p:nvSpPr>
          <p:spPr>
            <a:xfrm>
              <a:off x="3712320" y="4934880"/>
              <a:ext cx="1101600" cy="150480"/>
            </a:xfrm>
            <a:custGeom>
              <a:avLst/>
              <a:gdLst>
                <a:gd name="textAreaLeft" fmla="*/ 0 w 1101600"/>
                <a:gd name="textAreaRight" fmla="*/ 1102320 w 1101600"/>
                <a:gd name="textAreaTop" fmla="*/ 0 h 150480"/>
                <a:gd name="textAreaBottom" fmla="*/ 151200 h 150480"/>
              </a:gdLst>
              <a:ahLst/>
              <a:rect l="textAreaLeft" t="textAreaTop" r="textAreaRight" b="textAreaBottom"/>
              <a:pathLst>
                <a:path w="1102360" h="151129">
                  <a:moveTo>
                    <a:pt x="0" y="99060"/>
                  </a:moveTo>
                  <a:lnTo>
                    <a:pt x="9144" y="103632"/>
                  </a:lnTo>
                  <a:lnTo>
                    <a:pt x="25908" y="108204"/>
                  </a:lnTo>
                  <a:lnTo>
                    <a:pt x="51816" y="108204"/>
                  </a:lnTo>
                  <a:lnTo>
                    <a:pt x="99060" y="103632"/>
                  </a:lnTo>
                  <a:lnTo>
                    <a:pt x="160019" y="99060"/>
                  </a:lnTo>
                  <a:lnTo>
                    <a:pt x="214883" y="91440"/>
                  </a:lnTo>
                  <a:lnTo>
                    <a:pt x="271272" y="82296"/>
                  </a:lnTo>
                  <a:lnTo>
                    <a:pt x="348995" y="73152"/>
                  </a:lnTo>
                  <a:lnTo>
                    <a:pt x="408432" y="65532"/>
                  </a:lnTo>
                  <a:lnTo>
                    <a:pt x="469391" y="60960"/>
                  </a:lnTo>
                  <a:lnTo>
                    <a:pt x="551687" y="56388"/>
                  </a:lnTo>
                  <a:lnTo>
                    <a:pt x="611124" y="51816"/>
                  </a:lnTo>
                  <a:lnTo>
                    <a:pt x="672083" y="51816"/>
                  </a:lnTo>
                  <a:lnTo>
                    <a:pt x="749808" y="51816"/>
                  </a:lnTo>
                  <a:lnTo>
                    <a:pt x="809243" y="56388"/>
                  </a:lnTo>
                  <a:lnTo>
                    <a:pt x="851916" y="56388"/>
                  </a:lnTo>
                  <a:lnTo>
                    <a:pt x="903731" y="60960"/>
                  </a:lnTo>
                  <a:lnTo>
                    <a:pt x="947927" y="60960"/>
                  </a:lnTo>
                  <a:lnTo>
                    <a:pt x="990600" y="65532"/>
                  </a:lnTo>
                  <a:lnTo>
                    <a:pt x="1021079" y="65532"/>
                  </a:lnTo>
                  <a:lnTo>
                    <a:pt x="1042416" y="65532"/>
                  </a:lnTo>
                  <a:lnTo>
                    <a:pt x="1059179" y="65532"/>
                  </a:lnTo>
                  <a:lnTo>
                    <a:pt x="1072895" y="65532"/>
                  </a:lnTo>
                  <a:lnTo>
                    <a:pt x="1085087" y="65532"/>
                  </a:lnTo>
                  <a:lnTo>
                    <a:pt x="1094231" y="65532"/>
                  </a:lnTo>
                  <a:lnTo>
                    <a:pt x="1097279" y="60960"/>
                  </a:lnTo>
                  <a:lnTo>
                    <a:pt x="1101852" y="56388"/>
                  </a:lnTo>
                  <a:lnTo>
                    <a:pt x="1101852" y="51816"/>
                  </a:lnTo>
                  <a:lnTo>
                    <a:pt x="1101852" y="42672"/>
                  </a:lnTo>
                  <a:lnTo>
                    <a:pt x="1097279" y="30480"/>
                  </a:lnTo>
                  <a:lnTo>
                    <a:pt x="1094231" y="21336"/>
                  </a:lnTo>
                  <a:lnTo>
                    <a:pt x="1089660" y="12192"/>
                  </a:lnTo>
                  <a:lnTo>
                    <a:pt x="1085087" y="9144"/>
                  </a:lnTo>
                  <a:lnTo>
                    <a:pt x="1080516" y="4572"/>
                  </a:lnTo>
                  <a:lnTo>
                    <a:pt x="1075943" y="0"/>
                  </a:lnTo>
                  <a:lnTo>
                    <a:pt x="1080516" y="9144"/>
                  </a:lnTo>
                  <a:lnTo>
                    <a:pt x="1080516" y="21336"/>
                  </a:lnTo>
                  <a:lnTo>
                    <a:pt x="1068324" y="65532"/>
                  </a:lnTo>
                  <a:lnTo>
                    <a:pt x="1033272" y="112776"/>
                  </a:lnTo>
                  <a:lnTo>
                    <a:pt x="998220" y="143256"/>
                  </a:lnTo>
                  <a:lnTo>
                    <a:pt x="981456" y="150876"/>
                  </a:lnTo>
                </a:path>
              </a:pathLst>
            </a:custGeom>
            <a:noFill/>
            <a:ln w="19812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91" name="object 39"/>
            <p:cNvSpPr/>
            <p:nvPr/>
          </p:nvSpPr>
          <p:spPr>
            <a:xfrm>
              <a:off x="3682080" y="5115960"/>
              <a:ext cx="1502280" cy="133920"/>
            </a:xfrm>
            <a:custGeom>
              <a:avLst/>
              <a:gdLst>
                <a:gd name="textAreaLeft" fmla="*/ 0 w 1502280"/>
                <a:gd name="textAreaRight" fmla="*/ 1503000 w 1502280"/>
                <a:gd name="textAreaTop" fmla="*/ 0 h 133920"/>
                <a:gd name="textAreaBottom" fmla="*/ 134640 h 133920"/>
              </a:gdLst>
              <a:ahLst/>
              <a:rect l="textAreaLeft" t="textAreaTop" r="textAreaRight" b="textAreaBottom"/>
              <a:pathLst>
                <a:path w="1503045" h="134620">
                  <a:moveTo>
                    <a:pt x="0" y="134112"/>
                  </a:moveTo>
                  <a:lnTo>
                    <a:pt x="4572" y="134112"/>
                  </a:lnTo>
                  <a:lnTo>
                    <a:pt x="21336" y="134112"/>
                  </a:lnTo>
                  <a:lnTo>
                    <a:pt x="51816" y="129540"/>
                  </a:lnTo>
                  <a:lnTo>
                    <a:pt x="94488" y="126492"/>
                  </a:lnTo>
                  <a:lnTo>
                    <a:pt x="169164" y="112776"/>
                  </a:lnTo>
                  <a:lnTo>
                    <a:pt x="237743" y="103632"/>
                  </a:lnTo>
                  <a:lnTo>
                    <a:pt x="310895" y="91440"/>
                  </a:lnTo>
                  <a:lnTo>
                    <a:pt x="405384" y="77724"/>
                  </a:lnTo>
                  <a:lnTo>
                    <a:pt x="473963" y="70104"/>
                  </a:lnTo>
                  <a:lnTo>
                    <a:pt x="568452" y="56388"/>
                  </a:lnTo>
                  <a:lnTo>
                    <a:pt x="646175" y="44196"/>
                  </a:lnTo>
                  <a:lnTo>
                    <a:pt x="736091" y="35052"/>
                  </a:lnTo>
                  <a:lnTo>
                    <a:pt x="827531" y="25908"/>
                  </a:lnTo>
                  <a:lnTo>
                    <a:pt x="896112" y="25908"/>
                  </a:lnTo>
                  <a:lnTo>
                    <a:pt x="981456" y="25908"/>
                  </a:lnTo>
                  <a:lnTo>
                    <a:pt x="1046987" y="25908"/>
                  </a:lnTo>
                  <a:lnTo>
                    <a:pt x="1106424" y="25908"/>
                  </a:lnTo>
                  <a:lnTo>
                    <a:pt x="1179575" y="30480"/>
                  </a:lnTo>
                  <a:lnTo>
                    <a:pt x="1240536" y="35052"/>
                  </a:lnTo>
                  <a:lnTo>
                    <a:pt x="1283208" y="39624"/>
                  </a:lnTo>
                  <a:lnTo>
                    <a:pt x="1335024" y="44196"/>
                  </a:lnTo>
                  <a:lnTo>
                    <a:pt x="1386840" y="44196"/>
                  </a:lnTo>
                  <a:lnTo>
                    <a:pt x="1429512" y="39624"/>
                  </a:lnTo>
                  <a:lnTo>
                    <a:pt x="1459991" y="35052"/>
                  </a:lnTo>
                  <a:lnTo>
                    <a:pt x="1481328" y="35052"/>
                  </a:lnTo>
                  <a:lnTo>
                    <a:pt x="1495044" y="30480"/>
                  </a:lnTo>
                  <a:lnTo>
                    <a:pt x="1502663" y="25908"/>
                  </a:lnTo>
                  <a:lnTo>
                    <a:pt x="1498091" y="22860"/>
                  </a:lnTo>
                  <a:lnTo>
                    <a:pt x="1490471" y="18288"/>
                  </a:lnTo>
                  <a:lnTo>
                    <a:pt x="1481328" y="13716"/>
                  </a:lnTo>
                  <a:lnTo>
                    <a:pt x="1472183" y="9144"/>
                  </a:lnTo>
                  <a:lnTo>
                    <a:pt x="1469136" y="4572"/>
                  </a:lnTo>
                  <a:lnTo>
                    <a:pt x="1464563" y="0"/>
                  </a:lnTo>
                  <a:lnTo>
                    <a:pt x="1469136" y="0"/>
                  </a:lnTo>
                  <a:lnTo>
                    <a:pt x="1472183" y="0"/>
                  </a:lnTo>
                  <a:lnTo>
                    <a:pt x="1476755" y="0"/>
                  </a:lnTo>
                  <a:lnTo>
                    <a:pt x="1476755" y="4572"/>
                  </a:lnTo>
                  <a:lnTo>
                    <a:pt x="1469136" y="13716"/>
                  </a:lnTo>
                  <a:lnTo>
                    <a:pt x="1450848" y="30480"/>
                  </a:lnTo>
                  <a:lnTo>
                    <a:pt x="1429512" y="51816"/>
                  </a:lnTo>
                  <a:lnTo>
                    <a:pt x="1408175" y="70104"/>
                  </a:lnTo>
                  <a:lnTo>
                    <a:pt x="1386840" y="86868"/>
                  </a:lnTo>
                  <a:lnTo>
                    <a:pt x="1351787" y="103632"/>
                  </a:lnTo>
                  <a:lnTo>
                    <a:pt x="1322832" y="117348"/>
                  </a:lnTo>
                  <a:lnTo>
                    <a:pt x="1287779" y="134112"/>
                  </a:lnTo>
                </a:path>
              </a:pathLst>
            </a:custGeom>
            <a:noFill/>
            <a:ln w="19812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92" name="object 40"/>
            <p:cNvSpPr/>
            <p:nvPr/>
          </p:nvSpPr>
          <p:spPr>
            <a:xfrm>
              <a:off x="3851280" y="5346360"/>
              <a:ext cx="1311840" cy="154800"/>
            </a:xfrm>
            <a:custGeom>
              <a:avLst/>
              <a:gdLst>
                <a:gd name="textAreaLeft" fmla="*/ 0 w 1311840"/>
                <a:gd name="textAreaRight" fmla="*/ 1312560 w 1311840"/>
                <a:gd name="textAreaTop" fmla="*/ 0 h 154800"/>
                <a:gd name="textAreaBottom" fmla="*/ 155520 h 154800"/>
              </a:gdLst>
              <a:ahLst/>
              <a:rect l="textAreaLeft" t="textAreaTop" r="textAreaRight" b="textAreaBottom"/>
              <a:pathLst>
                <a:path w="1312545" h="155575">
                  <a:moveTo>
                    <a:pt x="59436" y="86868"/>
                  </a:moveTo>
                  <a:lnTo>
                    <a:pt x="50292" y="86868"/>
                  </a:lnTo>
                  <a:lnTo>
                    <a:pt x="38100" y="89916"/>
                  </a:lnTo>
                  <a:lnTo>
                    <a:pt x="24384" y="89916"/>
                  </a:lnTo>
                  <a:lnTo>
                    <a:pt x="12192" y="89916"/>
                  </a:lnTo>
                  <a:lnTo>
                    <a:pt x="3048" y="89916"/>
                  </a:lnTo>
                  <a:lnTo>
                    <a:pt x="0" y="89916"/>
                  </a:lnTo>
                  <a:lnTo>
                    <a:pt x="12192" y="82296"/>
                  </a:lnTo>
                  <a:lnTo>
                    <a:pt x="38100" y="73152"/>
                  </a:lnTo>
                  <a:lnTo>
                    <a:pt x="73152" y="64008"/>
                  </a:lnTo>
                  <a:lnTo>
                    <a:pt x="111252" y="56388"/>
                  </a:lnTo>
                  <a:lnTo>
                    <a:pt x="167640" y="51816"/>
                  </a:lnTo>
                  <a:lnTo>
                    <a:pt x="236219" y="47244"/>
                  </a:lnTo>
                  <a:lnTo>
                    <a:pt x="292608" y="47244"/>
                  </a:lnTo>
                  <a:lnTo>
                    <a:pt x="361188" y="47244"/>
                  </a:lnTo>
                  <a:lnTo>
                    <a:pt x="441960" y="47244"/>
                  </a:lnTo>
                  <a:lnTo>
                    <a:pt x="502920" y="47244"/>
                  </a:lnTo>
                  <a:lnTo>
                    <a:pt x="597408" y="51816"/>
                  </a:lnTo>
                  <a:lnTo>
                    <a:pt x="675131" y="51816"/>
                  </a:lnTo>
                  <a:lnTo>
                    <a:pt x="743711" y="51816"/>
                  </a:lnTo>
                  <a:lnTo>
                    <a:pt x="838200" y="47244"/>
                  </a:lnTo>
                  <a:lnTo>
                    <a:pt x="894588" y="47244"/>
                  </a:lnTo>
                  <a:lnTo>
                    <a:pt x="955548" y="47244"/>
                  </a:lnTo>
                  <a:lnTo>
                    <a:pt x="1019556" y="42672"/>
                  </a:lnTo>
                  <a:lnTo>
                    <a:pt x="1078992" y="38100"/>
                  </a:lnTo>
                  <a:lnTo>
                    <a:pt x="1114044" y="35052"/>
                  </a:lnTo>
                  <a:lnTo>
                    <a:pt x="1149096" y="35052"/>
                  </a:lnTo>
                  <a:lnTo>
                    <a:pt x="1178052" y="30480"/>
                  </a:lnTo>
                  <a:lnTo>
                    <a:pt x="1203960" y="30480"/>
                  </a:lnTo>
                  <a:lnTo>
                    <a:pt x="1222248" y="30480"/>
                  </a:lnTo>
                  <a:lnTo>
                    <a:pt x="1229867" y="30480"/>
                  </a:lnTo>
                  <a:lnTo>
                    <a:pt x="1239011" y="30480"/>
                  </a:lnTo>
                  <a:lnTo>
                    <a:pt x="1234440" y="25908"/>
                  </a:lnTo>
                  <a:lnTo>
                    <a:pt x="1229867" y="21336"/>
                  </a:lnTo>
                  <a:lnTo>
                    <a:pt x="1226819" y="16764"/>
                  </a:lnTo>
                  <a:lnTo>
                    <a:pt x="1229867" y="12192"/>
                  </a:lnTo>
                  <a:lnTo>
                    <a:pt x="1239011" y="9144"/>
                  </a:lnTo>
                  <a:lnTo>
                    <a:pt x="1252727" y="4572"/>
                  </a:lnTo>
                  <a:lnTo>
                    <a:pt x="1264919" y="0"/>
                  </a:lnTo>
                  <a:lnTo>
                    <a:pt x="1277111" y="0"/>
                  </a:lnTo>
                  <a:lnTo>
                    <a:pt x="1290827" y="0"/>
                  </a:lnTo>
                  <a:lnTo>
                    <a:pt x="1299972" y="4572"/>
                  </a:lnTo>
                  <a:lnTo>
                    <a:pt x="1307591" y="9144"/>
                  </a:lnTo>
                  <a:lnTo>
                    <a:pt x="1312164" y="16764"/>
                  </a:lnTo>
                  <a:lnTo>
                    <a:pt x="1312164" y="38100"/>
                  </a:lnTo>
                  <a:lnTo>
                    <a:pt x="1303019" y="68580"/>
                  </a:lnTo>
                  <a:lnTo>
                    <a:pt x="1290827" y="99060"/>
                  </a:lnTo>
                  <a:lnTo>
                    <a:pt x="1274063" y="124968"/>
                  </a:lnTo>
                  <a:lnTo>
                    <a:pt x="1260348" y="143256"/>
                  </a:lnTo>
                  <a:lnTo>
                    <a:pt x="1252727" y="155448"/>
                  </a:lnTo>
                </a:path>
              </a:pathLst>
            </a:custGeom>
            <a:noFill/>
            <a:ln w="19812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93" name="object 41"/>
            <p:cNvSpPr/>
            <p:nvPr/>
          </p:nvSpPr>
          <p:spPr>
            <a:xfrm>
              <a:off x="5361480" y="5285160"/>
              <a:ext cx="275400" cy="493200"/>
            </a:xfrm>
            <a:custGeom>
              <a:avLst/>
              <a:gdLst>
                <a:gd name="textAreaLeft" fmla="*/ 0 w 275400"/>
                <a:gd name="textAreaRight" fmla="*/ 276120 w 275400"/>
                <a:gd name="textAreaTop" fmla="*/ 0 h 493200"/>
                <a:gd name="textAreaBottom" fmla="*/ 493920 h 493200"/>
              </a:gdLst>
              <a:ahLst/>
              <a:rect l="textAreaLeft" t="textAreaTop" r="textAreaRight" b="textAreaBottom"/>
              <a:pathLst>
                <a:path w="276225" h="494029">
                  <a:moveTo>
                    <a:pt x="163068" y="0"/>
                  </a:moveTo>
                  <a:lnTo>
                    <a:pt x="160020" y="4572"/>
                  </a:lnTo>
                  <a:lnTo>
                    <a:pt x="155448" y="13716"/>
                  </a:lnTo>
                  <a:lnTo>
                    <a:pt x="150876" y="16764"/>
                  </a:lnTo>
                  <a:lnTo>
                    <a:pt x="146304" y="25908"/>
                  </a:lnTo>
                  <a:lnTo>
                    <a:pt x="141732" y="35052"/>
                  </a:lnTo>
                  <a:lnTo>
                    <a:pt x="137160" y="47244"/>
                  </a:lnTo>
                  <a:lnTo>
                    <a:pt x="129540" y="65532"/>
                  </a:lnTo>
                  <a:lnTo>
                    <a:pt x="120396" y="82296"/>
                  </a:lnTo>
                  <a:lnTo>
                    <a:pt x="111252" y="108204"/>
                  </a:lnTo>
                  <a:lnTo>
                    <a:pt x="103632" y="143256"/>
                  </a:lnTo>
                  <a:lnTo>
                    <a:pt x="89916" y="181356"/>
                  </a:lnTo>
                  <a:lnTo>
                    <a:pt x="77724" y="225551"/>
                  </a:lnTo>
                  <a:lnTo>
                    <a:pt x="60960" y="277368"/>
                  </a:lnTo>
                  <a:lnTo>
                    <a:pt x="42672" y="333756"/>
                  </a:lnTo>
                  <a:lnTo>
                    <a:pt x="30480" y="371856"/>
                  </a:lnTo>
                  <a:lnTo>
                    <a:pt x="16764" y="411480"/>
                  </a:lnTo>
                  <a:lnTo>
                    <a:pt x="9144" y="437387"/>
                  </a:lnTo>
                  <a:lnTo>
                    <a:pt x="4572" y="449580"/>
                  </a:lnTo>
                  <a:lnTo>
                    <a:pt x="0" y="463295"/>
                  </a:lnTo>
                  <a:lnTo>
                    <a:pt x="0" y="475487"/>
                  </a:lnTo>
                  <a:lnTo>
                    <a:pt x="4572" y="484632"/>
                  </a:lnTo>
                  <a:lnTo>
                    <a:pt x="9144" y="489204"/>
                  </a:lnTo>
                  <a:lnTo>
                    <a:pt x="16764" y="493776"/>
                  </a:lnTo>
                  <a:lnTo>
                    <a:pt x="35052" y="493776"/>
                  </a:lnTo>
                  <a:lnTo>
                    <a:pt x="56388" y="489204"/>
                  </a:lnTo>
                  <a:lnTo>
                    <a:pt x="85344" y="475487"/>
                  </a:lnTo>
                  <a:lnTo>
                    <a:pt x="124968" y="463295"/>
                  </a:lnTo>
                  <a:lnTo>
                    <a:pt x="163068" y="446532"/>
                  </a:lnTo>
                  <a:lnTo>
                    <a:pt x="224028" y="406908"/>
                  </a:lnTo>
                  <a:lnTo>
                    <a:pt x="262128" y="371856"/>
                  </a:lnTo>
                  <a:lnTo>
                    <a:pt x="275844" y="355091"/>
                  </a:lnTo>
                </a:path>
              </a:pathLst>
            </a:custGeom>
            <a:noFill/>
            <a:ln w="19811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94" name="object 42"/>
            <p:cNvSpPr/>
            <p:nvPr/>
          </p:nvSpPr>
          <p:spPr>
            <a:xfrm>
              <a:off x="5637240" y="5549040"/>
              <a:ext cx="51480" cy="321120"/>
            </a:xfrm>
            <a:custGeom>
              <a:avLst/>
              <a:gdLst>
                <a:gd name="textAreaLeft" fmla="*/ 0 w 51480"/>
                <a:gd name="textAreaRight" fmla="*/ 52200 w 51480"/>
                <a:gd name="textAreaTop" fmla="*/ 0 h 321120"/>
                <a:gd name="textAreaBottom" fmla="*/ 321840 h 321120"/>
              </a:gdLst>
              <a:ahLst/>
              <a:rect l="textAreaLeft" t="textAreaTop" r="textAreaRight" b="textAreaBottom"/>
              <a:pathLst>
                <a:path w="52070" h="321945">
                  <a:moveTo>
                    <a:pt x="25908" y="0"/>
                  </a:moveTo>
                  <a:lnTo>
                    <a:pt x="21336" y="0"/>
                  </a:lnTo>
                  <a:lnTo>
                    <a:pt x="16764" y="0"/>
                  </a:lnTo>
                  <a:lnTo>
                    <a:pt x="12192" y="4572"/>
                  </a:lnTo>
                  <a:lnTo>
                    <a:pt x="12192" y="9144"/>
                  </a:lnTo>
                  <a:lnTo>
                    <a:pt x="12192" y="25908"/>
                  </a:lnTo>
                  <a:lnTo>
                    <a:pt x="16764" y="44195"/>
                  </a:lnTo>
                  <a:lnTo>
                    <a:pt x="21336" y="70104"/>
                  </a:lnTo>
                  <a:lnTo>
                    <a:pt x="30480" y="96012"/>
                  </a:lnTo>
                  <a:lnTo>
                    <a:pt x="38100" y="117348"/>
                  </a:lnTo>
                  <a:lnTo>
                    <a:pt x="42672" y="138684"/>
                  </a:lnTo>
                  <a:lnTo>
                    <a:pt x="47244" y="156972"/>
                  </a:lnTo>
                  <a:lnTo>
                    <a:pt x="51816" y="173736"/>
                  </a:lnTo>
                  <a:lnTo>
                    <a:pt x="51816" y="195072"/>
                  </a:lnTo>
                  <a:lnTo>
                    <a:pt x="47244" y="220980"/>
                  </a:lnTo>
                  <a:lnTo>
                    <a:pt x="38100" y="243840"/>
                  </a:lnTo>
                  <a:lnTo>
                    <a:pt x="30480" y="269748"/>
                  </a:lnTo>
                  <a:lnTo>
                    <a:pt x="21336" y="291083"/>
                  </a:lnTo>
                  <a:lnTo>
                    <a:pt x="12192" y="307848"/>
                  </a:lnTo>
                  <a:lnTo>
                    <a:pt x="4572" y="316991"/>
                  </a:lnTo>
                  <a:lnTo>
                    <a:pt x="0" y="321563"/>
                  </a:lnTo>
                </a:path>
              </a:pathLst>
            </a:custGeom>
            <a:noFill/>
            <a:ln w="19812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95" name="object 43"/>
            <p:cNvSpPr/>
            <p:nvPr/>
          </p:nvSpPr>
          <p:spPr>
            <a:xfrm>
              <a:off x="5826240" y="5372280"/>
              <a:ext cx="577080" cy="527040"/>
            </a:xfrm>
            <a:custGeom>
              <a:avLst/>
              <a:gdLst>
                <a:gd name="textAreaLeft" fmla="*/ 0 w 577080"/>
                <a:gd name="textAreaRight" fmla="*/ 577800 w 577080"/>
                <a:gd name="textAreaTop" fmla="*/ 0 h 527040"/>
                <a:gd name="textAreaBottom" fmla="*/ 527760 h 527040"/>
              </a:gdLst>
              <a:ahLst/>
              <a:rect l="textAreaLeft" t="textAreaTop" r="textAreaRight" b="textAreaBottom"/>
              <a:pathLst>
                <a:path w="577850" h="527685">
                  <a:moveTo>
                    <a:pt x="0" y="527304"/>
                  </a:moveTo>
                  <a:lnTo>
                    <a:pt x="0" y="524256"/>
                  </a:lnTo>
                  <a:lnTo>
                    <a:pt x="4572" y="498348"/>
                  </a:lnTo>
                  <a:lnTo>
                    <a:pt x="9144" y="458724"/>
                  </a:lnTo>
                  <a:lnTo>
                    <a:pt x="18288" y="411480"/>
                  </a:lnTo>
                  <a:lnTo>
                    <a:pt x="25908" y="355092"/>
                  </a:lnTo>
                  <a:lnTo>
                    <a:pt x="35052" y="303276"/>
                  </a:lnTo>
                  <a:lnTo>
                    <a:pt x="42672" y="256032"/>
                  </a:lnTo>
                  <a:lnTo>
                    <a:pt x="51816" y="216408"/>
                  </a:lnTo>
                  <a:lnTo>
                    <a:pt x="64008" y="172212"/>
                  </a:lnTo>
                  <a:lnTo>
                    <a:pt x="77724" y="129540"/>
                  </a:lnTo>
                  <a:lnTo>
                    <a:pt x="103632" y="68580"/>
                  </a:lnTo>
                  <a:lnTo>
                    <a:pt x="134112" y="30480"/>
                  </a:lnTo>
                  <a:lnTo>
                    <a:pt x="160019" y="9143"/>
                  </a:lnTo>
                  <a:lnTo>
                    <a:pt x="172211" y="0"/>
                  </a:lnTo>
                  <a:lnTo>
                    <a:pt x="181356" y="0"/>
                  </a:lnTo>
                  <a:lnTo>
                    <a:pt x="188976" y="4572"/>
                  </a:lnTo>
                  <a:lnTo>
                    <a:pt x="214883" y="42672"/>
                  </a:lnTo>
                  <a:lnTo>
                    <a:pt x="236219" y="112776"/>
                  </a:lnTo>
                  <a:lnTo>
                    <a:pt x="240792" y="155448"/>
                  </a:lnTo>
                  <a:lnTo>
                    <a:pt x="240792" y="198120"/>
                  </a:lnTo>
                  <a:lnTo>
                    <a:pt x="240792" y="237744"/>
                  </a:lnTo>
                  <a:lnTo>
                    <a:pt x="240792" y="268224"/>
                  </a:lnTo>
                  <a:lnTo>
                    <a:pt x="240792" y="289560"/>
                  </a:lnTo>
                  <a:lnTo>
                    <a:pt x="236219" y="303276"/>
                  </a:lnTo>
                  <a:lnTo>
                    <a:pt x="236219" y="310896"/>
                  </a:lnTo>
                  <a:lnTo>
                    <a:pt x="236219" y="315468"/>
                  </a:lnTo>
                  <a:lnTo>
                    <a:pt x="240792" y="307848"/>
                  </a:lnTo>
                  <a:lnTo>
                    <a:pt x="245364" y="284988"/>
                  </a:lnTo>
                  <a:lnTo>
                    <a:pt x="259080" y="256032"/>
                  </a:lnTo>
                  <a:lnTo>
                    <a:pt x="271272" y="224028"/>
                  </a:lnTo>
                  <a:lnTo>
                    <a:pt x="288036" y="185928"/>
                  </a:lnTo>
                  <a:lnTo>
                    <a:pt x="310895" y="146304"/>
                  </a:lnTo>
                  <a:lnTo>
                    <a:pt x="332232" y="112776"/>
                  </a:lnTo>
                  <a:lnTo>
                    <a:pt x="353567" y="82296"/>
                  </a:lnTo>
                  <a:lnTo>
                    <a:pt x="370332" y="56388"/>
                  </a:lnTo>
                  <a:lnTo>
                    <a:pt x="384048" y="38100"/>
                  </a:lnTo>
                  <a:lnTo>
                    <a:pt x="396239" y="25908"/>
                  </a:lnTo>
                  <a:lnTo>
                    <a:pt x="409956" y="16764"/>
                  </a:lnTo>
                  <a:lnTo>
                    <a:pt x="417576" y="12191"/>
                  </a:lnTo>
                  <a:lnTo>
                    <a:pt x="422148" y="9143"/>
                  </a:lnTo>
                  <a:lnTo>
                    <a:pt x="431291" y="9143"/>
                  </a:lnTo>
                  <a:lnTo>
                    <a:pt x="434339" y="12191"/>
                  </a:lnTo>
                  <a:lnTo>
                    <a:pt x="443484" y="21336"/>
                  </a:lnTo>
                  <a:lnTo>
                    <a:pt x="448056" y="42672"/>
                  </a:lnTo>
                  <a:lnTo>
                    <a:pt x="452628" y="73152"/>
                  </a:lnTo>
                  <a:lnTo>
                    <a:pt x="455676" y="112776"/>
                  </a:lnTo>
                  <a:lnTo>
                    <a:pt x="455676" y="150876"/>
                  </a:lnTo>
                  <a:lnTo>
                    <a:pt x="455676" y="195072"/>
                  </a:lnTo>
                  <a:lnTo>
                    <a:pt x="455676" y="233172"/>
                  </a:lnTo>
                  <a:lnTo>
                    <a:pt x="455676" y="263652"/>
                  </a:lnTo>
                  <a:lnTo>
                    <a:pt x="455676" y="281940"/>
                  </a:lnTo>
                  <a:lnTo>
                    <a:pt x="455676" y="294132"/>
                  </a:lnTo>
                  <a:lnTo>
                    <a:pt x="455676" y="303276"/>
                  </a:lnTo>
                  <a:lnTo>
                    <a:pt x="455676" y="307848"/>
                  </a:lnTo>
                  <a:lnTo>
                    <a:pt x="460248" y="307848"/>
                  </a:lnTo>
                  <a:lnTo>
                    <a:pt x="469391" y="303276"/>
                  </a:lnTo>
                  <a:lnTo>
                    <a:pt x="478536" y="294132"/>
                  </a:lnTo>
                  <a:lnTo>
                    <a:pt x="490728" y="284988"/>
                  </a:lnTo>
                  <a:lnTo>
                    <a:pt x="504443" y="277368"/>
                  </a:lnTo>
                  <a:lnTo>
                    <a:pt x="516636" y="268224"/>
                  </a:lnTo>
                  <a:lnTo>
                    <a:pt x="530352" y="256032"/>
                  </a:lnTo>
                  <a:lnTo>
                    <a:pt x="542543" y="246888"/>
                  </a:lnTo>
                  <a:lnTo>
                    <a:pt x="551687" y="237744"/>
                  </a:lnTo>
                  <a:lnTo>
                    <a:pt x="559308" y="233172"/>
                  </a:lnTo>
                  <a:lnTo>
                    <a:pt x="563880" y="233172"/>
                  </a:lnTo>
                  <a:lnTo>
                    <a:pt x="568452" y="233172"/>
                  </a:lnTo>
                  <a:lnTo>
                    <a:pt x="573024" y="237744"/>
                  </a:lnTo>
                  <a:lnTo>
                    <a:pt x="577595" y="246888"/>
                  </a:lnTo>
                  <a:lnTo>
                    <a:pt x="577595" y="263652"/>
                  </a:lnTo>
                  <a:lnTo>
                    <a:pt x="577595" y="284988"/>
                  </a:lnTo>
                  <a:lnTo>
                    <a:pt x="577595" y="307848"/>
                  </a:lnTo>
                  <a:lnTo>
                    <a:pt x="573024" y="329184"/>
                  </a:lnTo>
                  <a:lnTo>
                    <a:pt x="573024" y="350520"/>
                  </a:lnTo>
                  <a:lnTo>
                    <a:pt x="573024" y="371856"/>
                  </a:lnTo>
                  <a:lnTo>
                    <a:pt x="573024" y="385572"/>
                  </a:lnTo>
                  <a:lnTo>
                    <a:pt x="573024" y="394716"/>
                  </a:lnTo>
                  <a:lnTo>
                    <a:pt x="577595" y="388620"/>
                  </a:lnTo>
                </a:path>
              </a:pathLst>
            </a:custGeom>
            <a:noFill/>
            <a:ln w="19812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96" name="object 44"/>
            <p:cNvSpPr/>
            <p:nvPr/>
          </p:nvSpPr>
          <p:spPr>
            <a:xfrm>
              <a:off x="8890920" y="5329440"/>
              <a:ext cx="43560" cy="306000"/>
            </a:xfrm>
            <a:custGeom>
              <a:avLst/>
              <a:gdLst>
                <a:gd name="textAreaLeft" fmla="*/ 0 w 43560"/>
                <a:gd name="textAreaRight" fmla="*/ 44280 w 43560"/>
                <a:gd name="textAreaTop" fmla="*/ 0 h 306000"/>
                <a:gd name="textAreaBottom" fmla="*/ 306720 h 306000"/>
              </a:gdLst>
              <a:ahLst/>
              <a:rect l="textAreaLeft" t="textAreaTop" r="textAreaRight" b="textAreaBottom"/>
              <a:pathLst>
                <a:path w="44450" h="306704">
                  <a:moveTo>
                    <a:pt x="25907" y="0"/>
                  </a:moveTo>
                  <a:lnTo>
                    <a:pt x="25907" y="3048"/>
                  </a:lnTo>
                  <a:lnTo>
                    <a:pt x="25907" y="12192"/>
                  </a:lnTo>
                  <a:lnTo>
                    <a:pt x="22859" y="28956"/>
                  </a:lnTo>
                  <a:lnTo>
                    <a:pt x="18287" y="59436"/>
                  </a:lnTo>
                  <a:lnTo>
                    <a:pt x="13715" y="94488"/>
                  </a:lnTo>
                  <a:lnTo>
                    <a:pt x="9143" y="124968"/>
                  </a:lnTo>
                  <a:lnTo>
                    <a:pt x="4571" y="155448"/>
                  </a:lnTo>
                  <a:lnTo>
                    <a:pt x="0" y="185928"/>
                  </a:lnTo>
                  <a:lnTo>
                    <a:pt x="0" y="214883"/>
                  </a:lnTo>
                  <a:lnTo>
                    <a:pt x="0" y="245364"/>
                  </a:lnTo>
                  <a:lnTo>
                    <a:pt x="0" y="266700"/>
                  </a:lnTo>
                  <a:lnTo>
                    <a:pt x="4571" y="284988"/>
                  </a:lnTo>
                  <a:lnTo>
                    <a:pt x="9143" y="298704"/>
                  </a:lnTo>
                  <a:lnTo>
                    <a:pt x="9143" y="301752"/>
                  </a:lnTo>
                  <a:lnTo>
                    <a:pt x="9143" y="306323"/>
                  </a:lnTo>
                  <a:lnTo>
                    <a:pt x="18287" y="301752"/>
                  </a:lnTo>
                  <a:lnTo>
                    <a:pt x="30479" y="289559"/>
                  </a:lnTo>
                  <a:lnTo>
                    <a:pt x="44195" y="272795"/>
                  </a:lnTo>
                </a:path>
              </a:pathLst>
            </a:custGeom>
            <a:noFill/>
            <a:ln w="19812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pic>
          <p:nvPicPr>
            <p:cNvPr id="197" name="object 45" descr=""/>
            <p:cNvPicPr/>
            <p:nvPr/>
          </p:nvPicPr>
          <p:blipFill>
            <a:blip r:embed="rId5"/>
            <a:stretch/>
          </p:blipFill>
          <p:spPr>
            <a:xfrm>
              <a:off x="9135720" y="5214240"/>
              <a:ext cx="153360" cy="709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98" name="object 46"/>
            <p:cNvSpPr/>
            <p:nvPr/>
          </p:nvSpPr>
          <p:spPr>
            <a:xfrm>
              <a:off x="9038880" y="5219640"/>
              <a:ext cx="248040" cy="382320"/>
            </a:xfrm>
            <a:custGeom>
              <a:avLst/>
              <a:gdLst>
                <a:gd name="textAreaLeft" fmla="*/ 0 w 248040"/>
                <a:gd name="textAreaRight" fmla="*/ 248760 w 248040"/>
                <a:gd name="textAreaTop" fmla="*/ 0 h 382320"/>
                <a:gd name="textAreaBottom" fmla="*/ 383040 h 382320"/>
              </a:gdLst>
              <a:ahLst/>
              <a:rect l="textAreaLeft" t="textAreaTop" r="textAreaRight" b="textAreaBottom"/>
              <a:pathLst>
                <a:path w="248920" h="382904">
                  <a:moveTo>
                    <a:pt x="50292" y="0"/>
                  </a:moveTo>
                  <a:lnTo>
                    <a:pt x="45720" y="9144"/>
                  </a:lnTo>
                  <a:lnTo>
                    <a:pt x="42672" y="22859"/>
                  </a:lnTo>
                  <a:lnTo>
                    <a:pt x="33528" y="35052"/>
                  </a:lnTo>
                  <a:lnTo>
                    <a:pt x="25908" y="48768"/>
                  </a:lnTo>
                  <a:lnTo>
                    <a:pt x="16764" y="60960"/>
                  </a:lnTo>
                  <a:lnTo>
                    <a:pt x="12192" y="79248"/>
                  </a:lnTo>
                  <a:lnTo>
                    <a:pt x="7620" y="96012"/>
                  </a:lnTo>
                  <a:lnTo>
                    <a:pt x="3048" y="112775"/>
                  </a:lnTo>
                  <a:lnTo>
                    <a:pt x="0" y="131064"/>
                  </a:lnTo>
                  <a:lnTo>
                    <a:pt x="0" y="147828"/>
                  </a:lnTo>
                  <a:lnTo>
                    <a:pt x="0" y="161543"/>
                  </a:lnTo>
                  <a:lnTo>
                    <a:pt x="0" y="173736"/>
                  </a:lnTo>
                  <a:lnTo>
                    <a:pt x="0" y="187452"/>
                  </a:lnTo>
                  <a:lnTo>
                    <a:pt x="3048" y="195072"/>
                  </a:lnTo>
                  <a:lnTo>
                    <a:pt x="3048" y="199643"/>
                  </a:lnTo>
                  <a:lnTo>
                    <a:pt x="7620" y="204216"/>
                  </a:lnTo>
                  <a:lnTo>
                    <a:pt x="12192" y="204216"/>
                  </a:lnTo>
                  <a:lnTo>
                    <a:pt x="21336" y="204216"/>
                  </a:lnTo>
                  <a:lnTo>
                    <a:pt x="33528" y="199643"/>
                  </a:lnTo>
                  <a:lnTo>
                    <a:pt x="45720" y="195072"/>
                  </a:lnTo>
                  <a:lnTo>
                    <a:pt x="64008" y="190500"/>
                  </a:lnTo>
                  <a:lnTo>
                    <a:pt x="85344" y="187452"/>
                  </a:lnTo>
                  <a:lnTo>
                    <a:pt x="106680" y="187452"/>
                  </a:lnTo>
                  <a:lnTo>
                    <a:pt x="128016" y="187452"/>
                  </a:lnTo>
                  <a:lnTo>
                    <a:pt x="149352" y="190500"/>
                  </a:lnTo>
                  <a:lnTo>
                    <a:pt x="167640" y="195072"/>
                  </a:lnTo>
                  <a:lnTo>
                    <a:pt x="184404" y="204216"/>
                  </a:lnTo>
                  <a:lnTo>
                    <a:pt x="201168" y="213359"/>
                  </a:lnTo>
                  <a:lnTo>
                    <a:pt x="214884" y="220980"/>
                  </a:lnTo>
                  <a:lnTo>
                    <a:pt x="222504" y="230124"/>
                  </a:lnTo>
                  <a:lnTo>
                    <a:pt x="231648" y="243840"/>
                  </a:lnTo>
                  <a:lnTo>
                    <a:pt x="240792" y="256031"/>
                  </a:lnTo>
                  <a:lnTo>
                    <a:pt x="243840" y="269748"/>
                  </a:lnTo>
                  <a:lnTo>
                    <a:pt x="248411" y="281940"/>
                  </a:lnTo>
                  <a:lnTo>
                    <a:pt x="248411" y="295656"/>
                  </a:lnTo>
                  <a:lnTo>
                    <a:pt x="243840" y="307848"/>
                  </a:lnTo>
                  <a:lnTo>
                    <a:pt x="240792" y="324612"/>
                  </a:lnTo>
                  <a:lnTo>
                    <a:pt x="231648" y="338328"/>
                  </a:lnTo>
                  <a:lnTo>
                    <a:pt x="219456" y="350519"/>
                  </a:lnTo>
                  <a:lnTo>
                    <a:pt x="201168" y="364236"/>
                  </a:lnTo>
                  <a:lnTo>
                    <a:pt x="184404" y="373380"/>
                  </a:lnTo>
                  <a:lnTo>
                    <a:pt x="167640" y="376428"/>
                  </a:lnTo>
                  <a:lnTo>
                    <a:pt x="149352" y="382523"/>
                  </a:lnTo>
                  <a:lnTo>
                    <a:pt x="132588" y="382523"/>
                  </a:lnTo>
                  <a:lnTo>
                    <a:pt x="115824" y="382523"/>
                  </a:lnTo>
                  <a:lnTo>
                    <a:pt x="97536" y="376428"/>
                  </a:lnTo>
                  <a:lnTo>
                    <a:pt x="85344" y="373380"/>
                  </a:lnTo>
                </a:path>
              </a:pathLst>
            </a:custGeom>
            <a:noFill/>
            <a:ln w="19812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pic>
          <p:nvPicPr>
            <p:cNvPr id="199" name="object 47" descr=""/>
            <p:cNvPicPr/>
            <p:nvPr/>
          </p:nvPicPr>
          <p:blipFill>
            <a:blip r:embed="rId6"/>
            <a:stretch/>
          </p:blipFill>
          <p:spPr>
            <a:xfrm>
              <a:off x="9032040" y="5214240"/>
              <a:ext cx="212760" cy="633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00" name="object 48" descr=""/>
            <p:cNvPicPr/>
            <p:nvPr/>
          </p:nvPicPr>
          <p:blipFill>
            <a:blip r:embed="rId7"/>
            <a:stretch/>
          </p:blipFill>
          <p:spPr>
            <a:xfrm>
              <a:off x="3676680" y="5214240"/>
              <a:ext cx="5680800" cy="1825200"/>
            </a:xfrm>
            <a:prstGeom prst="rect">
              <a:avLst/>
            </a:prstGeom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object 2" descr=""/>
          <p:cNvPicPr/>
          <p:nvPr/>
        </p:nvPicPr>
        <p:blipFill>
          <a:blip r:embed="rId1"/>
          <a:stretch/>
        </p:blipFill>
        <p:spPr>
          <a:xfrm>
            <a:off x="457200" y="1837800"/>
            <a:ext cx="9143280" cy="264600"/>
          </a:xfrm>
          <a:prstGeom prst="rect">
            <a:avLst/>
          </a:prstGeom>
          <a:ln w="0">
            <a:noFill/>
          </a:ln>
        </p:spPr>
      </p:pic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1176120" y="627120"/>
            <a:ext cx="7738920" cy="16585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rgbClr val="2f1f57"/>
                </a:solidFill>
                <a:latin typeface="Candara"/>
              </a:rPr>
              <a:t>Protection</a:t>
            </a:r>
            <a:r>
              <a:rPr b="0" lang="en-US" sz="5400" spc="-97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5400" spc="-7" strike="noStrike">
                <a:solidFill>
                  <a:srgbClr val="2f1f57"/>
                </a:solidFill>
                <a:latin typeface="Candara"/>
              </a:rPr>
              <a:t>Provisioning</a:t>
            </a: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object 4"/>
          <p:cNvSpPr/>
          <p:nvPr/>
        </p:nvSpPr>
        <p:spPr>
          <a:xfrm>
            <a:off x="685800" y="2229120"/>
            <a:ext cx="8036640" cy="434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354960" indent="-343080" defTabSz="914400">
              <a:lnSpc>
                <a:spcPct val="100000"/>
              </a:lnSpc>
              <a:spcBef>
                <a:spcPts val="96"/>
              </a:spcBef>
              <a:buClr>
                <a:srgbClr val="baaae2"/>
              </a:buClr>
              <a:buFont typeface="Symbol" charset="2"/>
              <a:buChar char=""/>
              <a:tabLst>
                <a:tab algn="l" pos="355680"/>
              </a:tabLst>
            </a:pP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Protection </a:t>
            </a:r>
            <a:r>
              <a:rPr b="0" lang="en-US" sz="2800" spc="-12" strike="noStrike">
                <a:solidFill>
                  <a:srgbClr val="2f1f57"/>
                </a:solidFill>
                <a:latin typeface="Candara"/>
              </a:rPr>
              <a:t>for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 all</a:t>
            </a:r>
            <a:r>
              <a:rPr b="0" lang="en-US" sz="2800" spc="7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12" strike="noStrike">
                <a:solidFill>
                  <a:srgbClr val="2f1f57"/>
                </a:solidFill>
                <a:latin typeface="Candara"/>
              </a:rPr>
              <a:t>types</a:t>
            </a:r>
            <a:r>
              <a:rPr b="0" lang="en-US" sz="2800" spc="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of</a:t>
            </a:r>
            <a:r>
              <a:rPr b="0" lang="en-US" sz="2800" spc="7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the organizational </a:t>
            </a:r>
            <a:r>
              <a:rPr b="0" lang="en-US" sz="2800" spc="-596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800" spc="-7" strike="noStrike">
                <a:solidFill>
                  <a:srgbClr val="2f1f57"/>
                </a:solidFill>
                <a:latin typeface="Candara"/>
              </a:rPr>
              <a:t>assets: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698040" indent="-337320" defTabSz="914400">
              <a:lnSpc>
                <a:spcPct val="100000"/>
              </a:lnSpc>
              <a:spcBef>
                <a:spcPts val="621"/>
              </a:spcBef>
              <a:buClr>
                <a:srgbClr val="2f1f57"/>
              </a:buClr>
              <a:buFont typeface="Candara"/>
              <a:buChar char="•"/>
              <a:tabLst>
                <a:tab algn="l" pos="698400"/>
              </a:tabLst>
            </a:pPr>
            <a:r>
              <a:rPr b="1" lang="en-US" sz="2600" spc="-1" strike="noStrike">
                <a:solidFill>
                  <a:srgbClr val="2f1f57"/>
                </a:solidFill>
                <a:latin typeface="Candara"/>
              </a:rPr>
              <a:t>Financial </a:t>
            </a:r>
            <a:r>
              <a:rPr b="1" lang="en-US" sz="2600" spc="-7" strike="noStrike">
                <a:solidFill>
                  <a:srgbClr val="2f1f57"/>
                </a:solidFill>
                <a:latin typeface="Candara"/>
              </a:rPr>
              <a:t>Assets </a:t>
            </a:r>
            <a:r>
              <a:rPr b="0" lang="en-US" sz="2600" spc="-7" strike="noStrike">
                <a:solidFill>
                  <a:srgbClr val="2f1f57"/>
                </a:solidFill>
                <a:latin typeface="Candara"/>
              </a:rPr>
              <a:t>are </a:t>
            </a:r>
            <a:r>
              <a:rPr b="0" lang="en-US" sz="2600" spc="-12" strike="noStrike">
                <a:solidFill>
                  <a:srgbClr val="2f1f57"/>
                </a:solidFill>
                <a:latin typeface="Candara"/>
              </a:rPr>
              <a:t>taken </a:t>
            </a:r>
            <a:r>
              <a:rPr b="0" lang="en-US" sz="2600" spc="-7" strike="noStrike">
                <a:solidFill>
                  <a:srgbClr val="2f1f57"/>
                </a:solidFill>
                <a:latin typeface="Candara"/>
              </a:rPr>
              <a:t>care </a:t>
            </a:r>
            <a:r>
              <a:rPr b="0" lang="en-US" sz="2600" spc="-1" strike="noStrike">
                <a:solidFill>
                  <a:srgbClr val="2f1f57"/>
                </a:solidFill>
                <a:latin typeface="Candara"/>
              </a:rPr>
              <a:t>of </a:t>
            </a:r>
            <a:r>
              <a:rPr b="0" lang="en-US" sz="2600" spc="1" strike="noStrike">
                <a:solidFill>
                  <a:srgbClr val="2f1f57"/>
                </a:solidFill>
                <a:latin typeface="Candara"/>
              </a:rPr>
              <a:t>by the </a:t>
            </a:r>
            <a:r>
              <a:rPr b="0" lang="en-US" sz="2600" spc="-55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600" spc="-7" strike="noStrike">
                <a:solidFill>
                  <a:srgbClr val="2f1f57"/>
                </a:solidFill>
                <a:latin typeface="Candara"/>
              </a:rPr>
              <a:t>Finance </a:t>
            </a:r>
            <a:r>
              <a:rPr b="0" lang="en-US" sz="2600" spc="-1" strike="noStrike">
                <a:solidFill>
                  <a:srgbClr val="2f1f57"/>
                </a:solidFill>
                <a:latin typeface="Candara"/>
              </a:rPr>
              <a:t>Department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lvl="1" marL="698040" indent="-337320" defTabSz="914400">
              <a:lnSpc>
                <a:spcPct val="100000"/>
              </a:lnSpc>
              <a:spcBef>
                <a:spcPts val="601"/>
              </a:spcBef>
              <a:buClr>
                <a:srgbClr val="2f1f57"/>
              </a:buClr>
              <a:buFont typeface="Candara"/>
              <a:buChar char="•"/>
              <a:tabLst>
                <a:tab algn="l" pos="698400"/>
              </a:tabLst>
            </a:pPr>
            <a:r>
              <a:rPr b="1" lang="en-US" sz="2600" spc="-1" strike="noStrike">
                <a:solidFill>
                  <a:srgbClr val="2f1f57"/>
                </a:solidFill>
                <a:latin typeface="Candara"/>
              </a:rPr>
              <a:t>Human</a:t>
            </a:r>
            <a:r>
              <a:rPr b="1" lang="en-US" sz="2600" spc="-52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1" lang="en-US" sz="2600" spc="-1" strike="noStrike">
                <a:solidFill>
                  <a:srgbClr val="2f1f57"/>
                </a:solidFill>
                <a:latin typeface="Candara"/>
              </a:rPr>
              <a:t>Resource</a:t>
            </a:r>
            <a:r>
              <a:rPr b="1" lang="en-US" sz="2600" spc="-7" strike="noStrike">
                <a:solidFill>
                  <a:srgbClr val="2f1f57"/>
                </a:solidFill>
                <a:latin typeface="Candara"/>
              </a:rPr>
              <a:t> Assets</a:t>
            </a:r>
            <a:r>
              <a:rPr b="1" lang="en-US" sz="2600" spc="-26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600" spc="-7" strike="noStrike">
                <a:solidFill>
                  <a:srgbClr val="2f1f57"/>
                </a:solidFill>
                <a:latin typeface="Candara"/>
              </a:rPr>
              <a:t>are</a:t>
            </a:r>
            <a:r>
              <a:rPr b="0" lang="en-US" sz="2600" spc="-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600" spc="-7" strike="noStrike">
                <a:solidFill>
                  <a:srgbClr val="2f1f57"/>
                </a:solidFill>
                <a:latin typeface="Candara"/>
              </a:rPr>
              <a:t>taken</a:t>
            </a:r>
            <a:r>
              <a:rPr b="0" lang="en-US" sz="2600" spc="-1" strike="noStrike">
                <a:solidFill>
                  <a:srgbClr val="2f1f57"/>
                </a:solidFill>
                <a:latin typeface="Candara"/>
              </a:rPr>
              <a:t> care</a:t>
            </a:r>
            <a:r>
              <a:rPr b="0" lang="en-US" sz="2600" spc="-7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600" spc="-1" strike="noStrike">
                <a:solidFill>
                  <a:srgbClr val="2f1f57"/>
                </a:solidFill>
                <a:latin typeface="Candara"/>
              </a:rPr>
              <a:t>of</a:t>
            </a:r>
            <a:r>
              <a:rPr b="0" lang="en-US" sz="2600" spc="-2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600" spc="1" strike="noStrike">
                <a:solidFill>
                  <a:srgbClr val="2f1f57"/>
                </a:solidFill>
                <a:latin typeface="Candara"/>
              </a:rPr>
              <a:t>by </a:t>
            </a:r>
            <a:r>
              <a:rPr b="0" lang="en-US" sz="2600" spc="-54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600" spc="-1" strike="noStrike">
                <a:solidFill>
                  <a:srgbClr val="2f1f57"/>
                </a:solidFill>
                <a:latin typeface="Candara"/>
              </a:rPr>
              <a:t>the</a:t>
            </a:r>
            <a:r>
              <a:rPr b="0" lang="en-US" sz="2600" spc="-7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600" spc="-1" strike="noStrike">
                <a:solidFill>
                  <a:srgbClr val="2f1f57"/>
                </a:solidFill>
                <a:latin typeface="Candara"/>
              </a:rPr>
              <a:t>HR</a:t>
            </a:r>
            <a:r>
              <a:rPr b="0" lang="en-US" sz="2600" spc="1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600" spc="-7" strike="noStrike">
                <a:solidFill>
                  <a:srgbClr val="2f1f57"/>
                </a:solidFill>
                <a:latin typeface="Candara"/>
              </a:rPr>
              <a:t>Department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lvl="1" marL="698040" indent="-337320" defTabSz="914400">
              <a:lnSpc>
                <a:spcPct val="100000"/>
              </a:lnSpc>
              <a:spcBef>
                <a:spcPts val="601"/>
              </a:spcBef>
              <a:buClr>
                <a:srgbClr val="2f1f57"/>
              </a:buClr>
              <a:buFont typeface="Candara"/>
              <a:buChar char="•"/>
              <a:tabLst>
                <a:tab algn="l" pos="698400"/>
              </a:tabLst>
            </a:pPr>
            <a:r>
              <a:rPr b="1" lang="en-US" sz="2600" spc="-1" strike="noStrike">
                <a:solidFill>
                  <a:srgbClr val="2f1f57"/>
                </a:solidFill>
                <a:latin typeface="Candara"/>
              </a:rPr>
              <a:t>Physical</a:t>
            </a:r>
            <a:r>
              <a:rPr b="1" lang="en-US" sz="2600" spc="-2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1" lang="en-US" sz="2600" spc="-1" strike="noStrike">
                <a:solidFill>
                  <a:srgbClr val="2f1f57"/>
                </a:solidFill>
                <a:latin typeface="Candara"/>
              </a:rPr>
              <a:t>Assets</a:t>
            </a:r>
            <a:r>
              <a:rPr b="1" lang="en-US" sz="2600" spc="-3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600" spc="-7" strike="noStrike">
                <a:solidFill>
                  <a:srgbClr val="2f1f57"/>
                </a:solidFill>
                <a:latin typeface="Candara"/>
              </a:rPr>
              <a:t>are taken</a:t>
            </a:r>
            <a:r>
              <a:rPr b="0" lang="en-US" sz="2600" spc="-1" strike="noStrike">
                <a:solidFill>
                  <a:srgbClr val="2f1f57"/>
                </a:solidFill>
                <a:latin typeface="Candara"/>
              </a:rPr>
              <a:t> care</a:t>
            </a:r>
            <a:r>
              <a:rPr b="0" lang="en-US" sz="2600" spc="-12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600" spc="-1" strike="noStrike">
                <a:solidFill>
                  <a:srgbClr val="2f1f57"/>
                </a:solidFill>
                <a:latin typeface="Candara"/>
              </a:rPr>
              <a:t>of</a:t>
            </a:r>
            <a:r>
              <a:rPr b="0" lang="en-US" sz="2600" spc="-1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600" spc="1" strike="noStrike">
                <a:solidFill>
                  <a:srgbClr val="2f1f57"/>
                </a:solidFill>
                <a:latin typeface="Candara"/>
              </a:rPr>
              <a:t>by</a:t>
            </a:r>
            <a:r>
              <a:rPr b="0" lang="en-US" sz="2600" spc="-12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600" spc="-1" strike="noStrike">
                <a:solidFill>
                  <a:srgbClr val="2f1f57"/>
                </a:solidFill>
                <a:latin typeface="Candara"/>
              </a:rPr>
              <a:t>the</a:t>
            </a:r>
            <a:r>
              <a:rPr b="0" lang="en-US" sz="2600" spc="-12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600" spc="-1" strike="noStrike">
                <a:solidFill>
                  <a:srgbClr val="2f1f57"/>
                </a:solidFill>
                <a:latin typeface="Candara"/>
              </a:rPr>
              <a:t>Physical </a:t>
            </a:r>
            <a:r>
              <a:rPr b="0" lang="en-US" sz="2600" spc="-54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600" spc="-7" strike="noStrike">
                <a:solidFill>
                  <a:srgbClr val="2f1f57"/>
                </a:solidFill>
                <a:latin typeface="Candara"/>
              </a:rPr>
              <a:t>Security</a:t>
            </a:r>
            <a:r>
              <a:rPr b="0" lang="en-US" sz="2600" spc="-12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600" spc="-1" strike="noStrike">
                <a:solidFill>
                  <a:srgbClr val="2f1f57"/>
                </a:solidFill>
                <a:latin typeface="Candara"/>
              </a:rPr>
              <a:t>Department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lvl="1" marL="698040" indent="-337320" defTabSz="914400">
              <a:lnSpc>
                <a:spcPct val="100000"/>
              </a:lnSpc>
              <a:spcBef>
                <a:spcPts val="601"/>
              </a:spcBef>
              <a:buClr>
                <a:srgbClr val="2f1f57"/>
              </a:buClr>
              <a:buFont typeface="Candara"/>
              <a:buChar char="•"/>
              <a:tabLst>
                <a:tab algn="l" pos="698400"/>
              </a:tabLst>
            </a:pPr>
            <a:r>
              <a:rPr b="1" lang="en-US" sz="2600" spc="-1" strike="noStrike">
                <a:solidFill>
                  <a:srgbClr val="2f1f57"/>
                </a:solidFill>
                <a:latin typeface="Candara"/>
              </a:rPr>
              <a:t>Information </a:t>
            </a:r>
            <a:r>
              <a:rPr b="1" lang="en-US" sz="2600" spc="-7" strike="noStrike">
                <a:solidFill>
                  <a:srgbClr val="2f1f57"/>
                </a:solidFill>
                <a:latin typeface="Candara"/>
              </a:rPr>
              <a:t>Assets </a:t>
            </a:r>
            <a:r>
              <a:rPr b="0" lang="en-US" sz="2600" spc="-7" strike="noStrike">
                <a:solidFill>
                  <a:srgbClr val="2f1f57"/>
                </a:solidFill>
                <a:latin typeface="Candara"/>
              </a:rPr>
              <a:t>are </a:t>
            </a:r>
            <a:r>
              <a:rPr b="0" lang="en-US" sz="2600" spc="-12" strike="noStrike">
                <a:solidFill>
                  <a:srgbClr val="2f1f57"/>
                </a:solidFill>
                <a:latin typeface="Candara"/>
              </a:rPr>
              <a:t>taken </a:t>
            </a:r>
            <a:r>
              <a:rPr b="0" lang="en-US" sz="2600" spc="-7" strike="noStrike">
                <a:solidFill>
                  <a:srgbClr val="2f1f57"/>
                </a:solidFill>
                <a:latin typeface="Candara"/>
              </a:rPr>
              <a:t>care </a:t>
            </a:r>
            <a:r>
              <a:rPr b="0" lang="en-US" sz="2600" spc="-1" strike="noStrike">
                <a:solidFill>
                  <a:srgbClr val="2f1f57"/>
                </a:solidFill>
                <a:latin typeface="Candara"/>
              </a:rPr>
              <a:t>of </a:t>
            </a:r>
            <a:r>
              <a:rPr b="0" lang="en-US" sz="2600" spc="1" strike="noStrike">
                <a:solidFill>
                  <a:srgbClr val="2f1f57"/>
                </a:solidFill>
                <a:latin typeface="Candara"/>
              </a:rPr>
              <a:t>by the </a:t>
            </a:r>
            <a:r>
              <a:rPr b="0" lang="en-US" sz="2600" spc="-55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600" spc="-1" strike="noStrike">
                <a:solidFill>
                  <a:srgbClr val="ff0000"/>
                </a:solidFill>
                <a:latin typeface="Candara"/>
              </a:rPr>
              <a:t>Information</a:t>
            </a:r>
            <a:r>
              <a:rPr b="0" lang="en-US" sz="2600" spc="-55" strike="noStrike">
                <a:solidFill>
                  <a:srgbClr val="ff0000"/>
                </a:solidFill>
                <a:latin typeface="Candara"/>
              </a:rPr>
              <a:t> </a:t>
            </a:r>
            <a:r>
              <a:rPr b="0" lang="en-US" sz="2600" spc="-7" strike="noStrike">
                <a:solidFill>
                  <a:srgbClr val="ff0000"/>
                </a:solidFill>
                <a:latin typeface="Candara"/>
              </a:rPr>
              <a:t>Security</a:t>
            </a:r>
            <a:r>
              <a:rPr b="0" lang="en-US" sz="2600" spc="-12" strike="noStrike">
                <a:solidFill>
                  <a:srgbClr val="ff0000"/>
                </a:solidFill>
                <a:latin typeface="Candara"/>
              </a:rPr>
              <a:t> </a:t>
            </a:r>
            <a:r>
              <a:rPr b="0" lang="en-US" sz="2600" spc="-1" strike="noStrike">
                <a:solidFill>
                  <a:srgbClr val="ff0000"/>
                </a:solidFill>
                <a:latin typeface="Candara"/>
              </a:rPr>
              <a:t>Department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object 2" descr=""/>
          <p:cNvPicPr/>
          <p:nvPr/>
        </p:nvPicPr>
        <p:blipFill>
          <a:blip r:embed="rId1"/>
          <a:stretch/>
        </p:blipFill>
        <p:spPr>
          <a:xfrm>
            <a:off x="457200" y="1837800"/>
            <a:ext cx="9143280" cy="264600"/>
          </a:xfrm>
          <a:prstGeom prst="rect">
            <a:avLst/>
          </a:prstGeom>
          <a:ln w="0">
            <a:noFill/>
          </a:ln>
        </p:spPr>
      </p:pic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2555280" y="705240"/>
            <a:ext cx="5902920" cy="16585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5400" spc="-7" strike="noStrike">
                <a:solidFill>
                  <a:srgbClr val="2f1f57"/>
                </a:solidFill>
                <a:latin typeface="Candara"/>
              </a:rPr>
              <a:t>Security</a:t>
            </a:r>
            <a:r>
              <a:rPr b="0" lang="en-US" sz="5400" spc="-66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5400" spc="-1" strike="noStrike">
                <a:solidFill>
                  <a:srgbClr val="2f1f57"/>
                </a:solidFill>
                <a:latin typeface="Candara"/>
              </a:rPr>
              <a:t>Controls</a:t>
            </a: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object 4"/>
          <p:cNvSpPr/>
          <p:nvPr/>
        </p:nvSpPr>
        <p:spPr>
          <a:xfrm>
            <a:off x="537480" y="1811520"/>
            <a:ext cx="7829640" cy="274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55680" indent="-343080" defTabSz="914400">
              <a:lnSpc>
                <a:spcPct val="100000"/>
              </a:lnSpc>
              <a:spcBef>
                <a:spcPts val="99"/>
              </a:spcBef>
              <a:buClr>
                <a:srgbClr val="baaae2"/>
              </a:buClr>
              <a:buFont typeface="Symbol" charset="2"/>
              <a:buChar char=""/>
              <a:tabLst>
                <a:tab algn="l" pos="354960"/>
                <a:tab algn="l" pos="355680"/>
              </a:tabLst>
            </a:pP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NIST</a:t>
            </a:r>
            <a:r>
              <a:rPr b="0" lang="en-US" sz="2400" spc="-12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5" strike="noStrike">
                <a:solidFill>
                  <a:srgbClr val="2f1f57"/>
                </a:solidFill>
                <a:latin typeface="Candara"/>
              </a:rPr>
              <a:t>SP</a:t>
            </a:r>
            <a:r>
              <a:rPr b="0" lang="en-US" sz="2400" spc="7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800-53r4,</a:t>
            </a:r>
            <a:r>
              <a:rPr b="0" lang="en-US" sz="2400" spc="-3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2015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buClr>
                <a:srgbClr val="baaae2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NIST</a:t>
            </a:r>
            <a:r>
              <a:rPr b="0" lang="en-US" sz="2400" spc="-15" strike="noStrike">
                <a:solidFill>
                  <a:srgbClr val="2f1f57"/>
                </a:solidFill>
                <a:latin typeface="Candara"/>
              </a:rPr>
              <a:t> SP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800-53r5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4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4960" indent="-343080" defTabSz="914400">
              <a:lnSpc>
                <a:spcPct val="100000"/>
              </a:lnSpc>
              <a:buClr>
                <a:srgbClr val="baaae2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Security</a:t>
            </a:r>
            <a:r>
              <a:rPr b="0" lang="en-US" sz="2400" spc="2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and</a:t>
            </a:r>
            <a:r>
              <a:rPr b="0" lang="en-US" sz="2400" spc="7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Privacy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Controls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for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Information</a:t>
            </a:r>
            <a:r>
              <a:rPr b="0" lang="en-US" sz="2400" spc="-1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Systems</a:t>
            </a:r>
            <a:r>
              <a:rPr b="0" lang="en-US" sz="2400" spc="-12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and </a:t>
            </a:r>
            <a:r>
              <a:rPr b="0" lang="en-US" sz="2400" spc="-50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Organizations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spcBef>
                <a:spcPts val="6"/>
              </a:spcBef>
              <a:buClr>
                <a:srgbClr val="baaae2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20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Control</a:t>
            </a:r>
            <a:r>
              <a:rPr b="0" lang="en-US" sz="2400" spc="-2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Families</a:t>
            </a:r>
            <a:r>
              <a:rPr b="0" lang="en-US" sz="2400" spc="-1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with hundreds</a:t>
            </a:r>
            <a:r>
              <a:rPr b="0" lang="en-US" sz="2400" spc="7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of</a:t>
            </a:r>
            <a:r>
              <a:rPr b="0" lang="en-US" sz="2400" spc="-2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controls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7" name="object 5" descr=""/>
          <p:cNvPicPr/>
          <p:nvPr/>
        </p:nvPicPr>
        <p:blipFill>
          <a:blip r:embed="rId2"/>
          <a:stretch/>
        </p:blipFill>
        <p:spPr>
          <a:xfrm>
            <a:off x="925200" y="4606920"/>
            <a:ext cx="7923960" cy="2707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object 2" descr=""/>
          <p:cNvPicPr/>
          <p:nvPr/>
        </p:nvPicPr>
        <p:blipFill>
          <a:blip r:embed="rId1"/>
          <a:stretch/>
        </p:blipFill>
        <p:spPr>
          <a:xfrm>
            <a:off x="457200" y="1837800"/>
            <a:ext cx="9143280" cy="264600"/>
          </a:xfrm>
          <a:prstGeom prst="rect">
            <a:avLst/>
          </a:prstGeom>
          <a:ln w="0">
            <a:noFill/>
          </a:ln>
        </p:spPr>
      </p:pic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2046240" y="324000"/>
            <a:ext cx="5981040" cy="1609920"/>
          </a:xfrm>
          <a:prstGeom prst="rect">
            <a:avLst/>
          </a:prstGeom>
          <a:noFill/>
          <a:ln w="0">
            <a:noFill/>
          </a:ln>
        </p:spPr>
        <p:txBody>
          <a:bodyPr lIns="0" rIns="0" tIns="85680" bIns="0" anchor="t">
            <a:noAutofit/>
          </a:bodyPr>
          <a:p>
            <a:pPr marL="1764000" indent="-1233000">
              <a:lnSpc>
                <a:spcPts val="6001"/>
              </a:lnSpc>
              <a:spcBef>
                <a:spcPts val="675"/>
              </a:spcBef>
              <a:buNone/>
              <a:tabLst>
                <a:tab algn="l" pos="0"/>
              </a:tabLst>
            </a:pPr>
            <a:r>
              <a:rPr b="0" lang="en-US" sz="5400" spc="-52" strike="noStrike">
                <a:solidFill>
                  <a:srgbClr val="2f1f57"/>
                </a:solidFill>
                <a:latin typeface="Candara"/>
              </a:rPr>
              <a:t>Types</a:t>
            </a:r>
            <a:r>
              <a:rPr b="0" lang="en-US" sz="5400" spc="-2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5400" spc="-1" strike="noStrike">
                <a:solidFill>
                  <a:srgbClr val="2f1f57"/>
                </a:solidFill>
                <a:latin typeface="Candara"/>
              </a:rPr>
              <a:t>of</a:t>
            </a:r>
            <a:r>
              <a:rPr b="0" lang="en-US" sz="5400" spc="-2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5400" spc="-7" strike="noStrike">
                <a:solidFill>
                  <a:srgbClr val="2f1f57"/>
                </a:solidFill>
                <a:latin typeface="Candara"/>
              </a:rPr>
              <a:t>Security </a:t>
            </a:r>
            <a:r>
              <a:rPr b="0" lang="en-US" sz="5400" spc="-115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5400" spc="-7" strike="noStrike">
                <a:solidFill>
                  <a:srgbClr val="2f1f57"/>
                </a:solidFill>
                <a:latin typeface="Candara"/>
              </a:rPr>
              <a:t>Controls</a:t>
            </a: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object 4"/>
          <p:cNvSpPr/>
          <p:nvPr/>
        </p:nvSpPr>
        <p:spPr>
          <a:xfrm>
            <a:off x="1329840" y="2145240"/>
            <a:ext cx="7286400" cy="46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5760" bIns="0" anchor="t">
            <a:spAutoFit/>
          </a:bodyPr>
          <a:p>
            <a:pPr marL="354960" indent="-343080" defTabSz="914400">
              <a:lnSpc>
                <a:spcPct val="100000"/>
              </a:lnSpc>
              <a:spcBef>
                <a:spcPts val="754"/>
              </a:spcBef>
              <a:buClr>
                <a:srgbClr val="baaae2"/>
              </a:buClr>
              <a:buFont typeface="Candara"/>
              <a:buChar char="•"/>
              <a:tabLst>
                <a:tab algn="l" pos="355680"/>
              </a:tabLst>
            </a:pPr>
            <a:r>
              <a:rPr b="1" lang="en-US" sz="2800" spc="-7" strike="noStrike">
                <a:solidFill>
                  <a:srgbClr val="2f1f57"/>
                </a:solidFill>
                <a:latin typeface="Candara"/>
              </a:rPr>
              <a:t>Administrative</a:t>
            </a:r>
            <a:r>
              <a:rPr b="1" lang="en-US" sz="2800" spc="-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1" lang="en-US" sz="2800" spc="-7" strike="noStrike">
                <a:solidFill>
                  <a:srgbClr val="2f1f57"/>
                </a:solidFill>
                <a:latin typeface="Candara"/>
              </a:rPr>
              <a:t>Controls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698040" indent="-337320" defTabSz="914400">
              <a:lnSpc>
                <a:spcPct val="100000"/>
              </a:lnSpc>
              <a:spcBef>
                <a:spcPts val="621"/>
              </a:spcBef>
              <a:buClr>
                <a:srgbClr val="2f1f57"/>
              </a:buClr>
              <a:buFont typeface="Symbol" charset="2"/>
              <a:buChar char=""/>
              <a:tabLst>
                <a:tab algn="l" pos="699120"/>
              </a:tabLst>
            </a:pPr>
            <a:r>
              <a:rPr b="0" lang="en-US" sz="2600" spc="-7" strike="noStrike">
                <a:solidFill>
                  <a:srgbClr val="2f1f57"/>
                </a:solidFill>
                <a:latin typeface="Candara"/>
              </a:rPr>
              <a:t>Risk Management,</a:t>
            </a:r>
            <a:r>
              <a:rPr b="0" lang="en-US" sz="2600" spc="9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600" spc="-7" strike="noStrike">
                <a:solidFill>
                  <a:srgbClr val="2f1f57"/>
                </a:solidFill>
                <a:latin typeface="Candara"/>
              </a:rPr>
              <a:t>Security</a:t>
            </a:r>
            <a:r>
              <a:rPr b="0" lang="en-US" sz="2600" spc="7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600" spc="-7" strike="noStrike">
                <a:solidFill>
                  <a:srgbClr val="2f1f57"/>
                </a:solidFill>
                <a:latin typeface="Candara"/>
              </a:rPr>
              <a:t>Policy,</a:t>
            </a:r>
            <a:r>
              <a:rPr b="0" lang="en-US" sz="2600" spc="7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600" spc="-7" strike="noStrike">
                <a:solidFill>
                  <a:srgbClr val="2f1f57"/>
                </a:solidFill>
                <a:latin typeface="Candara"/>
              </a:rPr>
              <a:t>Regulations, </a:t>
            </a:r>
            <a:r>
              <a:rPr b="0" lang="en-US" sz="2600" spc="-54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600" spc="-7" strike="noStrike">
                <a:solidFill>
                  <a:srgbClr val="2f1f57"/>
                </a:solidFill>
                <a:latin typeface="Candara"/>
              </a:rPr>
              <a:t>Documentation, </a:t>
            </a:r>
            <a:r>
              <a:rPr b="0" lang="en-US" sz="2600" spc="-15" strike="noStrike">
                <a:solidFill>
                  <a:srgbClr val="2f1f57"/>
                </a:solidFill>
                <a:latin typeface="Candara"/>
              </a:rPr>
              <a:t>Trainings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69912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4960" indent="-343080" defTabSz="914400">
              <a:lnSpc>
                <a:spcPct val="100000"/>
              </a:lnSpc>
              <a:buClr>
                <a:srgbClr val="baaae2"/>
              </a:buClr>
              <a:buFont typeface="Candara"/>
              <a:buChar char="•"/>
              <a:tabLst>
                <a:tab algn="l" pos="355680"/>
              </a:tabLst>
            </a:pPr>
            <a:r>
              <a:rPr b="1" lang="en-US" sz="2800" spc="-26" strike="noStrike">
                <a:solidFill>
                  <a:srgbClr val="2f1f57"/>
                </a:solidFill>
                <a:latin typeface="Candara"/>
              </a:rPr>
              <a:t>Technical</a:t>
            </a:r>
            <a:r>
              <a:rPr b="1" lang="en-US" sz="2800" spc="9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1" lang="en-US" sz="2800" spc="-7" strike="noStrike">
                <a:solidFill>
                  <a:srgbClr val="2f1f57"/>
                </a:solidFill>
                <a:latin typeface="Candara"/>
              </a:rPr>
              <a:t>Controls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698400" indent="-337680" defTabSz="914400">
              <a:lnSpc>
                <a:spcPct val="100000"/>
              </a:lnSpc>
              <a:spcBef>
                <a:spcPts val="621"/>
              </a:spcBef>
              <a:buClr>
                <a:srgbClr val="2f1f57"/>
              </a:buClr>
              <a:buFont typeface="Candara"/>
              <a:buChar char="•"/>
              <a:tabLst>
                <a:tab algn="l" pos="699120"/>
              </a:tabLst>
            </a:pPr>
            <a:r>
              <a:rPr b="0" lang="en-US" sz="2600" spc="-7" strike="noStrike">
                <a:solidFill>
                  <a:srgbClr val="2f1f57"/>
                </a:solidFill>
                <a:latin typeface="Candara"/>
              </a:rPr>
              <a:t>Software</a:t>
            </a:r>
            <a:r>
              <a:rPr b="0" lang="en-US" sz="2600" spc="-3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600" spc="-1" strike="noStrike">
                <a:solidFill>
                  <a:srgbClr val="2f1f57"/>
                </a:solidFill>
                <a:latin typeface="Candara"/>
              </a:rPr>
              <a:t>or</a:t>
            </a:r>
            <a:r>
              <a:rPr b="0" lang="en-US" sz="2600" spc="-3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600" spc="-7" strike="noStrike">
                <a:solidFill>
                  <a:srgbClr val="2f1f57"/>
                </a:solidFill>
                <a:latin typeface="Candara"/>
              </a:rPr>
              <a:t>Hardware</a:t>
            </a:r>
            <a:r>
              <a:rPr b="0" lang="en-US" sz="2600" spc="2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600" spc="-7" strike="noStrike">
                <a:solidFill>
                  <a:srgbClr val="2f1f57"/>
                </a:solidFill>
                <a:latin typeface="Candara"/>
              </a:rPr>
              <a:t>Controls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lvl="1" marL="698400" indent="-337680" defTabSz="914400">
              <a:lnSpc>
                <a:spcPct val="100000"/>
              </a:lnSpc>
              <a:spcBef>
                <a:spcPts val="601"/>
              </a:spcBef>
              <a:buClr>
                <a:srgbClr val="2f1f57"/>
              </a:buClr>
              <a:buFont typeface="Candara"/>
              <a:buChar char="•"/>
              <a:tabLst>
                <a:tab algn="l" pos="699120"/>
              </a:tabLst>
            </a:pPr>
            <a:r>
              <a:rPr b="0" lang="en-US" sz="2600" spc="-7" strike="noStrike">
                <a:solidFill>
                  <a:srgbClr val="2f1f57"/>
                </a:solidFill>
                <a:latin typeface="Candara"/>
              </a:rPr>
              <a:t>Firewall, IDS,</a:t>
            </a:r>
            <a:r>
              <a:rPr b="0" lang="en-US" sz="2600" spc="-26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600" spc="-1" strike="noStrike">
                <a:solidFill>
                  <a:srgbClr val="2f1f57"/>
                </a:solidFill>
                <a:latin typeface="Candara"/>
              </a:rPr>
              <a:t>Encryption,</a:t>
            </a:r>
            <a:r>
              <a:rPr b="0" lang="en-US" sz="2600" spc="-7" strike="noStrike">
                <a:solidFill>
                  <a:srgbClr val="2f1f57"/>
                </a:solidFill>
                <a:latin typeface="Candara"/>
              </a:rPr>
              <a:t> Authentication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69912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4960" indent="-343080" defTabSz="914400">
              <a:lnSpc>
                <a:spcPct val="100000"/>
              </a:lnSpc>
              <a:buClr>
                <a:srgbClr val="baaae2"/>
              </a:buClr>
              <a:buFont typeface="Candara"/>
              <a:buChar char="•"/>
              <a:tabLst>
                <a:tab algn="l" pos="355680"/>
              </a:tabLst>
            </a:pPr>
            <a:r>
              <a:rPr b="1" lang="en-US" sz="2800" spc="-7" strike="noStrike">
                <a:solidFill>
                  <a:srgbClr val="2f1f57"/>
                </a:solidFill>
                <a:latin typeface="Candara"/>
              </a:rPr>
              <a:t>Physical</a:t>
            </a:r>
            <a:r>
              <a:rPr b="1" lang="en-US" sz="2800" spc="-1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1" lang="en-US" sz="2800" spc="-7" strike="noStrike">
                <a:solidFill>
                  <a:srgbClr val="2f1f57"/>
                </a:solidFill>
                <a:latin typeface="Candara"/>
              </a:rPr>
              <a:t>Controls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698040" indent="-337320" defTabSz="914400">
              <a:lnSpc>
                <a:spcPct val="100000"/>
              </a:lnSpc>
              <a:spcBef>
                <a:spcPts val="621"/>
              </a:spcBef>
              <a:buClr>
                <a:srgbClr val="2f1f57"/>
              </a:buClr>
              <a:buFont typeface="Candara"/>
              <a:buChar char="•"/>
              <a:tabLst>
                <a:tab algn="l" pos="699120"/>
              </a:tabLst>
            </a:pPr>
            <a:r>
              <a:rPr b="0" lang="en-US" sz="2600" spc="-7" strike="noStrike">
                <a:solidFill>
                  <a:srgbClr val="2f1f57"/>
                </a:solidFill>
                <a:latin typeface="Candara"/>
              </a:rPr>
              <a:t>Locks, Security Guards, Alarms, Lighting, </a:t>
            </a:r>
            <a:r>
              <a:rPr b="0" lang="en-US" sz="2600" spc="-55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600" spc="-1" strike="noStrike">
                <a:solidFill>
                  <a:srgbClr val="2f1f57"/>
                </a:solidFill>
                <a:latin typeface="Candara"/>
              </a:rPr>
              <a:t>Fencing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object 2" descr=""/>
          <p:cNvPicPr/>
          <p:nvPr/>
        </p:nvPicPr>
        <p:blipFill>
          <a:blip r:embed="rId1"/>
          <a:stretch/>
        </p:blipFill>
        <p:spPr>
          <a:xfrm>
            <a:off x="457200" y="1837800"/>
            <a:ext cx="9143280" cy="264600"/>
          </a:xfrm>
          <a:prstGeom prst="rect">
            <a:avLst/>
          </a:prstGeom>
          <a:ln w="0">
            <a:noFill/>
          </a:ln>
        </p:spPr>
      </p:pic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1371600" y="627120"/>
            <a:ext cx="7382520" cy="16585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5400" spc="-7" strike="noStrike">
                <a:solidFill>
                  <a:srgbClr val="2f1f57"/>
                </a:solidFill>
                <a:latin typeface="Candara"/>
              </a:rPr>
              <a:t>Control</a:t>
            </a:r>
            <a:r>
              <a:rPr b="0" lang="en-US" sz="5400" spc="-26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5400" spc="-7" strike="noStrike">
                <a:solidFill>
                  <a:srgbClr val="2f1f57"/>
                </a:solidFill>
                <a:latin typeface="Candara"/>
              </a:rPr>
              <a:t>Functionalities</a:t>
            </a: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object 4"/>
          <p:cNvSpPr/>
          <p:nvPr/>
        </p:nvSpPr>
        <p:spPr>
          <a:xfrm>
            <a:off x="644040" y="1922760"/>
            <a:ext cx="7995240" cy="546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55680" indent="-343080" defTabSz="914400">
              <a:lnSpc>
                <a:spcPct val="100000"/>
              </a:lnSpc>
              <a:spcBef>
                <a:spcPts val="99"/>
              </a:spcBef>
              <a:buClr>
                <a:srgbClr val="baaae2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1" lang="en-US" sz="2400" spc="-7" strike="noStrike">
                <a:solidFill>
                  <a:srgbClr val="2f1f57"/>
                </a:solidFill>
                <a:latin typeface="Candara"/>
              </a:rPr>
              <a:t>Directive:</a:t>
            </a:r>
            <a:r>
              <a:rPr b="1" lang="en-US" sz="2400" spc="7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Specifies</a:t>
            </a:r>
            <a:r>
              <a:rPr b="0" lang="en-US" sz="2400" spc="-1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acceptable</a:t>
            </a:r>
            <a:r>
              <a:rPr b="0" lang="en-US" sz="2400" spc="1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rules</a:t>
            </a:r>
            <a:r>
              <a:rPr b="0" lang="en-US" sz="2400" spc="-1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of</a:t>
            </a:r>
            <a:r>
              <a:rPr b="0" lang="en-US" sz="2400" spc="7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behavior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4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buClr>
                <a:srgbClr val="baaae2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1" lang="en-US" sz="2400" spc="-7" strike="noStrike">
                <a:solidFill>
                  <a:srgbClr val="2f1f57"/>
                </a:solidFill>
                <a:latin typeface="Candara"/>
              </a:rPr>
              <a:t>Deterrent:</a:t>
            </a:r>
            <a:r>
              <a:rPr b="1" lang="en-US" sz="2400" spc="-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Discourage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 a</a:t>
            </a:r>
            <a:r>
              <a:rPr b="0" lang="en-US" sz="2400" spc="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potential</a:t>
            </a:r>
            <a:r>
              <a:rPr b="0" lang="en-US" sz="2400" spc="-1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attacker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buClr>
                <a:srgbClr val="baaae2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1" lang="en-US" sz="2400" spc="-7" strike="noStrike">
                <a:solidFill>
                  <a:srgbClr val="2f1f57"/>
                </a:solidFill>
                <a:latin typeface="Candara"/>
              </a:rPr>
              <a:t>Detective:</a:t>
            </a:r>
            <a:r>
              <a:rPr b="1" lang="en-US" sz="2400" spc="-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Identify</a:t>
            </a:r>
            <a:r>
              <a:rPr b="0" lang="en-US" sz="2400" spc="2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an</a:t>
            </a:r>
            <a:r>
              <a:rPr b="0" lang="en-US" sz="2400" spc="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incident’s</a:t>
            </a:r>
            <a:r>
              <a:rPr b="0" lang="en-US" sz="2400" spc="29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activities</a:t>
            </a:r>
            <a:r>
              <a:rPr b="0" lang="en-US" sz="2400" spc="-12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after it</a:t>
            </a:r>
            <a:r>
              <a:rPr b="0" lang="en-US" sz="2400" spc="-1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1" strike="noStrike">
                <a:solidFill>
                  <a:srgbClr val="2f1f57"/>
                </a:solidFill>
                <a:latin typeface="Candara"/>
              </a:rPr>
              <a:t>took</a:t>
            </a:r>
            <a:r>
              <a:rPr b="0" lang="en-US" sz="2400" spc="-12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place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spcBef>
                <a:spcPts val="6"/>
              </a:spcBef>
              <a:buClr>
                <a:srgbClr val="baaae2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1" lang="en-US" sz="2400" spc="-7" strike="noStrike">
                <a:solidFill>
                  <a:srgbClr val="2f1f57"/>
                </a:solidFill>
                <a:latin typeface="Candara"/>
              </a:rPr>
              <a:t>Preventive: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Stop</a:t>
            </a:r>
            <a:r>
              <a:rPr b="0" lang="en-US" sz="2400" spc="-12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an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incident</a:t>
            </a:r>
            <a:r>
              <a:rPr b="0" lang="en-US" sz="2400" spc="26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from</a:t>
            </a:r>
            <a:r>
              <a:rPr b="0" lang="en-US" sz="2400" spc="7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occurring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4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4960" indent="-343080" defTabSz="914400">
              <a:lnSpc>
                <a:spcPct val="100000"/>
              </a:lnSpc>
              <a:buClr>
                <a:srgbClr val="baaae2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1" lang="en-US" sz="2400" spc="-7" strike="noStrike">
                <a:solidFill>
                  <a:srgbClr val="2f1f57"/>
                </a:solidFill>
                <a:latin typeface="Candara"/>
              </a:rPr>
              <a:t>Recovery:</a:t>
            </a:r>
            <a:r>
              <a:rPr b="1" lang="en-US" sz="2400" spc="-12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Restore</a:t>
            </a:r>
            <a:r>
              <a:rPr b="0" lang="en-US" sz="2400" spc="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necessary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 components</a:t>
            </a:r>
            <a:r>
              <a:rPr b="0" lang="en-US" sz="2400" spc="-12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to</a:t>
            </a:r>
            <a:r>
              <a:rPr b="0" lang="en-US" sz="2400" spc="9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return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5" strike="noStrike">
                <a:solidFill>
                  <a:srgbClr val="2f1f57"/>
                </a:solidFill>
                <a:latin typeface="Candara"/>
              </a:rPr>
              <a:t>to </a:t>
            </a:r>
            <a:r>
              <a:rPr b="0" lang="en-US" sz="2400" spc="-50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normal</a:t>
            </a:r>
            <a:r>
              <a:rPr b="0" lang="en-US" sz="2400" spc="-2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operations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buClr>
                <a:srgbClr val="baaae2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1" lang="en-US" sz="2400" spc="-7" strike="noStrike">
                <a:solidFill>
                  <a:srgbClr val="2f1f57"/>
                </a:solidFill>
                <a:latin typeface="Candara"/>
              </a:rPr>
              <a:t>Compensating: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Alternate</a:t>
            </a:r>
            <a:r>
              <a:rPr b="0" lang="en-US" sz="2400" spc="9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for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 the</a:t>
            </a:r>
            <a:r>
              <a:rPr b="0" lang="en-US" sz="2400" spc="9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loss</a:t>
            </a:r>
            <a:r>
              <a:rPr b="0" lang="en-US" sz="2400" spc="-4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of</a:t>
            </a:r>
            <a:r>
              <a:rPr b="0" lang="en-US" sz="2400" spc="-2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primary</a:t>
            </a:r>
            <a:r>
              <a:rPr b="0" lang="en-US" sz="2400" spc="-12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control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buClr>
                <a:srgbClr val="baaae2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1" lang="en-US" sz="2400" spc="-7" strike="noStrike">
                <a:solidFill>
                  <a:srgbClr val="2f1f57"/>
                </a:solidFill>
                <a:latin typeface="Candara"/>
              </a:rPr>
              <a:t>Corrective:</a:t>
            </a:r>
            <a:r>
              <a:rPr b="1" lang="en-US" sz="2400" spc="-1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Fix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items</a:t>
            </a:r>
            <a:r>
              <a:rPr b="0" lang="en-US" sz="2400" spc="-15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after an</a:t>
            </a:r>
            <a:r>
              <a:rPr b="0" lang="en-US" sz="2400" spc="-1" strike="noStrike">
                <a:solidFill>
                  <a:srgbClr val="2f1f57"/>
                </a:solidFill>
                <a:latin typeface="Candara"/>
              </a:rPr>
              <a:t> incident</a:t>
            </a:r>
            <a:r>
              <a:rPr b="0" lang="en-US" sz="2400" spc="26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15" strike="noStrike">
                <a:solidFill>
                  <a:srgbClr val="2f1f57"/>
                </a:solidFill>
                <a:latin typeface="Candara"/>
              </a:rPr>
              <a:t>has</a:t>
            </a:r>
            <a:r>
              <a:rPr b="0" lang="en-US" sz="2400" spc="7" strike="noStrike">
                <a:solidFill>
                  <a:srgbClr val="2f1f57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7"/>
                </a:solidFill>
                <a:latin typeface="Candara"/>
              </a:rPr>
              <a:t>occurred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object 2" descr=""/>
          <p:cNvPicPr/>
          <p:nvPr/>
        </p:nvPicPr>
        <p:blipFill>
          <a:blip r:embed="rId1"/>
          <a:stretch/>
        </p:blipFill>
        <p:spPr>
          <a:xfrm>
            <a:off x="457200" y="1837800"/>
            <a:ext cx="9143280" cy="264600"/>
          </a:xfrm>
          <a:prstGeom prst="rect">
            <a:avLst/>
          </a:prstGeom>
          <a:ln w="0">
            <a:noFill/>
          </a:ln>
        </p:spPr>
      </p:pic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3004920" y="705240"/>
            <a:ext cx="4056840" cy="16585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5400" spc="-15" strike="noStrike">
                <a:solidFill>
                  <a:srgbClr val="2f1f57"/>
                </a:solidFill>
                <a:latin typeface="Candara"/>
              </a:rPr>
              <a:t>D</a:t>
            </a:r>
            <a:r>
              <a:rPr b="0" lang="en-US" sz="5400" spc="29" strike="noStrike">
                <a:solidFill>
                  <a:srgbClr val="2f1f57"/>
                </a:solidFill>
                <a:latin typeface="Candara"/>
              </a:rPr>
              <a:t>e</a:t>
            </a:r>
            <a:r>
              <a:rPr b="0" lang="en-US" sz="5400" spc="-52" strike="noStrike">
                <a:solidFill>
                  <a:srgbClr val="2f1f57"/>
                </a:solidFill>
                <a:latin typeface="Candara"/>
              </a:rPr>
              <a:t>f</a:t>
            </a:r>
            <a:r>
              <a:rPr b="0" lang="en-US" sz="5400" spc="29" strike="noStrike">
                <a:solidFill>
                  <a:srgbClr val="2f1f57"/>
                </a:solidFill>
                <a:latin typeface="Candara"/>
              </a:rPr>
              <a:t>e</a:t>
            </a:r>
            <a:r>
              <a:rPr b="0" lang="en-US" sz="5400" spc="-12" strike="noStrike">
                <a:solidFill>
                  <a:srgbClr val="2f1f57"/>
                </a:solidFill>
                <a:latin typeface="Candara"/>
              </a:rPr>
              <a:t>n</a:t>
            </a:r>
            <a:r>
              <a:rPr b="0" lang="en-US" sz="5400" spc="1" strike="noStrike">
                <a:solidFill>
                  <a:srgbClr val="2f1f57"/>
                </a:solidFill>
                <a:latin typeface="Candara"/>
              </a:rPr>
              <a:t>s</a:t>
            </a:r>
            <a:r>
              <a:rPr b="0" lang="en-US" sz="5400" spc="-1" strike="noStrike">
                <a:solidFill>
                  <a:srgbClr val="2f1f57"/>
                </a:solidFill>
                <a:latin typeface="Candara"/>
              </a:rPr>
              <a:t>e</a:t>
            </a:r>
            <a:r>
              <a:rPr b="0" lang="en-US" sz="5400" spc="-1" strike="noStrike">
                <a:solidFill>
                  <a:srgbClr val="2f1f57"/>
                </a:solidFill>
                <a:latin typeface="Candara"/>
              </a:rPr>
              <a:t>	</a:t>
            </a:r>
            <a:r>
              <a:rPr b="0" lang="en-US" sz="5400" spc="-1" strike="noStrike">
                <a:solidFill>
                  <a:srgbClr val="2f1f57"/>
                </a:solidFill>
                <a:latin typeface="Candara"/>
              </a:rPr>
              <a:t>L</a:t>
            </a:r>
            <a:r>
              <a:rPr b="0" lang="en-US" sz="5400" spc="7" strike="noStrike">
                <a:solidFill>
                  <a:srgbClr val="2f1f57"/>
                </a:solidFill>
                <a:latin typeface="Candara"/>
              </a:rPr>
              <a:t>i</a:t>
            </a:r>
            <a:r>
              <a:rPr b="0" lang="en-US" sz="5400" spc="-12" strike="noStrike">
                <a:solidFill>
                  <a:srgbClr val="2f1f57"/>
                </a:solidFill>
                <a:latin typeface="Candara"/>
              </a:rPr>
              <a:t>n</a:t>
            </a:r>
            <a:r>
              <a:rPr b="0" lang="en-US" sz="5400" spc="-21" strike="noStrike">
                <a:solidFill>
                  <a:srgbClr val="2f1f57"/>
                </a:solidFill>
                <a:latin typeface="Candara"/>
              </a:rPr>
              <a:t>e</a:t>
            </a:r>
            <a:r>
              <a:rPr b="0" lang="en-US" sz="5400" spc="-1" strike="noStrike">
                <a:solidFill>
                  <a:srgbClr val="2f1f57"/>
                </a:solidFill>
                <a:latin typeface="Candara"/>
              </a:rPr>
              <a:t>s</a:t>
            </a: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6" name="object 4" descr=""/>
          <p:cNvPicPr/>
          <p:nvPr/>
        </p:nvPicPr>
        <p:blipFill>
          <a:blip r:embed="rId2"/>
          <a:stretch/>
        </p:blipFill>
        <p:spPr>
          <a:xfrm>
            <a:off x="1889640" y="1600200"/>
            <a:ext cx="6229440" cy="4333680"/>
          </a:xfrm>
          <a:prstGeom prst="rect">
            <a:avLst/>
          </a:prstGeom>
          <a:ln w="0">
            <a:noFill/>
          </a:ln>
        </p:spPr>
      </p:pic>
      <p:sp>
        <p:nvSpPr>
          <p:cNvPr id="217" name="object 5"/>
          <p:cNvSpPr/>
          <p:nvPr/>
        </p:nvSpPr>
        <p:spPr>
          <a:xfrm>
            <a:off x="1243080" y="6100200"/>
            <a:ext cx="7601040" cy="92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240" algn="ctr" defTabSz="914400">
              <a:lnSpc>
                <a:spcPct val="100000"/>
              </a:lnSpc>
              <a:spcBef>
                <a:spcPts val="105"/>
              </a:spcBef>
            </a:pPr>
            <a:r>
              <a:rPr b="1" lang="en-US" sz="2000" spc="-1" strike="noStrike">
                <a:solidFill>
                  <a:schemeClr val="dk1"/>
                </a:solidFill>
                <a:latin typeface="Arial"/>
              </a:rPr>
              <a:t>Defense</a:t>
            </a:r>
            <a:r>
              <a:rPr b="1" lang="en-US" sz="2000" spc="-32" strike="noStrike">
                <a:solidFill>
                  <a:schemeClr val="dk1"/>
                </a:solidFill>
                <a:latin typeface="Arial"/>
              </a:rPr>
              <a:t> </a:t>
            </a:r>
            <a:r>
              <a:rPr b="1" lang="en-US" sz="2000" spc="-1" strike="noStrike">
                <a:solidFill>
                  <a:schemeClr val="dk1"/>
                </a:solidFill>
                <a:latin typeface="Arial"/>
              </a:rPr>
              <a:t>in</a:t>
            </a:r>
            <a:r>
              <a:rPr b="1" lang="en-US" sz="2000" spc="-21" strike="noStrike">
                <a:solidFill>
                  <a:schemeClr val="dk1"/>
                </a:solidFill>
                <a:latin typeface="Arial"/>
              </a:rPr>
              <a:t> </a:t>
            </a:r>
            <a:r>
              <a:rPr b="1" lang="en-US" sz="2000" spc="-1" strike="noStrike">
                <a:solidFill>
                  <a:schemeClr val="dk1"/>
                </a:solidFill>
                <a:latin typeface="Arial"/>
              </a:rPr>
              <a:t>Depth</a:t>
            </a:r>
            <a:r>
              <a:rPr b="1" lang="en-US" sz="2000" spc="-21" strike="noStrike">
                <a:solidFill>
                  <a:schemeClr val="dk1"/>
                </a:solidFill>
                <a:latin typeface="Arial"/>
              </a:rPr>
              <a:t> </a:t>
            </a:r>
            <a:r>
              <a:rPr b="1" lang="en-US" sz="2000" spc="-7" strike="noStrike">
                <a:solidFill>
                  <a:schemeClr val="dk1"/>
                </a:solidFill>
                <a:latin typeface="Arial"/>
              </a:rPr>
              <a:t>Principle</a:t>
            </a:r>
            <a:r>
              <a:rPr b="0" lang="en-US" sz="2000" spc="-7" strike="noStrike">
                <a:solidFill>
                  <a:schemeClr val="dk1"/>
                </a:solidFill>
                <a:latin typeface="Arial MT"/>
              </a:rPr>
              <a:t>:</a:t>
            </a:r>
            <a:r>
              <a:rPr b="0" lang="en-US" sz="2000" spc="-35" strike="noStrike">
                <a:solidFill>
                  <a:schemeClr val="dk1"/>
                </a:solidFill>
                <a:latin typeface="Arial MT"/>
              </a:rPr>
              <a:t> </a:t>
            </a:r>
            <a:r>
              <a:rPr b="0" lang="en-US" sz="2000" spc="-1" strike="noStrike">
                <a:solidFill>
                  <a:schemeClr val="dk1"/>
                </a:solidFill>
                <a:latin typeface="Arial MT"/>
              </a:rPr>
              <a:t>Security</a:t>
            </a:r>
            <a:r>
              <a:rPr b="0" lang="en-US" sz="2000" spc="-15" strike="noStrike">
                <a:solidFill>
                  <a:schemeClr val="dk1"/>
                </a:solidFill>
                <a:latin typeface="Arial MT"/>
              </a:rPr>
              <a:t> </a:t>
            </a:r>
            <a:r>
              <a:rPr b="0" lang="en-US" sz="2000" spc="-1" strike="noStrike">
                <a:solidFill>
                  <a:schemeClr val="dk1"/>
                </a:solidFill>
                <a:latin typeface="Arial MT"/>
              </a:rPr>
              <a:t>should</a:t>
            </a:r>
            <a:r>
              <a:rPr b="0" lang="en-US" sz="2000" spc="-12" strike="noStrike">
                <a:solidFill>
                  <a:schemeClr val="dk1"/>
                </a:solidFill>
                <a:latin typeface="Arial MT"/>
              </a:rPr>
              <a:t> </a:t>
            </a:r>
            <a:r>
              <a:rPr b="0" lang="en-US" sz="2000" spc="-7" strike="noStrike">
                <a:solidFill>
                  <a:schemeClr val="dk1"/>
                </a:solidFill>
                <a:latin typeface="Arial MT"/>
              </a:rPr>
              <a:t>never</a:t>
            </a:r>
            <a:r>
              <a:rPr b="0" lang="en-US" sz="2000" spc="-21" strike="noStrike">
                <a:solidFill>
                  <a:schemeClr val="dk1"/>
                </a:solidFill>
                <a:latin typeface="Arial MT"/>
              </a:rPr>
              <a:t> </a:t>
            </a:r>
            <a:r>
              <a:rPr b="0" lang="en-US" sz="2000" spc="-1" strike="noStrike">
                <a:solidFill>
                  <a:schemeClr val="dk1"/>
                </a:solidFill>
                <a:latin typeface="Arial MT"/>
              </a:rPr>
              <a:t>rely</a:t>
            </a:r>
            <a:r>
              <a:rPr b="0" lang="en-US" sz="2000" spc="-15" strike="noStrike">
                <a:solidFill>
                  <a:schemeClr val="dk1"/>
                </a:solidFill>
                <a:latin typeface="Arial MT"/>
              </a:rPr>
              <a:t> </a:t>
            </a:r>
            <a:r>
              <a:rPr b="0" lang="en-US" sz="2000" spc="-1" strike="noStrike">
                <a:solidFill>
                  <a:schemeClr val="dk1"/>
                </a:solidFill>
                <a:latin typeface="Arial MT"/>
              </a:rPr>
              <a:t>on</a:t>
            </a:r>
            <a:r>
              <a:rPr b="0" lang="en-US" sz="2000" spc="-32" strike="noStrike">
                <a:solidFill>
                  <a:schemeClr val="dk1"/>
                </a:solidFill>
                <a:latin typeface="Arial MT"/>
              </a:rPr>
              <a:t> </a:t>
            </a:r>
            <a:r>
              <a:rPr b="0" lang="en-US" sz="2000" spc="-1" strike="noStrike">
                <a:solidFill>
                  <a:schemeClr val="dk1"/>
                </a:solidFill>
                <a:latin typeface="Arial MT"/>
              </a:rPr>
              <a:t>a</a:t>
            </a:r>
            <a:r>
              <a:rPr b="0" lang="en-US" sz="2000" spc="-12" strike="noStrike">
                <a:solidFill>
                  <a:schemeClr val="dk1"/>
                </a:solidFill>
                <a:latin typeface="Arial MT"/>
              </a:rPr>
              <a:t> </a:t>
            </a:r>
            <a:r>
              <a:rPr b="0" lang="en-US" sz="2000" spc="-1" strike="noStrike">
                <a:solidFill>
                  <a:schemeClr val="dk1"/>
                </a:solidFill>
                <a:latin typeface="Arial MT"/>
              </a:rPr>
              <a:t>single </a:t>
            </a:r>
            <a:r>
              <a:rPr b="0" lang="en-US" sz="2000" spc="-542" strike="noStrike">
                <a:solidFill>
                  <a:schemeClr val="dk1"/>
                </a:solidFill>
                <a:latin typeface="Arial MT"/>
              </a:rPr>
              <a:t> </a:t>
            </a:r>
            <a:r>
              <a:rPr b="0" lang="en-US" sz="2000" spc="-7" strike="noStrike">
                <a:solidFill>
                  <a:schemeClr val="dk1"/>
                </a:solidFill>
                <a:latin typeface="Arial MT"/>
              </a:rPr>
              <a:t>method.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12240" algn="ctr" defTabSz="9144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Arial MT"/>
              </a:rPr>
              <a:t>It</a:t>
            </a:r>
            <a:r>
              <a:rPr b="0" lang="en-US" sz="2000" spc="-35" strike="noStrike">
                <a:solidFill>
                  <a:schemeClr val="dk1"/>
                </a:solidFill>
                <a:latin typeface="Arial MT"/>
              </a:rPr>
              <a:t> </a:t>
            </a:r>
            <a:r>
              <a:rPr b="0" lang="en-US" sz="2000" spc="-1" strike="noStrike">
                <a:solidFill>
                  <a:schemeClr val="dk1"/>
                </a:solidFill>
                <a:latin typeface="Arial MT"/>
              </a:rPr>
              <a:t>should</a:t>
            </a:r>
            <a:r>
              <a:rPr b="0" lang="en-US" sz="2000" spc="-32" strike="noStrike">
                <a:solidFill>
                  <a:schemeClr val="dk1"/>
                </a:solidFill>
                <a:latin typeface="Arial MT"/>
              </a:rPr>
              <a:t> </a:t>
            </a:r>
            <a:r>
              <a:rPr b="0" lang="en-US" sz="2000" spc="-1" strike="noStrike">
                <a:solidFill>
                  <a:schemeClr val="dk1"/>
                </a:solidFill>
                <a:latin typeface="Arial MT"/>
              </a:rPr>
              <a:t>be</a:t>
            </a:r>
            <a:r>
              <a:rPr b="0" lang="en-US" sz="2000" spc="-32" strike="noStrike">
                <a:solidFill>
                  <a:schemeClr val="dk1"/>
                </a:solidFill>
                <a:latin typeface="Arial MT"/>
              </a:rPr>
              <a:t> </a:t>
            </a:r>
            <a:r>
              <a:rPr b="0" lang="en-US" sz="2000" spc="-7" strike="noStrike">
                <a:solidFill>
                  <a:schemeClr val="dk1"/>
                </a:solidFill>
                <a:latin typeface="Arial MT"/>
              </a:rPr>
              <a:t>implemented</a:t>
            </a:r>
            <a:r>
              <a:rPr b="0" lang="en-US" sz="2000" spc="-32" strike="noStrike">
                <a:solidFill>
                  <a:schemeClr val="dk1"/>
                </a:solidFill>
                <a:latin typeface="Arial MT"/>
              </a:rPr>
              <a:t> </a:t>
            </a:r>
            <a:r>
              <a:rPr b="0" lang="en-US" sz="2000" spc="-7" strike="noStrike">
                <a:solidFill>
                  <a:schemeClr val="dk1"/>
                </a:solidFill>
                <a:latin typeface="Arial MT"/>
              </a:rPr>
              <a:t>in</a:t>
            </a:r>
            <a:r>
              <a:rPr b="0" lang="en-US" sz="2000" spc="7" strike="noStrike">
                <a:solidFill>
                  <a:schemeClr val="dk1"/>
                </a:solidFill>
                <a:latin typeface="Arial MT"/>
              </a:rPr>
              <a:t> </a:t>
            </a:r>
            <a:r>
              <a:rPr b="0" lang="en-US" sz="2000" spc="-1" strike="noStrike">
                <a:solidFill>
                  <a:schemeClr val="dk1"/>
                </a:solidFill>
                <a:latin typeface="Arial MT"/>
              </a:rPr>
              <a:t>layers.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8" name="object 6" descr=""/>
          <p:cNvPicPr/>
          <p:nvPr/>
        </p:nvPicPr>
        <p:blipFill>
          <a:blip r:embed="rId3"/>
          <a:stretch/>
        </p:blipFill>
        <p:spPr>
          <a:xfrm>
            <a:off x="1117080" y="6109560"/>
            <a:ext cx="2977200" cy="403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</TotalTime>
  <Application>LibreOffice/24.2.0.3$Linux_X86_64 LibreOffice_project/420$Build-3</Application>
  <AppVersion>15.0000</AppVersion>
  <Words>816</Words>
  <Paragraphs>151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2024-03-09T04:58:41Z</dcterms:created>
  <dc:creator>HP</dc:creator>
  <dc:description/>
  <dc:language>en-US</dc:language>
  <cp:lastModifiedBy/>
  <dcterms:modified xsi:type="dcterms:W3CDTF">2024-04-24T19:41:51Z</dcterms:modified>
  <cp:revision>16</cp:revision>
  <dc:subject/>
  <dc:title>Microsoft PowerPoint - 01-Introduction to Vulnerability Management.pptx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2022-09-23T00:00:00Z</vt:filetime>
  </property>
  <property fmtid="{D5CDD505-2E9C-101B-9397-08002B2CF9AE}" pid="3" name="LastSaved">
    <vt:filetime>2024-03-09T00:00:00Z</vt:filetime>
  </property>
  <property fmtid="{D5CDD505-2E9C-101B-9397-08002B2CF9AE}" pid="4" name="PresentationFormat">
    <vt:lpwstr>Custom</vt:lpwstr>
  </property>
  <property fmtid="{D5CDD505-2E9C-101B-9397-08002B2CF9AE}" pid="5" name="Slides">
    <vt:i4>20</vt:i4>
  </property>
</Properties>
</file>