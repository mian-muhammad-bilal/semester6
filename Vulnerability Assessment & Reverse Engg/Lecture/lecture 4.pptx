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type="screen4x3" cy="6858000" cx="9144000"/>
  <p:notesSz cx="7315200" cy="9601200"/>
  <p:defaultTextStyle>
    <a:defPPr>
      <a:defRPr lang="en-AU"/>
    </a:defPPr>
    <a:lvl1pPr algn="l" fontAlgn="base" rtl="0">
      <a:spcBef>
        <a:spcPct val="0"/>
      </a:spcBef>
      <a:spcAft>
        <a:spcPct val="0"/>
      </a:spcAft>
      <a:defRPr kern="1200">
        <a:solidFill>
          <a:schemeClr val="tx1"/>
        </a:solidFill>
        <a:latin typeface="Arial" pitchFamily="-84" charset="0"/>
        <a:ea typeface="+mn-ea"/>
        <a:cs typeface="+mn-cs"/>
      </a:defRPr>
    </a:lvl1pPr>
    <a:lvl2pPr algn="l" fontAlgn="base" marL="457200" rtl="0">
      <a:spcBef>
        <a:spcPct val="0"/>
      </a:spcBef>
      <a:spcAft>
        <a:spcPct val="0"/>
      </a:spcAft>
      <a:defRPr kern="1200">
        <a:solidFill>
          <a:schemeClr val="tx1"/>
        </a:solidFill>
        <a:latin typeface="Arial" pitchFamily="-84" charset="0"/>
        <a:ea typeface="+mn-ea"/>
        <a:cs typeface="+mn-cs"/>
      </a:defRPr>
    </a:lvl2pPr>
    <a:lvl3pPr algn="l" fontAlgn="base" marL="914400" rtl="0">
      <a:spcBef>
        <a:spcPct val="0"/>
      </a:spcBef>
      <a:spcAft>
        <a:spcPct val="0"/>
      </a:spcAft>
      <a:defRPr kern="1200">
        <a:solidFill>
          <a:schemeClr val="tx1"/>
        </a:solidFill>
        <a:latin typeface="Arial" pitchFamily="-84" charset="0"/>
        <a:ea typeface="+mn-ea"/>
        <a:cs typeface="+mn-cs"/>
      </a:defRPr>
    </a:lvl3pPr>
    <a:lvl4pPr algn="l" fontAlgn="base" marL="1371600" rtl="0">
      <a:spcBef>
        <a:spcPct val="0"/>
      </a:spcBef>
      <a:spcAft>
        <a:spcPct val="0"/>
      </a:spcAft>
      <a:defRPr kern="1200">
        <a:solidFill>
          <a:schemeClr val="tx1"/>
        </a:solidFill>
        <a:latin typeface="Arial" pitchFamily="-84" charset="0"/>
        <a:ea typeface="+mn-ea"/>
        <a:cs typeface="+mn-cs"/>
      </a:defRPr>
    </a:lvl4pPr>
    <a:lvl5pPr algn="l" fontAlgn="base" marL="1828800" rtl="0">
      <a:spcBef>
        <a:spcPct val="0"/>
      </a:spcBef>
      <a:spcAft>
        <a:spcPct val="0"/>
      </a:spcAft>
      <a:defRPr kern="1200">
        <a:solidFill>
          <a:schemeClr val="tx1"/>
        </a:solidFill>
        <a:latin typeface="Arial" pitchFamily="-84" charset="0"/>
        <a:ea typeface="+mn-ea"/>
        <a:cs typeface="+mn-cs"/>
      </a:defRPr>
    </a:lvl5pPr>
    <a:lvl6pPr algn="l" defTabSz="457200" eaLnBrk="1" hangingPunct="1" latinLnBrk="0" marL="2286000" rtl="0">
      <a:defRPr kern="1200">
        <a:solidFill>
          <a:schemeClr val="tx1"/>
        </a:solidFill>
        <a:latin typeface="Arial" pitchFamily="-84" charset="0"/>
        <a:ea typeface="+mn-ea"/>
        <a:cs typeface="+mn-cs"/>
      </a:defRPr>
    </a:lvl6pPr>
    <a:lvl7pPr algn="l" defTabSz="457200" eaLnBrk="1" hangingPunct="1" latinLnBrk="0" marL="2743200" rtl="0">
      <a:defRPr kern="1200">
        <a:solidFill>
          <a:schemeClr val="tx1"/>
        </a:solidFill>
        <a:latin typeface="Arial" pitchFamily="-84" charset="0"/>
        <a:ea typeface="+mn-ea"/>
        <a:cs typeface="+mn-cs"/>
      </a:defRPr>
    </a:lvl7pPr>
    <a:lvl8pPr algn="l" defTabSz="457200" eaLnBrk="1" hangingPunct="1" latinLnBrk="0" marL="3200400" rtl="0">
      <a:defRPr kern="1200">
        <a:solidFill>
          <a:schemeClr val="tx1"/>
        </a:solidFill>
        <a:latin typeface="Arial" pitchFamily="-84" charset="0"/>
        <a:ea typeface="+mn-ea"/>
        <a:cs typeface="+mn-cs"/>
      </a:defRPr>
    </a:lvl8pPr>
    <a:lvl9pPr algn="l" defTabSz="457200" eaLnBrk="1" hangingPunct="1" latinLnBrk="0" marL="3657600" rtl="0">
      <a:defRPr kern="1200">
        <a:solidFill>
          <a:schemeClr val="tx1"/>
        </a:solidFill>
        <a:latin typeface="Arial" pitchFamily="-84" charset="0"/>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prnPr prnWhat="notes" clrMode="gray"/>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8704" autoAdjust="0"/>
    <p:restoredTop sz="99758" autoAdjust="0"/>
  </p:normalViewPr>
  <p:slideViewPr>
    <p:cSldViewPr>
      <p:cViewPr>
        <p:scale>
          <a:sx n="96" d="100"/>
          <a:sy n="96" d="100"/>
        </p:scale>
        <p:origin x="-926"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4" d="100"/>
          <a:sy n="64" d="100"/>
        </p:scale>
        <p:origin x="3101" y="8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tableStyles" Target="tableStyles.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237" name=""/>
        <p:cNvGrpSpPr/>
        <p:nvPr/>
      </p:nvGrpSpPr>
      <p:grpSpPr>
        <a:xfrm>
          <a:off x="0" y="0"/>
          <a:ext cx="0" cy="0"/>
          <a:chOff x="0" y="0"/>
          <a:chExt cx="0" cy="0"/>
        </a:xfrm>
      </p:grpSpPr>
      <p:sp>
        <p:nvSpPr>
          <p:cNvPr id="1048844" name="Header Placeholder 1"/>
          <p:cNvSpPr>
            <a:spLocks noGrp="1"/>
          </p:cNvSpPr>
          <p:nvPr>
            <p:ph type="hdr" sz="quarter"/>
          </p:nvPr>
        </p:nvSpPr>
        <p:spPr>
          <a:xfrm>
            <a:off x="0" y="0"/>
            <a:ext cx="3170238" cy="481013"/>
          </a:xfrm>
          <a:prstGeom prst="rect"/>
        </p:spPr>
        <p:txBody>
          <a:bodyPr bIns="45720" lIns="91440" rIns="91440" rtlCol="0" tIns="45720" vert="horz"/>
          <a:lstStyle>
            <a:lvl1pPr algn="l">
              <a:defRPr sz="1200"/>
            </a:lvl1pPr>
          </a:lstStyle>
          <a:p>
            <a:endParaRPr lang="en-US"/>
          </a:p>
        </p:txBody>
      </p:sp>
      <p:sp>
        <p:nvSpPr>
          <p:cNvPr id="1048845" name="Date Placeholder 2"/>
          <p:cNvSpPr>
            <a:spLocks noGrp="1"/>
          </p:cNvSpPr>
          <p:nvPr>
            <p:ph type="dt" sz="quarter" idx="1"/>
          </p:nvPr>
        </p:nvSpPr>
        <p:spPr>
          <a:xfrm>
            <a:off x="4143375" y="0"/>
            <a:ext cx="3170238" cy="481013"/>
          </a:xfrm>
          <a:prstGeom prst="rect"/>
        </p:spPr>
        <p:txBody>
          <a:bodyPr bIns="45720" lIns="91440" rIns="91440" rtlCol="0" tIns="45720" vert="horz"/>
          <a:lstStyle>
            <a:lvl1pPr algn="r">
              <a:defRPr sz="1200"/>
            </a:lvl1pPr>
          </a:lstStyle>
          <a:p>
            <a:fld id="{490A715B-6EE8-4621-B3AA-A894B17566A7}" type="datetimeFigureOut">
              <a:rPr lang="en-US" smtClean="0"/>
              <a:t>3/29/2024</a:t>
            </a:fld>
            <a:endParaRPr lang="en-US"/>
          </a:p>
        </p:txBody>
      </p:sp>
      <p:sp>
        <p:nvSpPr>
          <p:cNvPr id="1048846" name="Footer Placeholder 3"/>
          <p:cNvSpPr>
            <a:spLocks noGrp="1"/>
          </p:cNvSpPr>
          <p:nvPr>
            <p:ph type="ftr" sz="quarter" idx="2"/>
          </p:nvPr>
        </p:nvSpPr>
        <p:spPr>
          <a:xfrm>
            <a:off x="0" y="9120188"/>
            <a:ext cx="3170238" cy="481012"/>
          </a:xfrm>
          <a:prstGeom prst="rect"/>
        </p:spPr>
        <p:txBody>
          <a:bodyPr anchor="b" bIns="45720" lIns="91440" rIns="91440" rtlCol="0" tIns="45720" vert="horz"/>
          <a:lstStyle>
            <a:lvl1pPr algn="l">
              <a:defRPr sz="1200"/>
            </a:lvl1pPr>
          </a:lstStyle>
          <a:p>
            <a:endParaRPr lang="en-US"/>
          </a:p>
        </p:txBody>
      </p:sp>
      <p:sp>
        <p:nvSpPr>
          <p:cNvPr id="1048847" name="Slide Number Placeholder 4"/>
          <p:cNvSpPr>
            <a:spLocks noGrp="1"/>
          </p:cNvSpPr>
          <p:nvPr>
            <p:ph type="sldNum" sz="quarter" idx="3"/>
          </p:nvPr>
        </p:nvSpPr>
        <p:spPr>
          <a:xfrm>
            <a:off x="4143375" y="9120188"/>
            <a:ext cx="3170238" cy="481012"/>
          </a:xfrm>
          <a:prstGeom prst="rect"/>
        </p:spPr>
        <p:txBody>
          <a:bodyPr anchor="b" bIns="45720" lIns="91440" rIns="91440" rtlCol="0" tIns="45720" vert="horz"/>
          <a:lstStyle>
            <a:lvl1pPr algn="r">
              <a:defRPr sz="1200"/>
            </a:lvl1pPr>
          </a:lstStyle>
          <a:p>
            <a:fld id="{02B88451-1168-4A33-91AD-271A74164BFD}" type="slidenum">
              <a:rPr lang="en-US" smtClean="0"/>
              <a:t>‹#›</a:t>
            </a:fld>
            <a:endParaRPr lang="en-US"/>
          </a:p>
        </p:txBody>
      </p:sp>
    </p:spTree>
  </p:cSld>
  <p:clrMap accent1="accent1" accent2="accent2" accent3="accent3" accent4="accent4" accent5="accent5" accent6="accent6" bg1="lt1" bg2="lt2" tx1="dk1" tx2="dk2" hlink="hlink" folHlink="folHlink"/>
  <p:hf dt="0" ftr="0" hdr="0"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36" name=""/>
        <p:cNvGrpSpPr/>
        <p:nvPr/>
      </p:nvGrpSpPr>
      <p:grpSpPr>
        <a:xfrm>
          <a:off x="0" y="0"/>
          <a:ext cx="0" cy="0"/>
          <a:chOff x="0" y="0"/>
          <a:chExt cx="0" cy="0"/>
        </a:xfrm>
      </p:grpSpPr>
      <p:sp>
        <p:nvSpPr>
          <p:cNvPr id="1048838" name="Rectangle 1026"/>
          <p:cNvSpPr>
            <a:spLocks noGrp="1" noChangeArrowheads="1"/>
          </p:cNvSpPr>
          <p:nvPr>
            <p:ph type="hdr" sz="quarter"/>
          </p:nvPr>
        </p:nvSpPr>
        <p:spPr bwMode="auto">
          <a:xfrm>
            <a:off x="0" y="0"/>
            <a:ext cx="3169920" cy="480060"/>
          </a:xfrm>
          <a:prstGeom prst="rect"/>
          <a:noFill/>
          <a:ln w="9525">
            <a:noFill/>
            <a:miter lim="800000"/>
            <a:headEnd/>
            <a:tailEnd/>
          </a:ln>
          <a:effectLst/>
        </p:spPr>
        <p:txBody>
          <a:bodyPr anchor="t" anchorCtr="0" bIns="48331" compatLnSpc="1" lIns="96661" numCol="1" rIns="96661" tIns="48331" vert="horz" wrap="square">
            <a:prstTxWarp prst="textNoShape"/>
          </a:bodyPr>
          <a:lstStyle>
            <a:lvl1pPr>
              <a:defRPr sz="1300">
                <a:latin typeface="Arial" pitchFamily="-107" charset="0"/>
              </a:defRPr>
            </a:lvl1pPr>
          </a:lstStyle>
          <a:p>
            <a:endParaRPr dirty="0" lang="en-AU"/>
          </a:p>
        </p:txBody>
      </p:sp>
      <p:sp>
        <p:nvSpPr>
          <p:cNvPr id="1048839" name="Rectangle 1027"/>
          <p:cNvSpPr>
            <a:spLocks noGrp="1" noChangeArrowheads="1"/>
          </p:cNvSpPr>
          <p:nvPr>
            <p:ph type="dt" idx="1"/>
          </p:nvPr>
        </p:nvSpPr>
        <p:spPr bwMode="auto">
          <a:xfrm>
            <a:off x="4143587" y="0"/>
            <a:ext cx="3169920" cy="480060"/>
          </a:xfrm>
          <a:prstGeom prst="rect"/>
          <a:noFill/>
          <a:ln w="9525">
            <a:noFill/>
            <a:miter lim="800000"/>
            <a:headEnd/>
            <a:tailEnd/>
          </a:ln>
          <a:effectLst/>
        </p:spPr>
        <p:txBody>
          <a:bodyPr anchor="t" anchorCtr="0" bIns="48331" compatLnSpc="1" lIns="96661" numCol="1" rIns="96661" tIns="48331" vert="horz" wrap="square">
            <a:prstTxWarp prst="textNoShape"/>
          </a:bodyPr>
          <a:lstStyle>
            <a:lvl1pPr algn="r">
              <a:defRPr sz="1300">
                <a:latin typeface="Arial" pitchFamily="-107" charset="0"/>
              </a:defRPr>
            </a:lvl1pPr>
          </a:lstStyle>
          <a:p>
            <a:endParaRPr dirty="0" lang="en-AU"/>
          </a:p>
        </p:txBody>
      </p:sp>
      <p:sp>
        <p:nvSpPr>
          <p:cNvPr id="1048840" name="Rectangle 1028"/>
          <p:cNvSpPr>
            <a:spLocks noChangeAspect="1" noRot="1" noGrp="1" noChangeArrowheads="1" noTextEdit="1"/>
          </p:cNvSpPr>
          <p:nvPr>
            <p:ph type="sldImg" idx="2"/>
          </p:nvPr>
        </p:nvSpPr>
        <p:spPr bwMode="auto">
          <a:xfrm>
            <a:off x="1257300" y="720725"/>
            <a:ext cx="4800600" cy="3600450"/>
          </a:xfrm>
          <a:prstGeom prst="rect"/>
          <a:noFill/>
          <a:ln w="9525">
            <a:solidFill>
              <a:srgbClr val="000000"/>
            </a:solidFill>
            <a:miter lim="800000"/>
            <a:headEnd/>
            <a:tailEnd/>
          </a:ln>
        </p:spPr>
      </p:sp>
      <p:sp>
        <p:nvSpPr>
          <p:cNvPr id="1048841" name="Rectangle 1029"/>
          <p:cNvSpPr>
            <a:spLocks noGrp="1" noChangeArrowheads="1"/>
          </p:cNvSpPr>
          <p:nvPr>
            <p:ph type="body" sz="quarter" idx="3"/>
          </p:nvPr>
        </p:nvSpPr>
        <p:spPr bwMode="auto">
          <a:xfrm>
            <a:off x="731520" y="4560570"/>
            <a:ext cx="5852160" cy="4320540"/>
          </a:xfrm>
          <a:prstGeom prst="rect"/>
          <a:noFill/>
          <a:ln w="9525">
            <a:noFill/>
            <a:miter lim="800000"/>
            <a:headEnd/>
            <a:tailEnd/>
          </a:ln>
          <a:effectLst/>
        </p:spPr>
        <p:txBody>
          <a:bodyPr anchor="t" anchorCtr="0" bIns="48331" compatLnSpc="1" lIns="96661" numCol="1" rIns="96661" tIns="48331" vert="horz" wrap="square">
            <a:prstTxWarp prst="textNoShape"/>
          </a:bodyPr>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1048842" name="Rectangle 1030"/>
          <p:cNvSpPr>
            <a:spLocks noGrp="1" noChangeArrowheads="1"/>
          </p:cNvSpPr>
          <p:nvPr>
            <p:ph type="ftr" sz="quarter" idx="4"/>
          </p:nvPr>
        </p:nvSpPr>
        <p:spPr bwMode="auto">
          <a:xfrm>
            <a:off x="0" y="9119474"/>
            <a:ext cx="3169920" cy="480060"/>
          </a:xfrm>
          <a:prstGeom prst="rect"/>
          <a:noFill/>
          <a:ln w="9525">
            <a:noFill/>
            <a:miter lim="800000"/>
            <a:headEnd/>
            <a:tailEnd/>
          </a:ln>
          <a:effectLst/>
        </p:spPr>
        <p:txBody>
          <a:bodyPr anchor="b" anchorCtr="0" bIns="48331" compatLnSpc="1" lIns="96661" numCol="1" rIns="96661" tIns="48331" vert="horz" wrap="square">
            <a:prstTxWarp prst="textNoShape"/>
          </a:bodyPr>
          <a:lstStyle>
            <a:lvl1pPr>
              <a:defRPr sz="1300">
                <a:latin typeface="Arial" pitchFamily="-107" charset="0"/>
              </a:defRPr>
            </a:lvl1pPr>
          </a:lstStyle>
          <a:p>
            <a:endParaRPr dirty="0" lang="en-AU"/>
          </a:p>
        </p:txBody>
      </p:sp>
      <p:sp>
        <p:nvSpPr>
          <p:cNvPr id="1048843" name="Rectangle 1031"/>
          <p:cNvSpPr>
            <a:spLocks noGrp="1" noChangeArrowheads="1"/>
          </p:cNvSpPr>
          <p:nvPr>
            <p:ph type="sldNum" sz="quarter" idx="5"/>
          </p:nvPr>
        </p:nvSpPr>
        <p:spPr bwMode="auto">
          <a:xfrm>
            <a:off x="4143587" y="9119474"/>
            <a:ext cx="3169920" cy="480060"/>
          </a:xfrm>
          <a:prstGeom prst="rect"/>
          <a:noFill/>
          <a:ln w="9525">
            <a:noFill/>
            <a:miter lim="800000"/>
            <a:headEnd/>
            <a:tailEnd/>
          </a:ln>
          <a:effectLst/>
        </p:spPr>
        <p:txBody>
          <a:bodyPr anchor="b" anchorCtr="0" bIns="48331" compatLnSpc="1" lIns="96661" numCol="1" rIns="96661" tIns="48331" vert="horz" wrap="square">
            <a:prstTxWarp prst="textNoShape"/>
          </a:bodyPr>
          <a:lstStyle>
            <a:lvl1pPr algn="r">
              <a:defRPr sz="1300">
                <a:latin typeface="Arial" pitchFamily="-107" charset="0"/>
              </a:defRPr>
            </a:lvl1pPr>
          </a:lstStyle>
          <a:p>
            <a:fld id="{FFDABED8-1184-0240-B3DC-F1802F07F98F}" type="slidenum">
              <a:rPr lang="en-AU"/>
              <a:t>‹#›</a:t>
            </a:fld>
            <a:endParaRPr dirty="0" lang="en-AU"/>
          </a:p>
        </p:txBody>
      </p:sp>
    </p:spTree>
  </p:cSld>
  <p:clrMap accent1="accent1" accent2="accent2" accent3="accent3" accent4="accent4" accent5="accent5" accent6="accent6" bg1="lt1" bg2="lt2" tx1="dk1" tx2="dk2" hlink="hlink" folHlink="folHlink"/>
  <p:hf dt="0" ftr="0" hdr="0" sldNum="0"/>
  <p:notesStyle>
    <a:lvl1pPr algn="l" eaLnBrk="0" fontAlgn="base" hangingPunct="0" rtl="0">
      <a:spcBef>
        <a:spcPct val="30000"/>
      </a:spcBef>
      <a:spcAft>
        <a:spcPct val="0"/>
      </a:spcAft>
      <a:defRPr sz="1200" kern="1200">
        <a:solidFill>
          <a:schemeClr val="tx1"/>
        </a:solidFill>
        <a:latin typeface="Arial" pitchFamily="-107" charset="0"/>
        <a:ea typeface="ＭＳ Ｐゴシック" pitchFamily="-107" charset="-128"/>
        <a:cs typeface="ＭＳ Ｐゴシック" pitchFamily="-107" charset="-128"/>
      </a:defRPr>
    </a:lvl1pPr>
    <a:lvl2pPr algn="l" eaLnBrk="0" fontAlgn="base" hangingPunct="0" marL="457200" rtl="0">
      <a:spcBef>
        <a:spcPct val="30000"/>
      </a:spcBef>
      <a:spcAft>
        <a:spcPct val="0"/>
      </a:spcAft>
      <a:defRPr sz="1200" kern="1200">
        <a:solidFill>
          <a:schemeClr val="tx1"/>
        </a:solidFill>
        <a:latin typeface="Arial" pitchFamily="-107" charset="0"/>
        <a:ea typeface="ＭＳ Ｐゴシック" pitchFamily="-107" charset="-128"/>
        <a:cs typeface="+mn-cs"/>
      </a:defRPr>
    </a:lvl2pPr>
    <a:lvl3pPr algn="l" eaLnBrk="0" fontAlgn="base" hangingPunct="0" marL="914400" rtl="0">
      <a:spcBef>
        <a:spcPct val="30000"/>
      </a:spcBef>
      <a:spcAft>
        <a:spcPct val="0"/>
      </a:spcAft>
      <a:defRPr sz="1200" kern="1200">
        <a:solidFill>
          <a:schemeClr val="tx1"/>
        </a:solidFill>
        <a:latin typeface="Arial" pitchFamily="-107" charset="0"/>
        <a:ea typeface="ＭＳ Ｐゴシック" pitchFamily="-107" charset="-128"/>
        <a:cs typeface="+mn-cs"/>
      </a:defRPr>
    </a:lvl3pPr>
    <a:lvl4pPr algn="l" eaLnBrk="0" fontAlgn="base" hangingPunct="0" marL="1371600" rtl="0">
      <a:spcBef>
        <a:spcPct val="30000"/>
      </a:spcBef>
      <a:spcAft>
        <a:spcPct val="0"/>
      </a:spcAft>
      <a:defRPr sz="1200" kern="1200">
        <a:solidFill>
          <a:schemeClr val="tx1"/>
        </a:solidFill>
        <a:latin typeface="Arial" pitchFamily="-107" charset="0"/>
        <a:ea typeface="ＭＳ Ｐゴシック" pitchFamily="-107" charset="-128"/>
        <a:cs typeface="+mn-cs"/>
      </a:defRPr>
    </a:lvl4pPr>
    <a:lvl5pPr algn="l" eaLnBrk="0" fontAlgn="base" hangingPunct="0" marL="1828800" rtl="0">
      <a:spcBef>
        <a:spcPct val="30000"/>
      </a:spcBef>
      <a:spcAft>
        <a:spcPct val="0"/>
      </a:spcAft>
      <a:defRPr sz="1200" kern="1200">
        <a:solidFill>
          <a:schemeClr val="tx1"/>
        </a:solidFill>
        <a:latin typeface="Arial" pitchFamily="-107" charset="0"/>
        <a:ea typeface="ＭＳ Ｐゴシック" pitchFamily="-107" charset="-128"/>
        <a:cs typeface="+mn-cs"/>
      </a:defRPr>
    </a:lvl5pPr>
    <a:lvl6pPr algn="l" defTabSz="457200" eaLnBrk="1" hangingPunct="1" latinLnBrk="0" marL="2286000" rtl="0">
      <a:defRPr sz="1200" kern="1200">
        <a:solidFill>
          <a:schemeClr val="tx1"/>
        </a:solidFill>
        <a:latin typeface="+mn-lt"/>
        <a:ea typeface="+mn-ea"/>
        <a:cs typeface="+mn-cs"/>
      </a:defRPr>
    </a:lvl6pPr>
    <a:lvl7pPr algn="l" defTabSz="457200" eaLnBrk="1" hangingPunct="1" latinLnBrk="0" marL="2743200" rtl="0">
      <a:defRPr sz="1200" kern="1200">
        <a:solidFill>
          <a:schemeClr val="tx1"/>
        </a:solidFill>
        <a:latin typeface="+mn-lt"/>
        <a:ea typeface="+mn-ea"/>
        <a:cs typeface="+mn-cs"/>
      </a:defRPr>
    </a:lvl7pPr>
    <a:lvl8pPr algn="l" defTabSz="457200" eaLnBrk="1" hangingPunct="1" latinLnBrk="0" marL="3200400" rtl="0">
      <a:defRPr sz="1200" kern="1200">
        <a:solidFill>
          <a:schemeClr val="tx1"/>
        </a:solidFill>
        <a:latin typeface="+mn-lt"/>
        <a:ea typeface="+mn-ea"/>
        <a:cs typeface="+mn-cs"/>
      </a:defRPr>
    </a:lvl8pPr>
    <a:lvl9pPr algn="l" defTabSz="4572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88" name="Slide Image Placeholder 1"/>
          <p:cNvSpPr>
            <a:spLocks noChangeAspect="1" noRot="1" noGrp="1"/>
          </p:cNvSpPr>
          <p:nvPr>
            <p:ph type="sldImg"/>
          </p:nvPr>
        </p:nvSpPr>
        <p:spPr/>
      </p:sp>
      <p:sp>
        <p:nvSpPr>
          <p:cNvPr id="1048589" name="Notes Placeholder 2"/>
          <p:cNvSpPr>
            <a:spLocks noGrp="1"/>
          </p:cNvSpPr>
          <p:nvPr>
            <p:ph type="body" idx="1"/>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592" name="Slide Image Placeholder 1"/>
          <p:cNvSpPr>
            <a:spLocks noChangeAspect="1" noRot="1" noGrp="1"/>
          </p:cNvSpPr>
          <p:nvPr>
            <p:ph type="sldImg"/>
          </p:nvPr>
        </p:nvSpPr>
        <p:spPr/>
      </p:sp>
      <p:sp>
        <p:nvSpPr>
          <p:cNvPr id="1048593" name="Notes Placeholder 2"/>
          <p:cNvSpPr>
            <a:spLocks noGrp="1"/>
          </p:cNvSpPr>
          <p:nvPr>
            <p:ph type="body" idx="1"/>
          </p:nvPr>
        </p:nvSpPr>
        <p:spPr/>
        <p:txBody>
          <a:bodyPr/>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5" name=""/>
        <p:cNvGrpSpPr/>
        <p:nvPr/>
      </p:nvGrpSpPr>
      <p:grpSpPr>
        <a:xfrm>
          <a:off x="0" y="0"/>
          <a:ext cx="0" cy="0"/>
          <a:chOff x="0" y="0"/>
          <a:chExt cx="0" cy="0"/>
        </a:xfrm>
      </p:grpSpPr>
      <p:sp>
        <p:nvSpPr>
          <p:cNvPr id="1048596" name="Slide Image Placeholder 1"/>
          <p:cNvSpPr>
            <a:spLocks noChangeAspect="1" noRot="1" noGrp="1"/>
          </p:cNvSpPr>
          <p:nvPr>
            <p:ph type="sldImg"/>
          </p:nvPr>
        </p:nvSpPr>
        <p:spPr/>
      </p:sp>
      <p:sp>
        <p:nvSpPr>
          <p:cNvPr id="1048597" name="Notes Placeholder 2"/>
          <p:cNvSpPr>
            <a:spLocks noGrp="1"/>
          </p:cNvSpPr>
          <p:nvPr>
            <p:ph type="body" idx="1"/>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8" name=""/>
        <p:cNvGrpSpPr/>
        <p:nvPr/>
      </p:nvGrpSpPr>
      <p:grpSpPr>
        <a:xfrm>
          <a:off x="0" y="0"/>
          <a:ext cx="0" cy="0"/>
          <a:chOff x="0" y="0"/>
          <a:chExt cx="0" cy="0"/>
        </a:xfrm>
      </p:grpSpPr>
      <p:sp>
        <p:nvSpPr>
          <p:cNvPr id="1048600" name="Slide Image Placeholder 1"/>
          <p:cNvSpPr>
            <a:spLocks noChangeAspect="1" noRot="1" noGrp="1"/>
          </p:cNvSpPr>
          <p:nvPr>
            <p:ph type="sldImg"/>
          </p:nvPr>
        </p:nvSpPr>
        <p:spPr/>
      </p:sp>
      <p:sp>
        <p:nvSpPr>
          <p:cNvPr id="1048601" name="Notes Placeholder 2"/>
          <p:cNvSpPr>
            <a:spLocks noGrp="1"/>
          </p:cNvSpPr>
          <p:nvPr>
            <p:ph type="body" idx="1"/>
          </p:nvPr>
        </p:nvSpPr>
        <p:spPr/>
        <p:txBody>
          <a:bodyPr/>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81" name=""/>
        <p:cNvGrpSpPr/>
        <p:nvPr/>
      </p:nvGrpSpPr>
      <p:grpSpPr>
        <a:xfrm>
          <a:off x="0" y="0"/>
          <a:ext cx="0" cy="0"/>
          <a:chOff x="0" y="0"/>
          <a:chExt cx="0" cy="0"/>
        </a:xfrm>
      </p:grpSpPr>
      <p:sp>
        <p:nvSpPr>
          <p:cNvPr id="1048604" name="Slide Image Placeholder 1"/>
          <p:cNvSpPr>
            <a:spLocks noChangeAspect="1" noRot="1" noGrp="1"/>
          </p:cNvSpPr>
          <p:nvPr>
            <p:ph type="sldImg"/>
          </p:nvPr>
        </p:nvSpPr>
        <p:spPr/>
      </p:sp>
      <p:sp>
        <p:nvSpPr>
          <p:cNvPr id="1048605" name="Notes Placeholder 2"/>
          <p:cNvSpPr>
            <a:spLocks noGrp="1"/>
          </p:cNvSpPr>
          <p:nvPr>
            <p:ph type="body" idx="1"/>
          </p:nvPr>
        </p:nvSpPr>
        <p:spPr/>
        <p:txBody>
          <a:bodyPr/>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608" name="Slide Image Placeholder 1"/>
          <p:cNvSpPr>
            <a:spLocks noChangeAspect="1" noRot="1" noGrp="1"/>
          </p:cNvSpPr>
          <p:nvPr>
            <p:ph type="sldImg"/>
          </p:nvPr>
        </p:nvSpPr>
        <p:spPr/>
      </p:sp>
      <p:sp>
        <p:nvSpPr>
          <p:cNvPr id="1048609" name="Notes Placeholder 2"/>
          <p:cNvSpPr>
            <a:spLocks noGrp="1"/>
          </p:cNvSpPr>
          <p:nvPr>
            <p:ph type="body" idx="1"/>
          </p:nvPr>
        </p:nvSpPr>
        <p:spPr/>
        <p:txBody>
          <a:bodyPr/>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a:off x="0" y="0"/>
          <a:ext cx="0" cy="0"/>
          <a:chOff x="0" y="0"/>
          <a:chExt cx="0" cy="0"/>
        </a:xfrm>
      </p:grpSpPr>
      <p:sp>
        <p:nvSpPr>
          <p:cNvPr id="1048612" name="Slide Image Placeholder 1"/>
          <p:cNvSpPr>
            <a:spLocks noChangeAspect="1" noRot="1" noGrp="1"/>
          </p:cNvSpPr>
          <p:nvPr>
            <p:ph type="sldImg"/>
          </p:nvPr>
        </p:nvSpPr>
        <p:spPr/>
      </p:sp>
      <p:sp>
        <p:nvSpPr>
          <p:cNvPr id="1048613" name="Notes Placeholder 2"/>
          <p:cNvSpPr>
            <a:spLocks noGrp="1"/>
          </p:cNvSpPr>
          <p:nvPr>
            <p:ph type="body" idx="1"/>
          </p:nvPr>
        </p:nvSpPr>
        <p:spPr/>
        <p:txBody>
          <a:bodyPr/>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a:off x="0" y="0"/>
          <a:ext cx="0" cy="0"/>
          <a:chOff x="0" y="0"/>
          <a:chExt cx="0" cy="0"/>
        </a:xfrm>
      </p:grpSpPr>
      <p:sp>
        <p:nvSpPr>
          <p:cNvPr id="1048616" name="Slide Image Placeholder 1"/>
          <p:cNvSpPr>
            <a:spLocks noChangeAspect="1" noRot="1" noGrp="1"/>
          </p:cNvSpPr>
          <p:nvPr>
            <p:ph type="sldImg"/>
          </p:nvPr>
        </p:nvSpPr>
        <p:spPr/>
      </p:sp>
      <p:sp>
        <p:nvSpPr>
          <p:cNvPr id="1048617" name="Notes Placeholder 2"/>
          <p:cNvSpPr>
            <a:spLocks noGrp="1"/>
          </p:cNvSpPr>
          <p:nvPr>
            <p:ph type="body" idx="1"/>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3" name=""/>
        <p:cNvGrpSpPr/>
        <p:nvPr/>
      </p:nvGrpSpPr>
      <p:grpSpPr>
        <a:xfrm>
          <a:off x="0" y="0"/>
          <a:ext cx="0" cy="0"/>
          <a:chOff x="0" y="0"/>
          <a:chExt cx="0" cy="0"/>
        </a:xfrm>
      </p:grpSpPr>
      <p:sp>
        <p:nvSpPr>
          <p:cNvPr id="1048620" name="Slide Image Placeholder 1"/>
          <p:cNvSpPr>
            <a:spLocks noChangeAspect="1" noRot="1" noGrp="1"/>
          </p:cNvSpPr>
          <p:nvPr>
            <p:ph type="sldImg"/>
          </p:nvPr>
        </p:nvSpPr>
        <p:spPr/>
      </p:sp>
      <p:sp>
        <p:nvSpPr>
          <p:cNvPr id="1048621" name="Notes Placeholder 2"/>
          <p:cNvSpPr>
            <a:spLocks noGrp="1"/>
          </p:cNvSpPr>
          <p:nvPr>
            <p:ph type="body" idx="1"/>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624" name="Slide Image Placeholder 1"/>
          <p:cNvSpPr>
            <a:spLocks noChangeAspect="1" noRot="1" noGrp="1"/>
          </p:cNvSpPr>
          <p:nvPr>
            <p:ph type="sldImg"/>
          </p:nvPr>
        </p:nvSpPr>
        <p:spPr/>
      </p:sp>
      <p:sp>
        <p:nvSpPr>
          <p:cNvPr id="1048625" name="Notes Placeholder 2"/>
          <p:cNvSpPr>
            <a:spLocks noGrp="1"/>
          </p:cNvSpPr>
          <p:nvPr>
            <p:ph type="body" idx="1"/>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48628" name="Slide Image Placeholder 1"/>
          <p:cNvSpPr>
            <a:spLocks noChangeAspect="1" noRot="1" noGrp="1"/>
          </p:cNvSpPr>
          <p:nvPr>
            <p:ph type="sldImg"/>
          </p:nvPr>
        </p:nvSpPr>
        <p:spPr/>
      </p:sp>
      <p:sp>
        <p:nvSpPr>
          <p:cNvPr id="1048629" name="Notes Placeholder 2"/>
          <p:cNvSpPr>
            <a:spLocks noGrp="1"/>
          </p:cNvSpPr>
          <p:nvPr>
            <p:ph type="body" idx="1"/>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02" name=""/>
        <p:cNvGrpSpPr/>
        <p:nvPr/>
      </p:nvGrpSpPr>
      <p:grpSpPr>
        <a:xfrm>
          <a:off x="0" y="0"/>
          <a:ext cx="0" cy="0"/>
          <a:chOff x="0" y="0"/>
          <a:chExt cx="0" cy="0"/>
        </a:xfrm>
      </p:grpSpPr>
      <p:sp>
        <p:nvSpPr>
          <p:cNvPr id="1048632" name="Slide Image Placeholder 1"/>
          <p:cNvSpPr>
            <a:spLocks noChangeAspect="1" noRot="1" noGrp="1"/>
          </p:cNvSpPr>
          <p:nvPr>
            <p:ph type="sldImg"/>
          </p:nvPr>
        </p:nvSpPr>
        <p:spPr/>
      </p:sp>
      <p:sp>
        <p:nvSpPr>
          <p:cNvPr id="1048633" name="Notes Placeholder 2"/>
          <p:cNvSpPr>
            <a:spLocks noGrp="1"/>
          </p:cNvSpPr>
          <p:nvPr>
            <p:ph type="body" idx="1"/>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sp>
        <p:nvSpPr>
          <p:cNvPr id="1048636" name="Slide Image Placeholder 1"/>
          <p:cNvSpPr>
            <a:spLocks noChangeAspect="1" noRot="1" noGrp="1"/>
          </p:cNvSpPr>
          <p:nvPr>
            <p:ph type="sldImg"/>
          </p:nvPr>
        </p:nvSpPr>
        <p:spPr/>
      </p:sp>
      <p:sp>
        <p:nvSpPr>
          <p:cNvPr id="1048637" name="Notes Placeholder 2"/>
          <p:cNvSpPr>
            <a:spLocks noGrp="1"/>
          </p:cNvSpPr>
          <p:nvPr>
            <p:ph type="body" idx="1"/>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640" name="Slide Image Placeholder 1"/>
          <p:cNvSpPr>
            <a:spLocks noChangeAspect="1" noRot="1" noGrp="1"/>
          </p:cNvSpPr>
          <p:nvPr>
            <p:ph type="sldImg"/>
          </p:nvPr>
        </p:nvSpPr>
        <p:spPr/>
      </p:sp>
      <p:sp>
        <p:nvSpPr>
          <p:cNvPr id="1048641" name="Notes Placeholder 2"/>
          <p:cNvSpPr>
            <a:spLocks noGrp="1"/>
          </p:cNvSpPr>
          <p:nvPr>
            <p:ph type="body" idx="1"/>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44" name="Slide Image Placeholder 1"/>
          <p:cNvSpPr>
            <a:spLocks noChangeAspect="1" noRot="1" noGrp="1"/>
          </p:cNvSpPr>
          <p:nvPr>
            <p:ph type="sldImg"/>
          </p:nvPr>
        </p:nvSpPr>
        <p:spPr/>
      </p:sp>
      <p:sp>
        <p:nvSpPr>
          <p:cNvPr id="1048645" name="Notes Placeholder 2"/>
          <p:cNvSpPr>
            <a:spLocks noGrp="1"/>
          </p:cNvSpPr>
          <p:nvPr>
            <p:ph type="body" idx="1"/>
          </p:nvPr>
        </p:nvSpPr>
        <p:spPr/>
        <p:txBody>
          <a:bodyPr/>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sp>
        <p:nvSpPr>
          <p:cNvPr id="1048648" name="Slide Image Placeholder 1"/>
          <p:cNvSpPr>
            <a:spLocks noChangeAspect="1" noRot="1" noGrp="1"/>
          </p:cNvSpPr>
          <p:nvPr>
            <p:ph type="sldImg"/>
          </p:nvPr>
        </p:nvSpPr>
        <p:spPr/>
      </p:sp>
      <p:sp>
        <p:nvSpPr>
          <p:cNvPr id="1048649" name="Notes Placeholder 2"/>
          <p:cNvSpPr>
            <a:spLocks noGrp="1"/>
          </p:cNvSpPr>
          <p:nvPr>
            <p:ph type="body" idx="1"/>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17" name=""/>
        <p:cNvGrpSpPr/>
        <p:nvPr/>
      </p:nvGrpSpPr>
      <p:grpSpPr>
        <a:xfrm>
          <a:off x="0" y="0"/>
          <a:ext cx="0" cy="0"/>
          <a:chOff x="0" y="0"/>
          <a:chExt cx="0" cy="0"/>
        </a:xfrm>
      </p:grpSpPr>
      <p:sp>
        <p:nvSpPr>
          <p:cNvPr id="1048652" name="Slide Image Placeholder 1"/>
          <p:cNvSpPr>
            <a:spLocks noChangeAspect="1" noRot="1" noGrp="1"/>
          </p:cNvSpPr>
          <p:nvPr>
            <p:ph type="sldImg"/>
          </p:nvPr>
        </p:nvSpPr>
        <p:spPr/>
      </p:sp>
      <p:sp>
        <p:nvSpPr>
          <p:cNvPr id="1048653" name="Notes Placeholder 2"/>
          <p:cNvSpPr>
            <a:spLocks noGrp="1"/>
          </p:cNvSpPr>
          <p:nvPr>
            <p:ph type="body" idx="1"/>
          </p:nvPr>
        </p:nvSpPr>
        <p:spPr/>
        <p:txBody>
          <a:bodyPr/>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20" name=""/>
        <p:cNvGrpSpPr/>
        <p:nvPr/>
      </p:nvGrpSpPr>
      <p:grpSpPr>
        <a:xfrm>
          <a:off x="0" y="0"/>
          <a:ext cx="0" cy="0"/>
          <a:chOff x="0" y="0"/>
          <a:chExt cx="0" cy="0"/>
        </a:xfrm>
      </p:grpSpPr>
      <p:sp>
        <p:nvSpPr>
          <p:cNvPr id="1048656" name="Slide Image Placeholder 1"/>
          <p:cNvSpPr>
            <a:spLocks noChangeAspect="1" noRot="1" noGrp="1"/>
          </p:cNvSpPr>
          <p:nvPr>
            <p:ph type="sldImg"/>
          </p:nvPr>
        </p:nvSpPr>
        <p:spPr/>
      </p:sp>
      <p:sp>
        <p:nvSpPr>
          <p:cNvPr id="1048657" name="Notes Placeholder 2"/>
          <p:cNvSpPr>
            <a:spLocks noGrp="1"/>
          </p:cNvSpPr>
          <p:nvPr>
            <p:ph type="body" idx="1"/>
          </p:nvPr>
        </p:nvSpPr>
        <p:spPr/>
        <p:txBody>
          <a:bodyPr/>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048660" name="Slide Image Placeholder 1"/>
          <p:cNvSpPr>
            <a:spLocks noChangeAspect="1" noRot="1" noGrp="1"/>
          </p:cNvSpPr>
          <p:nvPr>
            <p:ph type="sldImg"/>
          </p:nvPr>
        </p:nvSpPr>
        <p:spPr/>
      </p:sp>
      <p:sp>
        <p:nvSpPr>
          <p:cNvPr id="1048661" name="Notes Placeholder 2"/>
          <p:cNvSpPr>
            <a:spLocks noGrp="1"/>
          </p:cNvSpPr>
          <p:nvPr>
            <p:ph type="body" idx="1"/>
          </p:nvPr>
        </p:nvSpPr>
        <p:spPr/>
        <p:txBody>
          <a:bodyPr/>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664" name="Slide Image Placeholder 1"/>
          <p:cNvSpPr>
            <a:spLocks noChangeAspect="1" noRot="1" noGrp="1"/>
          </p:cNvSpPr>
          <p:nvPr>
            <p:ph type="sldImg"/>
          </p:nvPr>
        </p:nvSpPr>
        <p:spPr/>
      </p:sp>
      <p:sp>
        <p:nvSpPr>
          <p:cNvPr id="1048665" name="Notes Placeholder 2"/>
          <p:cNvSpPr>
            <a:spLocks noGrp="1"/>
          </p:cNvSpPr>
          <p:nvPr>
            <p:ph type="body" idx="1"/>
          </p:nvPr>
        </p:nvSpPr>
        <p:spPr/>
        <p:txBody>
          <a:bodyPr/>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048668" name="Slide Image Placeholder 1"/>
          <p:cNvSpPr>
            <a:spLocks noChangeAspect="1" noRot="1" noGrp="1"/>
          </p:cNvSpPr>
          <p:nvPr>
            <p:ph type="sldImg"/>
          </p:nvPr>
        </p:nvSpPr>
        <p:spPr/>
      </p:sp>
      <p:sp>
        <p:nvSpPr>
          <p:cNvPr id="1048669" name="Notes Placeholder 2"/>
          <p:cNvSpPr>
            <a:spLocks noGrp="1"/>
          </p:cNvSpPr>
          <p:nvPr>
            <p:ph type="body" idx="1"/>
          </p:nvPr>
        </p:nvSpPr>
        <p:spPr/>
        <p:txBody>
          <a:bodyPr/>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048672" name="Slide Image Placeholder 1"/>
          <p:cNvSpPr>
            <a:spLocks noChangeAspect="1" noRot="1" noGrp="1"/>
          </p:cNvSpPr>
          <p:nvPr>
            <p:ph type="sldImg"/>
          </p:nvPr>
        </p:nvSpPr>
        <p:spPr/>
      </p:sp>
      <p:sp>
        <p:nvSpPr>
          <p:cNvPr id="1048673" name="Notes Placeholder 2"/>
          <p:cNvSpPr>
            <a:spLocks noGrp="1"/>
          </p:cNvSpPr>
          <p:nvPr>
            <p:ph type="body" idx="1"/>
          </p:nvPr>
        </p:nvSpPr>
        <p:spPr/>
        <p:txBody>
          <a:bodyPr/>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676" name="Slide Image Placeholder 1"/>
          <p:cNvSpPr>
            <a:spLocks noChangeAspect="1" noRot="1" noGrp="1"/>
          </p:cNvSpPr>
          <p:nvPr>
            <p:ph type="sldImg"/>
          </p:nvPr>
        </p:nvSpPr>
        <p:spPr/>
      </p:sp>
      <p:sp>
        <p:nvSpPr>
          <p:cNvPr id="1048677" name="Notes Placeholder 2"/>
          <p:cNvSpPr>
            <a:spLocks noGrp="1"/>
          </p:cNvSpPr>
          <p:nvPr>
            <p:ph type="body" idx="1"/>
          </p:nvPr>
        </p:nvSpPr>
        <p:spPr/>
        <p:txBody>
          <a:bodyPr/>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048680" name="Slide Image Placeholder 1"/>
          <p:cNvSpPr>
            <a:spLocks noChangeAspect="1" noRot="1" noGrp="1"/>
          </p:cNvSpPr>
          <p:nvPr>
            <p:ph type="sldImg"/>
          </p:nvPr>
        </p:nvSpPr>
        <p:spPr/>
      </p:sp>
      <p:sp>
        <p:nvSpPr>
          <p:cNvPr id="1048681" name="Notes Placeholder 2"/>
          <p:cNvSpPr>
            <a:spLocks noGrp="1"/>
          </p:cNvSpPr>
          <p:nvPr>
            <p:ph type="body" idx="1"/>
          </p:nvPr>
        </p:nvSpPr>
        <p:spPr/>
        <p:txBody>
          <a:bodyPr/>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41" name=""/>
        <p:cNvGrpSpPr/>
        <p:nvPr/>
      </p:nvGrpSpPr>
      <p:grpSpPr>
        <a:xfrm>
          <a:off x="0" y="0"/>
          <a:ext cx="0" cy="0"/>
          <a:chOff x="0" y="0"/>
          <a:chExt cx="0" cy="0"/>
        </a:xfrm>
      </p:grpSpPr>
      <p:sp>
        <p:nvSpPr>
          <p:cNvPr id="1048684" name="Slide Image Placeholder 1"/>
          <p:cNvSpPr>
            <a:spLocks noChangeAspect="1" noRot="1" noGrp="1"/>
          </p:cNvSpPr>
          <p:nvPr>
            <p:ph type="sldImg"/>
          </p:nvPr>
        </p:nvSpPr>
        <p:spPr/>
      </p:sp>
      <p:sp>
        <p:nvSpPr>
          <p:cNvPr id="1048685" name="Notes Placeholder 2"/>
          <p:cNvSpPr>
            <a:spLocks noGrp="1"/>
          </p:cNvSpPr>
          <p:nvPr>
            <p:ph type="body" idx="1"/>
          </p:nvPr>
        </p:nvSpPr>
        <p:spPr/>
        <p:txBody>
          <a:bodyPr/>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688" name="Slide Image Placeholder 1"/>
          <p:cNvSpPr>
            <a:spLocks noChangeAspect="1" noRot="1" noGrp="1"/>
          </p:cNvSpPr>
          <p:nvPr>
            <p:ph type="sldImg"/>
          </p:nvPr>
        </p:nvSpPr>
        <p:spPr/>
      </p:sp>
      <p:sp>
        <p:nvSpPr>
          <p:cNvPr id="1048689" name="Notes Placeholder 2"/>
          <p:cNvSpPr>
            <a:spLocks noGrp="1"/>
          </p:cNvSpPr>
          <p:nvPr>
            <p:ph type="body" idx="1"/>
          </p:nvPr>
        </p:nvSpPr>
        <p:spPr/>
        <p:txBody>
          <a:bodyPr/>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47" name=""/>
        <p:cNvGrpSpPr/>
        <p:nvPr/>
      </p:nvGrpSpPr>
      <p:grpSpPr>
        <a:xfrm>
          <a:off x="0" y="0"/>
          <a:ext cx="0" cy="0"/>
          <a:chOff x="0" y="0"/>
          <a:chExt cx="0" cy="0"/>
        </a:xfrm>
      </p:grpSpPr>
      <p:sp>
        <p:nvSpPr>
          <p:cNvPr id="1048692" name="Slide Image Placeholder 1"/>
          <p:cNvSpPr>
            <a:spLocks noChangeAspect="1" noRot="1" noGrp="1"/>
          </p:cNvSpPr>
          <p:nvPr>
            <p:ph type="sldImg"/>
          </p:nvPr>
        </p:nvSpPr>
        <p:spPr/>
      </p:sp>
      <p:sp>
        <p:nvSpPr>
          <p:cNvPr id="1048693" name="Notes Placeholder 2"/>
          <p:cNvSpPr>
            <a:spLocks noGrp="1"/>
          </p:cNvSpPr>
          <p:nvPr>
            <p:ph type="body" idx="1"/>
          </p:nvPr>
        </p:nvSpPr>
        <p:spPr/>
        <p:txBody>
          <a:bodyPr/>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50" name=""/>
        <p:cNvGrpSpPr/>
        <p:nvPr/>
      </p:nvGrpSpPr>
      <p:grpSpPr>
        <a:xfrm>
          <a:off x="0" y="0"/>
          <a:ext cx="0" cy="0"/>
          <a:chOff x="0" y="0"/>
          <a:chExt cx="0" cy="0"/>
        </a:xfrm>
      </p:grpSpPr>
      <p:sp>
        <p:nvSpPr>
          <p:cNvPr id="1048696" name="Slide Image Placeholder 1"/>
          <p:cNvSpPr>
            <a:spLocks noChangeAspect="1" noRot="1" noGrp="1"/>
          </p:cNvSpPr>
          <p:nvPr>
            <p:ph type="sldImg"/>
          </p:nvPr>
        </p:nvSpPr>
        <p:spPr/>
      </p:sp>
      <p:sp>
        <p:nvSpPr>
          <p:cNvPr id="1048697" name="Notes Placeholder 2"/>
          <p:cNvSpPr>
            <a:spLocks noGrp="1"/>
          </p:cNvSpPr>
          <p:nvPr>
            <p:ph type="body" idx="1"/>
          </p:nvPr>
        </p:nvSpPr>
        <p:spPr/>
        <p:txBody>
          <a:bodyPr/>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sp>
        <p:nvSpPr>
          <p:cNvPr id="1048700" name="Slide Image Placeholder 1"/>
          <p:cNvSpPr>
            <a:spLocks noChangeAspect="1" noRot="1" noGrp="1"/>
          </p:cNvSpPr>
          <p:nvPr>
            <p:ph type="sldImg"/>
          </p:nvPr>
        </p:nvSpPr>
        <p:spPr/>
      </p:sp>
      <p:sp>
        <p:nvSpPr>
          <p:cNvPr id="1048701" name="Notes Placeholder 2"/>
          <p:cNvSpPr>
            <a:spLocks noGrp="1"/>
          </p:cNvSpPr>
          <p:nvPr>
            <p:ph type="body" idx="1"/>
          </p:nvPr>
        </p:nvSpPr>
        <p:spPr/>
        <p:txBody>
          <a:bodyPr/>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56" name=""/>
        <p:cNvGrpSpPr/>
        <p:nvPr/>
      </p:nvGrpSpPr>
      <p:grpSpPr>
        <a:xfrm>
          <a:off x="0" y="0"/>
          <a:ext cx="0" cy="0"/>
          <a:chOff x="0" y="0"/>
          <a:chExt cx="0" cy="0"/>
        </a:xfrm>
      </p:grpSpPr>
      <p:sp>
        <p:nvSpPr>
          <p:cNvPr id="1048704" name="Slide Image Placeholder 1"/>
          <p:cNvSpPr>
            <a:spLocks noChangeAspect="1" noRot="1" noGrp="1"/>
          </p:cNvSpPr>
          <p:nvPr>
            <p:ph type="sldImg"/>
          </p:nvPr>
        </p:nvSpPr>
        <p:spPr/>
      </p:sp>
      <p:sp>
        <p:nvSpPr>
          <p:cNvPr id="1048705" name="Notes Placeholder 2"/>
          <p:cNvSpPr>
            <a:spLocks noGrp="1"/>
          </p:cNvSpPr>
          <p:nvPr>
            <p:ph type="body" idx="1"/>
          </p:nvPr>
        </p:nvSpPr>
        <p:spPr/>
        <p:txBody>
          <a:bodyPr/>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59" name=""/>
        <p:cNvGrpSpPr/>
        <p:nvPr/>
      </p:nvGrpSpPr>
      <p:grpSpPr>
        <a:xfrm>
          <a:off x="0" y="0"/>
          <a:ext cx="0" cy="0"/>
          <a:chOff x="0" y="0"/>
          <a:chExt cx="0" cy="0"/>
        </a:xfrm>
      </p:grpSpPr>
      <p:sp>
        <p:nvSpPr>
          <p:cNvPr id="1048708" name="Slide Image Placeholder 1"/>
          <p:cNvSpPr>
            <a:spLocks noChangeAspect="1" noRot="1" noGrp="1"/>
          </p:cNvSpPr>
          <p:nvPr>
            <p:ph type="sldImg"/>
          </p:nvPr>
        </p:nvSpPr>
        <p:spPr/>
      </p:sp>
      <p:sp>
        <p:nvSpPr>
          <p:cNvPr id="1048709" name="Notes Placeholder 2"/>
          <p:cNvSpPr>
            <a:spLocks noGrp="1"/>
          </p:cNvSpPr>
          <p:nvPr>
            <p:ph type="body" idx="1"/>
          </p:nvPr>
        </p:nvSpPr>
        <p:spPr/>
        <p:txBody>
          <a:bodyPr/>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62" name=""/>
        <p:cNvGrpSpPr/>
        <p:nvPr/>
      </p:nvGrpSpPr>
      <p:grpSpPr>
        <a:xfrm>
          <a:off x="0" y="0"/>
          <a:ext cx="0" cy="0"/>
          <a:chOff x="0" y="0"/>
          <a:chExt cx="0" cy="0"/>
        </a:xfrm>
      </p:grpSpPr>
      <p:sp>
        <p:nvSpPr>
          <p:cNvPr id="1048712" name="Slide Image Placeholder 1"/>
          <p:cNvSpPr>
            <a:spLocks noChangeAspect="1" noRot="1" noGrp="1"/>
          </p:cNvSpPr>
          <p:nvPr>
            <p:ph type="sldImg"/>
          </p:nvPr>
        </p:nvSpPr>
        <p:spPr/>
      </p:sp>
      <p:sp>
        <p:nvSpPr>
          <p:cNvPr id="1048713" name="Notes Placeholder 2"/>
          <p:cNvSpPr>
            <a:spLocks noGrp="1"/>
          </p:cNvSpPr>
          <p:nvPr>
            <p:ph type="body" idx="1"/>
          </p:nvPr>
        </p:nvSpPr>
        <p:spPr/>
        <p:txBody>
          <a:bodyPr/>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65" name=""/>
        <p:cNvGrpSpPr/>
        <p:nvPr/>
      </p:nvGrpSpPr>
      <p:grpSpPr>
        <a:xfrm>
          <a:off x="0" y="0"/>
          <a:ext cx="0" cy="0"/>
          <a:chOff x="0" y="0"/>
          <a:chExt cx="0" cy="0"/>
        </a:xfrm>
      </p:grpSpPr>
      <p:sp>
        <p:nvSpPr>
          <p:cNvPr id="1048716" name="Slide Image Placeholder 1"/>
          <p:cNvSpPr>
            <a:spLocks noChangeAspect="1" noRot="1" noGrp="1"/>
          </p:cNvSpPr>
          <p:nvPr>
            <p:ph type="sldImg"/>
          </p:nvPr>
        </p:nvSpPr>
        <p:spPr/>
      </p:sp>
      <p:sp>
        <p:nvSpPr>
          <p:cNvPr id="1048717" name="Notes Placeholder 2"/>
          <p:cNvSpPr>
            <a:spLocks noGrp="1"/>
          </p:cNvSpPr>
          <p:nvPr>
            <p:ph type="body" idx="1"/>
          </p:nvPr>
        </p:nvSpPr>
        <p:spPr/>
        <p:txBody>
          <a:bodyPr/>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68" name=""/>
        <p:cNvGrpSpPr/>
        <p:nvPr/>
      </p:nvGrpSpPr>
      <p:grpSpPr>
        <a:xfrm>
          <a:off x="0" y="0"/>
          <a:ext cx="0" cy="0"/>
          <a:chOff x="0" y="0"/>
          <a:chExt cx="0" cy="0"/>
        </a:xfrm>
      </p:grpSpPr>
      <p:sp>
        <p:nvSpPr>
          <p:cNvPr id="1048720" name="Slide Image Placeholder 1"/>
          <p:cNvSpPr>
            <a:spLocks noChangeAspect="1" noRot="1" noGrp="1"/>
          </p:cNvSpPr>
          <p:nvPr>
            <p:ph type="sldImg"/>
          </p:nvPr>
        </p:nvSpPr>
        <p:spPr/>
      </p:sp>
      <p:sp>
        <p:nvSpPr>
          <p:cNvPr id="1048721" name="Notes Placeholder 2"/>
          <p:cNvSpPr>
            <a:spLocks noGrp="1"/>
          </p:cNvSpPr>
          <p:nvPr>
            <p:ph type="body" idx="1"/>
          </p:nvPr>
        </p:nvSpPr>
        <p:spPr/>
        <p:txBody>
          <a:bodyPr/>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71" name=""/>
        <p:cNvGrpSpPr/>
        <p:nvPr/>
      </p:nvGrpSpPr>
      <p:grpSpPr>
        <a:xfrm>
          <a:off x="0" y="0"/>
          <a:ext cx="0" cy="0"/>
          <a:chOff x="0" y="0"/>
          <a:chExt cx="0" cy="0"/>
        </a:xfrm>
      </p:grpSpPr>
      <p:sp>
        <p:nvSpPr>
          <p:cNvPr id="1048724" name="Slide Image Placeholder 1"/>
          <p:cNvSpPr>
            <a:spLocks noChangeAspect="1" noRot="1" noGrp="1"/>
          </p:cNvSpPr>
          <p:nvPr>
            <p:ph type="sldImg"/>
          </p:nvPr>
        </p:nvSpPr>
        <p:spPr/>
      </p:sp>
      <p:sp>
        <p:nvSpPr>
          <p:cNvPr id="1048725" name="Notes Placeholder 2"/>
          <p:cNvSpPr>
            <a:spLocks noGrp="1"/>
          </p:cNvSpPr>
          <p:nvPr>
            <p:ph type="body" idx="1"/>
          </p:nvPr>
        </p:nvSpPr>
        <p:spPr/>
        <p:txBody>
          <a:bodyPr/>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sp>
        <p:nvSpPr>
          <p:cNvPr id="1048728" name="Slide Image Placeholder 1"/>
          <p:cNvSpPr>
            <a:spLocks noChangeAspect="1" noRot="1" noGrp="1"/>
          </p:cNvSpPr>
          <p:nvPr>
            <p:ph type="sldImg"/>
          </p:nvPr>
        </p:nvSpPr>
        <p:spPr/>
      </p:sp>
      <p:sp>
        <p:nvSpPr>
          <p:cNvPr id="1048729" name="Notes Placeholder 2"/>
          <p:cNvSpPr>
            <a:spLocks noGrp="1"/>
          </p:cNvSpPr>
          <p:nvPr>
            <p:ph type="body" idx="1"/>
          </p:nvPr>
        </p:nvSpPr>
        <p:spPr/>
        <p:txBody>
          <a:bodyPr/>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77" name=""/>
        <p:cNvGrpSpPr/>
        <p:nvPr/>
      </p:nvGrpSpPr>
      <p:grpSpPr>
        <a:xfrm>
          <a:off x="0" y="0"/>
          <a:ext cx="0" cy="0"/>
          <a:chOff x="0" y="0"/>
          <a:chExt cx="0" cy="0"/>
        </a:xfrm>
      </p:grpSpPr>
      <p:sp>
        <p:nvSpPr>
          <p:cNvPr id="1048732" name="Slide Image Placeholder 1"/>
          <p:cNvSpPr>
            <a:spLocks noChangeAspect="1" noRot="1" noGrp="1"/>
          </p:cNvSpPr>
          <p:nvPr>
            <p:ph type="sldImg"/>
          </p:nvPr>
        </p:nvSpPr>
        <p:spPr/>
      </p:sp>
      <p:sp>
        <p:nvSpPr>
          <p:cNvPr id="1048733" name="Notes Placeholder 2"/>
          <p:cNvSpPr>
            <a:spLocks noGrp="1"/>
          </p:cNvSpPr>
          <p:nvPr>
            <p:ph type="body" idx="1"/>
          </p:nvPr>
        </p:nvSpPr>
        <p:spPr/>
        <p:txBody>
          <a:bodyPr/>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736" name="Slide Image Placeholder 1"/>
          <p:cNvSpPr>
            <a:spLocks noChangeAspect="1" noRot="1" noGrp="1"/>
          </p:cNvSpPr>
          <p:nvPr>
            <p:ph type="sldImg"/>
          </p:nvPr>
        </p:nvSpPr>
        <p:spPr/>
      </p:sp>
      <p:sp>
        <p:nvSpPr>
          <p:cNvPr id="1048737" name="Notes Placeholder 2"/>
          <p:cNvSpPr>
            <a:spLocks noGrp="1"/>
          </p:cNvSpPr>
          <p:nvPr>
            <p:ph type="body" idx="1"/>
          </p:nvPr>
        </p:nvSpPr>
        <p:spPr/>
        <p:txBody>
          <a:bodyPr/>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83" name=""/>
        <p:cNvGrpSpPr/>
        <p:nvPr/>
      </p:nvGrpSpPr>
      <p:grpSpPr>
        <a:xfrm>
          <a:off x="0" y="0"/>
          <a:ext cx="0" cy="0"/>
          <a:chOff x="0" y="0"/>
          <a:chExt cx="0" cy="0"/>
        </a:xfrm>
      </p:grpSpPr>
      <p:sp>
        <p:nvSpPr>
          <p:cNvPr id="1048740" name="Slide Image Placeholder 1"/>
          <p:cNvSpPr>
            <a:spLocks noChangeAspect="1" noRot="1" noGrp="1"/>
          </p:cNvSpPr>
          <p:nvPr>
            <p:ph type="sldImg"/>
          </p:nvPr>
        </p:nvSpPr>
        <p:spPr/>
      </p:sp>
      <p:sp>
        <p:nvSpPr>
          <p:cNvPr id="1048741" name="Notes Placeholder 2"/>
          <p:cNvSpPr>
            <a:spLocks noGrp="1"/>
          </p:cNvSpPr>
          <p:nvPr>
            <p:ph type="body" idx="1"/>
          </p:nvPr>
        </p:nvSpPr>
        <p:spPr/>
        <p:txBody>
          <a:bodyPr/>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86" name=""/>
        <p:cNvGrpSpPr/>
        <p:nvPr/>
      </p:nvGrpSpPr>
      <p:grpSpPr>
        <a:xfrm>
          <a:off x="0" y="0"/>
          <a:ext cx="0" cy="0"/>
          <a:chOff x="0" y="0"/>
          <a:chExt cx="0" cy="0"/>
        </a:xfrm>
      </p:grpSpPr>
      <p:sp>
        <p:nvSpPr>
          <p:cNvPr id="1048744" name="Slide Image Placeholder 1"/>
          <p:cNvSpPr>
            <a:spLocks noChangeAspect="1" noRot="1" noGrp="1"/>
          </p:cNvSpPr>
          <p:nvPr>
            <p:ph type="sldImg"/>
          </p:nvPr>
        </p:nvSpPr>
        <p:spPr/>
      </p:sp>
      <p:sp>
        <p:nvSpPr>
          <p:cNvPr id="1048745" name="Notes Placeholder 2"/>
          <p:cNvSpPr>
            <a:spLocks noGrp="1"/>
          </p:cNvSpPr>
          <p:nvPr>
            <p:ph type="body" idx="1"/>
          </p:nvPr>
        </p:nvSpPr>
        <p:spPr/>
        <p:txBody>
          <a:bodyPr/>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89" name=""/>
        <p:cNvGrpSpPr/>
        <p:nvPr/>
      </p:nvGrpSpPr>
      <p:grpSpPr>
        <a:xfrm>
          <a:off x="0" y="0"/>
          <a:ext cx="0" cy="0"/>
          <a:chOff x="0" y="0"/>
          <a:chExt cx="0" cy="0"/>
        </a:xfrm>
      </p:grpSpPr>
      <p:sp>
        <p:nvSpPr>
          <p:cNvPr id="1048748" name="Slide Image Placeholder 1"/>
          <p:cNvSpPr>
            <a:spLocks noChangeAspect="1" noRot="1" noGrp="1"/>
          </p:cNvSpPr>
          <p:nvPr>
            <p:ph type="sldImg"/>
          </p:nvPr>
        </p:nvSpPr>
        <p:spPr/>
      </p:sp>
      <p:sp>
        <p:nvSpPr>
          <p:cNvPr id="1048749" name="Notes Placeholder 2"/>
          <p:cNvSpPr>
            <a:spLocks noGrp="1"/>
          </p:cNvSpPr>
          <p:nvPr>
            <p:ph type="body" idx="1"/>
          </p:nvPr>
        </p:nvSpPr>
        <p:spPr/>
        <p:txBody>
          <a:bodyPr/>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048752" name="Slide Image Placeholder 1"/>
          <p:cNvSpPr>
            <a:spLocks noChangeAspect="1" noRot="1" noGrp="1"/>
          </p:cNvSpPr>
          <p:nvPr>
            <p:ph type="sldImg"/>
          </p:nvPr>
        </p:nvSpPr>
        <p:spPr/>
      </p:sp>
      <p:sp>
        <p:nvSpPr>
          <p:cNvPr id="1048753" name="Notes Placeholder 2"/>
          <p:cNvSpPr>
            <a:spLocks noGrp="1"/>
          </p:cNvSpPr>
          <p:nvPr>
            <p:ph type="body" idx="1"/>
          </p:nvPr>
        </p:nvSpPr>
        <p:spPr/>
        <p:txBody>
          <a:bodyPr/>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95" name=""/>
        <p:cNvGrpSpPr/>
        <p:nvPr/>
      </p:nvGrpSpPr>
      <p:grpSpPr>
        <a:xfrm>
          <a:off x="0" y="0"/>
          <a:ext cx="0" cy="0"/>
          <a:chOff x="0" y="0"/>
          <a:chExt cx="0" cy="0"/>
        </a:xfrm>
      </p:grpSpPr>
      <p:sp>
        <p:nvSpPr>
          <p:cNvPr id="1048756" name="Slide Image Placeholder 1"/>
          <p:cNvSpPr>
            <a:spLocks noChangeAspect="1" noRot="1" noGrp="1"/>
          </p:cNvSpPr>
          <p:nvPr>
            <p:ph type="sldImg"/>
          </p:nvPr>
        </p:nvSpPr>
        <p:spPr/>
      </p:sp>
      <p:sp>
        <p:nvSpPr>
          <p:cNvPr id="1048757" name="Notes Placeholder 2"/>
          <p:cNvSpPr>
            <a:spLocks noGrp="1"/>
          </p:cNvSpPr>
          <p:nvPr>
            <p:ph type="body" idx="1"/>
          </p:nvPr>
        </p:nvSpPr>
        <p:spPr/>
        <p:txBody>
          <a:bodyPr/>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048760" name="Slide Image Placeholder 1"/>
          <p:cNvSpPr>
            <a:spLocks noChangeAspect="1" noRot="1" noGrp="1"/>
          </p:cNvSpPr>
          <p:nvPr>
            <p:ph type="sldImg"/>
          </p:nvPr>
        </p:nvSpPr>
        <p:spPr/>
      </p:sp>
      <p:sp>
        <p:nvSpPr>
          <p:cNvPr id="1048761" name="Notes Placeholder 2"/>
          <p:cNvSpPr>
            <a:spLocks noGrp="1"/>
          </p:cNvSpPr>
          <p:nvPr>
            <p:ph type="body" idx="1"/>
          </p:nvPr>
        </p:nvSpPr>
        <p:spPr/>
        <p:txBody>
          <a:bodyPr/>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01" name=""/>
        <p:cNvGrpSpPr/>
        <p:nvPr/>
      </p:nvGrpSpPr>
      <p:grpSpPr>
        <a:xfrm>
          <a:off x="0" y="0"/>
          <a:ext cx="0" cy="0"/>
          <a:chOff x="0" y="0"/>
          <a:chExt cx="0" cy="0"/>
        </a:xfrm>
      </p:grpSpPr>
      <p:sp>
        <p:nvSpPr>
          <p:cNvPr id="1048764" name="Slide Image Placeholder 1"/>
          <p:cNvSpPr>
            <a:spLocks noChangeAspect="1" noRot="1" noGrp="1"/>
          </p:cNvSpPr>
          <p:nvPr>
            <p:ph type="sldImg"/>
          </p:nvPr>
        </p:nvSpPr>
        <p:spPr/>
      </p:sp>
      <p:sp>
        <p:nvSpPr>
          <p:cNvPr id="1048765" name="Notes Placeholder 2"/>
          <p:cNvSpPr>
            <a:spLocks noGrp="1"/>
          </p:cNvSpPr>
          <p:nvPr>
            <p:ph type="body" idx="1"/>
          </p:nvPr>
        </p:nvSpPr>
        <p:spPr/>
        <p:txBody>
          <a:bodyPr/>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04" name=""/>
        <p:cNvGrpSpPr/>
        <p:nvPr/>
      </p:nvGrpSpPr>
      <p:grpSpPr>
        <a:xfrm>
          <a:off x="0" y="0"/>
          <a:ext cx="0" cy="0"/>
          <a:chOff x="0" y="0"/>
          <a:chExt cx="0" cy="0"/>
        </a:xfrm>
      </p:grpSpPr>
      <p:sp>
        <p:nvSpPr>
          <p:cNvPr id="1048768" name="Slide Image Placeholder 1"/>
          <p:cNvSpPr>
            <a:spLocks noChangeAspect="1" noRot="1" noGrp="1"/>
          </p:cNvSpPr>
          <p:nvPr>
            <p:ph type="sldImg"/>
          </p:nvPr>
        </p:nvSpPr>
        <p:spPr/>
      </p:sp>
      <p:sp>
        <p:nvSpPr>
          <p:cNvPr id="1048769" name="Notes Placeholder 2"/>
          <p:cNvSpPr>
            <a:spLocks noGrp="1"/>
          </p:cNvSpPr>
          <p:nvPr>
            <p:ph type="body" idx="1"/>
          </p:nvPr>
        </p:nvSpPr>
        <p:spPr/>
        <p:txBody>
          <a:bodyPr/>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07" name=""/>
        <p:cNvGrpSpPr/>
        <p:nvPr/>
      </p:nvGrpSpPr>
      <p:grpSpPr>
        <a:xfrm>
          <a:off x="0" y="0"/>
          <a:ext cx="0" cy="0"/>
          <a:chOff x="0" y="0"/>
          <a:chExt cx="0" cy="0"/>
        </a:xfrm>
      </p:grpSpPr>
      <p:sp>
        <p:nvSpPr>
          <p:cNvPr id="1048772" name="Slide Image Placeholder 1"/>
          <p:cNvSpPr>
            <a:spLocks noChangeAspect="1" noRot="1" noGrp="1"/>
          </p:cNvSpPr>
          <p:nvPr>
            <p:ph type="sldImg"/>
          </p:nvPr>
        </p:nvSpPr>
        <p:spPr/>
      </p:sp>
      <p:sp>
        <p:nvSpPr>
          <p:cNvPr id="1048773" name="Notes Placeholder 2"/>
          <p:cNvSpPr>
            <a:spLocks noGrp="1"/>
          </p:cNvSpPr>
          <p:nvPr>
            <p:ph type="body" idx="1"/>
          </p:nvPr>
        </p:nvSpPr>
        <p:spPr/>
        <p:txBody>
          <a:bodyPr/>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10" name=""/>
        <p:cNvGrpSpPr/>
        <p:nvPr/>
      </p:nvGrpSpPr>
      <p:grpSpPr>
        <a:xfrm>
          <a:off x="0" y="0"/>
          <a:ext cx="0" cy="0"/>
          <a:chOff x="0" y="0"/>
          <a:chExt cx="0" cy="0"/>
        </a:xfrm>
      </p:grpSpPr>
      <p:sp>
        <p:nvSpPr>
          <p:cNvPr id="1048776" name="Slide Image Placeholder 1"/>
          <p:cNvSpPr>
            <a:spLocks noChangeAspect="1" noRot="1" noGrp="1"/>
          </p:cNvSpPr>
          <p:nvPr>
            <p:ph type="sldImg"/>
          </p:nvPr>
        </p:nvSpPr>
        <p:spPr/>
      </p:sp>
      <p:sp>
        <p:nvSpPr>
          <p:cNvPr id="1048777" name="Notes Placeholder 2"/>
          <p:cNvSpPr>
            <a:spLocks noGrp="1"/>
          </p:cNvSpPr>
          <p:nvPr>
            <p:ph type="body" idx="1"/>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bg>
      <p:bgRef idx="1002">
        <a:schemeClr val="bg2"/>
      </p:bgRef>
    </p:bg>
    <p:spTree>
      <p:nvGrpSpPr>
        <p:cNvPr id="211" name=""/>
        <p:cNvGrpSpPr/>
        <p:nvPr/>
      </p:nvGrpSpPr>
      <p:grpSpPr>
        <a:xfrm>
          <a:off x="0" y="0"/>
          <a:ext cx="0" cy="0"/>
          <a:chOff x="0" y="0"/>
          <a:chExt cx="0" cy="0"/>
        </a:xfrm>
      </p:grpSpPr>
      <p:grpSp>
        <p:nvGrpSpPr>
          <p:cNvPr id="212" name="Group 15"/>
          <p:cNvGrpSpPr/>
          <p:nvPr/>
        </p:nvGrpSpPr>
        <p:grpSpPr bwMode="auto">
          <a:xfrm>
            <a:off x="0" y="0"/>
            <a:ext cx="1581150" cy="6858000"/>
            <a:chOff x="134471" y="0"/>
            <a:chExt cx="1581220" cy="6858000"/>
          </a:xfrm>
        </p:grpSpPr>
        <p:pic>
          <p:nvPicPr>
            <p:cNvPr id="2097158" name="Picture 7" descr="Overlay-Blank.jpg"/>
            <p:cNvPicPr>
              <a:picLocks noChangeAspect="1"/>
            </p:cNvPicPr>
            <p:nvPr userDrawn="1"/>
          </p:nvPicPr>
          <p:blipFill>
            <a:blip xmlns:r="http://schemas.openxmlformats.org/officeDocument/2006/relationships" r:embed="rId1"/>
            <a:srcRect l="1471" r="83676"/>
            <a:stretch>
              <a:fillRect/>
            </a:stretch>
          </p:blipFill>
          <p:spPr bwMode="auto">
            <a:xfrm>
              <a:off x="134471" y="0"/>
              <a:ext cx="1358153" cy="6858000"/>
            </a:xfrm>
            <a:prstGeom prst="rect"/>
            <a:noFill/>
            <a:ln w="9525">
              <a:noFill/>
              <a:miter lim="800000"/>
              <a:headEnd/>
              <a:tailEnd/>
            </a:ln>
          </p:spPr>
        </p:pic>
        <p:pic>
          <p:nvPicPr>
            <p:cNvPr id="2097159" name="Picture 8" descr="Overlay-VerticalBridge.jpg"/>
            <p:cNvPicPr>
              <a:picLocks noChangeAspect="1"/>
            </p:cNvPicPr>
            <p:nvPr userDrawn="1"/>
          </p:nvPicPr>
          <p:blipFill>
            <a:blip xmlns:r="http://schemas.openxmlformats.org/officeDocument/2006/relationships" r:embed="rId2"/>
            <a:srcRect/>
            <a:stretch>
              <a:fillRect/>
            </a:stretch>
          </p:blipFill>
          <p:spPr bwMode="auto">
            <a:xfrm>
              <a:off x="1447800" y="0"/>
              <a:ext cx="267891" cy="6858000"/>
            </a:xfrm>
            <a:prstGeom prst="rect"/>
            <a:noFill/>
            <a:ln w="9525">
              <a:noFill/>
              <a:miter lim="800000"/>
              <a:headEnd/>
              <a:tailEnd/>
            </a:ln>
          </p:spPr>
        </p:pic>
      </p:grpSp>
      <p:grpSp>
        <p:nvGrpSpPr>
          <p:cNvPr id="213" name="Group 16"/>
          <p:cNvGrpSpPr/>
          <p:nvPr/>
        </p:nvGrpSpPr>
        <p:grpSpPr bwMode="auto">
          <a:xfrm>
            <a:off x="7546975" y="0"/>
            <a:ext cx="1597025" cy="6858000"/>
            <a:chOff x="7413812" y="0"/>
            <a:chExt cx="1597734" cy="6858000"/>
          </a:xfrm>
        </p:grpSpPr>
        <p:pic>
          <p:nvPicPr>
            <p:cNvPr id="2097160" name="Picture 10" descr="Overlay-Blank.jpg"/>
            <p:cNvPicPr>
              <a:picLocks noChangeAspect="1"/>
            </p:cNvPicPr>
            <p:nvPr userDrawn="1"/>
          </p:nvPicPr>
          <p:blipFill>
            <a:blip xmlns:r="http://schemas.openxmlformats.org/officeDocument/2006/relationships" r:embed="rId1"/>
            <a:srcRect r="85126"/>
            <a:stretch>
              <a:fillRect/>
            </a:stretch>
          </p:blipFill>
          <p:spPr bwMode="auto">
            <a:xfrm>
              <a:off x="7651376" y="0"/>
              <a:ext cx="1360170" cy="6858000"/>
            </a:xfrm>
            <a:prstGeom prst="rect"/>
            <a:noFill/>
            <a:ln w="9525">
              <a:noFill/>
              <a:miter lim="800000"/>
              <a:headEnd/>
              <a:tailEnd/>
            </a:ln>
          </p:spPr>
        </p:pic>
        <p:pic>
          <p:nvPicPr>
            <p:cNvPr id="2097161" name="Picture 11" descr="Overlay-VerticalBridge.jpg"/>
            <p:cNvPicPr>
              <a:picLocks noChangeAspect="1"/>
            </p:cNvPicPr>
            <p:nvPr userDrawn="1"/>
          </p:nvPicPr>
          <p:blipFill>
            <a:blip xmlns:r="http://schemas.openxmlformats.org/officeDocument/2006/relationships" r:embed="rId2"/>
            <a:srcRect/>
            <a:stretch>
              <a:fillRect/>
            </a:stretch>
          </p:blipFill>
          <p:spPr bwMode="auto">
            <a:xfrm flipH="1">
              <a:off x="7413812" y="0"/>
              <a:ext cx="267891" cy="6858000"/>
            </a:xfrm>
            <a:prstGeom prst="rect"/>
            <a:noFill/>
            <a:ln w="9525">
              <a:noFill/>
              <a:miter lim="800000"/>
              <a:headEnd/>
              <a:tailEnd/>
            </a:ln>
          </p:spPr>
        </p:pic>
      </p:grpSp>
      <p:pic>
        <p:nvPicPr>
          <p:cNvPr id="2097162" name="Picture 12" descr="HR-Color.png"/>
          <p:cNvPicPr>
            <a:picLocks noChangeAspect="1"/>
          </p:cNvPicPr>
          <p:nvPr/>
        </p:nvPicPr>
        <p:blipFill>
          <a:blip xmlns:r="http://schemas.openxmlformats.org/officeDocument/2006/relationships" r:embed="rId3"/>
          <a:srcRect/>
          <a:stretch>
            <a:fillRect/>
          </a:stretch>
        </p:blipFill>
        <p:spPr bwMode="auto">
          <a:xfrm>
            <a:off x="1554163" y="4841875"/>
            <a:ext cx="6035675" cy="339725"/>
          </a:xfrm>
          <a:prstGeom prst="rect"/>
          <a:noFill/>
          <a:ln w="9525">
            <a:noFill/>
            <a:miter lim="800000"/>
            <a:headEnd/>
            <a:tailEnd/>
          </a:ln>
        </p:spPr>
      </p:pic>
      <p:sp>
        <p:nvSpPr>
          <p:cNvPr id="1048778"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p>
        </p:txBody>
      </p:sp>
      <p:sp>
        <p:nvSpPr>
          <p:cNvPr id="1048779" name="Subtitle 2"/>
          <p:cNvSpPr>
            <a:spLocks noGrp="1"/>
          </p:cNvSpPr>
          <p:nvPr>
            <p:ph type="subTitle" idx="1"/>
          </p:nvPr>
        </p:nvSpPr>
        <p:spPr>
          <a:xfrm>
            <a:off x="1854200" y="5204011"/>
            <a:ext cx="5446713" cy="851647"/>
          </a:xfrm>
        </p:spPr>
        <p:txBody>
          <a:bodyPr>
            <a:normAutofit/>
          </a:bodyPr>
          <a:lstStyle>
            <a:lvl1pPr algn="ctr" indent="0" marL="0">
              <a:spcBef>
                <a:spcPts val="300"/>
              </a:spcBef>
              <a:buNone/>
              <a:defRPr sz="1800">
                <a:solidFill>
                  <a:schemeClr val="tx2"/>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p>
        </p:txBody>
      </p:sp>
      <p:sp>
        <p:nvSpPr>
          <p:cNvPr id="1048780"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endParaRPr dirty="0" lang="en-US"/>
          </a:p>
        </p:txBody>
      </p:sp>
      <p:sp>
        <p:nvSpPr>
          <p:cNvPr id="1048781"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endParaRPr dirty="0" lang="en-US"/>
          </a:p>
        </p:txBody>
      </p:sp>
    </p:spTree>
  </p:cSld>
  <p:clrMapOvr>
    <a:overrideClrMapping accent1="accent1" accent2="accent2" accent3="accent3" accent4="accent4" accent5="accent5" accent6="accent6" bg1="lt1" bg2="lt2" tx1="dk1" tx2="dk2" hlink="hlink" folHlink="folHlink"/>
  </p:clrMapOvr>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7" name=""/>
        <p:cNvGrpSpPr/>
        <p:nvPr/>
      </p:nvGrpSpPr>
      <p:grpSpPr>
        <a:xfrm>
          <a:off x="0" y="0"/>
          <a:ext cx="0" cy="0"/>
          <a:chOff x="0" y="0"/>
          <a:chExt cx="0" cy="0"/>
        </a:xfrm>
      </p:grpSpPr>
      <p:grpSp>
        <p:nvGrpSpPr>
          <p:cNvPr id="28" name="Group 6"/>
          <p:cNvGrpSpPr/>
          <p:nvPr/>
        </p:nvGrpSpPr>
        <p:grpSpPr bwMode="auto">
          <a:xfrm>
            <a:off x="0" y="1373188"/>
            <a:ext cx="9144000" cy="5484812"/>
            <a:chOff x="0" y="1372650"/>
            <a:chExt cx="9144000" cy="5485350"/>
          </a:xfrm>
        </p:grpSpPr>
        <p:pic>
          <p:nvPicPr>
            <p:cNvPr id="2097152" name="Picture 7" descr="Overlay-Blank.jpg"/>
            <p:cNvPicPr>
              <a:picLocks noChangeAspect="1"/>
            </p:cNvPicPr>
            <p:nvPr userDrawn="1"/>
          </p:nvPicPr>
          <p:blipFill>
            <a:blip xmlns:r="http://schemas.openxmlformats.org/officeDocument/2006/relationships" r:embed="rId1"/>
            <a:srcRect t="23334"/>
            <a:stretch>
              <a:fillRect/>
            </a:stretch>
          </p:blipFill>
          <p:spPr bwMode="auto">
            <a:xfrm>
              <a:off x="0" y="1600200"/>
              <a:ext cx="9144000" cy="5257800"/>
            </a:xfrm>
            <a:prstGeom prst="rect"/>
            <a:noFill/>
            <a:ln w="9525">
              <a:noFill/>
              <a:miter lim="800000"/>
              <a:headEnd/>
              <a:tailEnd/>
            </a:ln>
          </p:spPr>
        </p:pic>
        <p:pic>
          <p:nvPicPr>
            <p:cNvPr id="2097153"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a:off x="0" y="1372650"/>
              <a:ext cx="9144000" cy="267891"/>
            </a:xfrm>
            <a:prstGeom prst="rect"/>
            <a:noFill/>
            <a:ln w="9525">
              <a:noFill/>
              <a:miter lim="800000"/>
              <a:headEnd/>
              <a:tailEnd/>
            </a:ln>
          </p:spPr>
        </p:pic>
      </p:grpSp>
      <p:sp>
        <p:nvSpPr>
          <p:cNvPr id="1048581" name="Title 1"/>
          <p:cNvSpPr>
            <a:spLocks noGrp="1"/>
          </p:cNvSpPr>
          <p:nvPr>
            <p:ph type="title"/>
          </p:nvPr>
        </p:nvSpPr>
        <p:spPr/>
        <p:txBody>
          <a:bodyPr/>
          <a:p>
            <a:r>
              <a:rPr lang="en-US" smtClean="0"/>
              <a:t>Click to edit Master title style</a:t>
            </a:r>
          </a:p>
        </p:txBody>
      </p:sp>
      <p:sp>
        <p:nvSpPr>
          <p:cNvPr id="1048582"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583" name="Date Placeholder 3"/>
          <p:cNvSpPr>
            <a:spLocks noGrp="1"/>
          </p:cNvSpPr>
          <p:nvPr>
            <p:ph type="dt" sz="half" idx="10"/>
          </p:nvPr>
        </p:nvSpPr>
        <p:spPr/>
        <p:txBody>
          <a:bodyPr/>
          <a:p>
            <a:endParaRPr dirty="0" lang="en-US"/>
          </a:p>
        </p:txBody>
      </p:sp>
      <p:sp>
        <p:nvSpPr>
          <p:cNvPr id="1048584" name="Footer Placeholder 4"/>
          <p:cNvSpPr>
            <a:spLocks noGrp="1"/>
          </p:cNvSpPr>
          <p:nvPr>
            <p:ph type="ftr" sz="quarter" idx="11"/>
          </p:nvPr>
        </p:nvSpPr>
        <p:spPr/>
        <p:txBody>
          <a:bodyPr/>
          <a:p>
            <a:endParaRPr dirty="0" lang="en-US"/>
          </a:p>
        </p:txBody>
      </p:sp>
      <p:sp>
        <p:nvSpPr>
          <p:cNvPr id="1048585" name="Slide Number Placeholder 5"/>
          <p:cNvSpPr>
            <a:spLocks noGrp="1"/>
          </p:cNvSpPr>
          <p:nvPr>
            <p:ph type="sldNum" sz="quarter" idx="12"/>
          </p:nvPr>
        </p:nvSpPr>
        <p:spPr/>
        <p:txBody>
          <a:bodyPr/>
          <a:p>
            <a:fld id="{0738E293-5757-B443-AD77-BD23F0D77BC9}" type="slidenum">
              <a:rPr lang="en-US"/>
              <a:t>‹#›</a:t>
            </a:fld>
            <a:endParaRPr dirty="0" lang="en-US"/>
          </a:p>
        </p:txBody>
      </p:sp>
    </p:spTree>
  </p:cSld>
  <p:clrMapOvr>
    <a:masterClrMapping/>
  </p:clrMapOvr>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bg>
      <p:bgRef idx="1002">
        <a:schemeClr val="bg2"/>
      </p:bgRef>
    </p:bg>
    <p:spTree>
      <p:nvGrpSpPr>
        <p:cNvPr id="222" name=""/>
        <p:cNvGrpSpPr/>
        <p:nvPr/>
      </p:nvGrpSpPr>
      <p:grpSpPr>
        <a:xfrm>
          <a:off x="0" y="0"/>
          <a:ext cx="0" cy="0"/>
          <a:chOff x="0" y="0"/>
          <a:chExt cx="0" cy="0"/>
        </a:xfrm>
      </p:grpSpPr>
      <p:grpSp>
        <p:nvGrpSpPr>
          <p:cNvPr id="223" name="Group 15"/>
          <p:cNvGrpSpPr/>
          <p:nvPr/>
        </p:nvGrpSpPr>
        <p:grpSpPr bwMode="auto">
          <a:xfrm>
            <a:off x="0" y="0"/>
            <a:ext cx="1581150" cy="6858000"/>
            <a:chOff x="134471" y="0"/>
            <a:chExt cx="1581220" cy="6858000"/>
          </a:xfrm>
        </p:grpSpPr>
        <p:pic>
          <p:nvPicPr>
            <p:cNvPr id="2097173" name="Picture 7" descr="Overlay-Blank.jpg"/>
            <p:cNvPicPr>
              <a:picLocks noChangeAspect="1"/>
            </p:cNvPicPr>
            <p:nvPr userDrawn="1"/>
          </p:nvPicPr>
          <p:blipFill>
            <a:blip xmlns:r="http://schemas.openxmlformats.org/officeDocument/2006/relationships" r:embed="rId1"/>
            <a:srcRect l="1471" r="83676"/>
            <a:stretch>
              <a:fillRect/>
            </a:stretch>
          </p:blipFill>
          <p:spPr bwMode="auto">
            <a:xfrm>
              <a:off x="134471" y="0"/>
              <a:ext cx="1358153" cy="6858000"/>
            </a:xfrm>
            <a:prstGeom prst="rect"/>
            <a:noFill/>
            <a:ln w="9525">
              <a:noFill/>
              <a:miter lim="800000"/>
              <a:headEnd/>
              <a:tailEnd/>
            </a:ln>
          </p:spPr>
        </p:pic>
        <p:pic>
          <p:nvPicPr>
            <p:cNvPr id="2097174" name="Picture 8" descr="Overlay-VerticalBridge.jpg"/>
            <p:cNvPicPr>
              <a:picLocks noChangeAspect="1"/>
            </p:cNvPicPr>
            <p:nvPr userDrawn="1"/>
          </p:nvPicPr>
          <p:blipFill>
            <a:blip xmlns:r="http://schemas.openxmlformats.org/officeDocument/2006/relationships" r:embed="rId2"/>
            <a:srcRect/>
            <a:stretch>
              <a:fillRect/>
            </a:stretch>
          </p:blipFill>
          <p:spPr bwMode="auto">
            <a:xfrm>
              <a:off x="1447800" y="0"/>
              <a:ext cx="267891" cy="6858000"/>
            </a:xfrm>
            <a:prstGeom prst="rect"/>
            <a:noFill/>
            <a:ln w="9525">
              <a:noFill/>
              <a:miter lim="800000"/>
              <a:headEnd/>
              <a:tailEnd/>
            </a:ln>
          </p:spPr>
        </p:pic>
      </p:grpSp>
      <p:grpSp>
        <p:nvGrpSpPr>
          <p:cNvPr id="224" name="Group 16"/>
          <p:cNvGrpSpPr/>
          <p:nvPr/>
        </p:nvGrpSpPr>
        <p:grpSpPr bwMode="auto">
          <a:xfrm>
            <a:off x="7546975" y="0"/>
            <a:ext cx="1597025" cy="6858000"/>
            <a:chOff x="7413812" y="0"/>
            <a:chExt cx="1597734" cy="6858000"/>
          </a:xfrm>
        </p:grpSpPr>
        <p:pic>
          <p:nvPicPr>
            <p:cNvPr id="2097175" name="Picture 10" descr="Overlay-Blank.jpg"/>
            <p:cNvPicPr>
              <a:picLocks noChangeAspect="1"/>
            </p:cNvPicPr>
            <p:nvPr userDrawn="1"/>
          </p:nvPicPr>
          <p:blipFill>
            <a:blip xmlns:r="http://schemas.openxmlformats.org/officeDocument/2006/relationships" r:embed="rId1"/>
            <a:srcRect r="85126"/>
            <a:stretch>
              <a:fillRect/>
            </a:stretch>
          </p:blipFill>
          <p:spPr bwMode="auto">
            <a:xfrm>
              <a:off x="7651376" y="0"/>
              <a:ext cx="1360170" cy="6858000"/>
            </a:xfrm>
            <a:prstGeom prst="rect"/>
            <a:noFill/>
            <a:ln w="9525">
              <a:noFill/>
              <a:miter lim="800000"/>
              <a:headEnd/>
              <a:tailEnd/>
            </a:ln>
          </p:spPr>
        </p:pic>
        <p:pic>
          <p:nvPicPr>
            <p:cNvPr id="2097176" name="Picture 11" descr="Overlay-VerticalBridge.jpg"/>
            <p:cNvPicPr>
              <a:picLocks noChangeAspect="1"/>
            </p:cNvPicPr>
            <p:nvPr userDrawn="1"/>
          </p:nvPicPr>
          <p:blipFill>
            <a:blip xmlns:r="http://schemas.openxmlformats.org/officeDocument/2006/relationships" r:embed="rId2"/>
            <a:srcRect/>
            <a:stretch>
              <a:fillRect/>
            </a:stretch>
          </p:blipFill>
          <p:spPr bwMode="auto">
            <a:xfrm flipH="1">
              <a:off x="7413812" y="0"/>
              <a:ext cx="267891" cy="6858000"/>
            </a:xfrm>
            <a:prstGeom prst="rect"/>
            <a:noFill/>
            <a:ln w="9525">
              <a:noFill/>
              <a:miter lim="800000"/>
              <a:headEnd/>
              <a:tailEnd/>
            </a:ln>
          </p:spPr>
        </p:pic>
      </p:grpSp>
      <p:pic>
        <p:nvPicPr>
          <p:cNvPr id="2097177" name="Picture 12" descr="HR-Color.png"/>
          <p:cNvPicPr>
            <a:picLocks noChangeAspect="1"/>
          </p:cNvPicPr>
          <p:nvPr/>
        </p:nvPicPr>
        <p:blipFill>
          <a:blip xmlns:r="http://schemas.openxmlformats.org/officeDocument/2006/relationships" r:embed="rId3"/>
          <a:srcRect/>
          <a:stretch>
            <a:fillRect/>
          </a:stretch>
        </p:blipFill>
        <p:spPr bwMode="auto">
          <a:xfrm>
            <a:off x="1554163" y="4841875"/>
            <a:ext cx="6035675" cy="339725"/>
          </a:xfrm>
          <a:prstGeom prst="rect"/>
          <a:noFill/>
          <a:ln w="9525">
            <a:noFill/>
            <a:miter lim="800000"/>
            <a:headEnd/>
            <a:tailEnd/>
          </a:ln>
        </p:spPr>
      </p:pic>
      <p:sp>
        <p:nvSpPr>
          <p:cNvPr id="1048807"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p>
        </p:txBody>
      </p:sp>
      <p:sp>
        <p:nvSpPr>
          <p:cNvPr id="1048808" name="Subtitle 2"/>
          <p:cNvSpPr>
            <a:spLocks noGrp="1"/>
          </p:cNvSpPr>
          <p:nvPr>
            <p:ph type="subTitle" idx="1"/>
          </p:nvPr>
        </p:nvSpPr>
        <p:spPr>
          <a:xfrm>
            <a:off x="1854200" y="5204011"/>
            <a:ext cx="5446713" cy="851647"/>
          </a:xfrm>
        </p:spPr>
        <p:txBody>
          <a:bodyPr>
            <a:normAutofit/>
          </a:bodyPr>
          <a:lstStyle>
            <a:lvl1pPr algn="ctr" indent="0" marL="0">
              <a:spcBef>
                <a:spcPts val="300"/>
              </a:spcBef>
              <a:buNone/>
              <a:defRPr sz="1800">
                <a:solidFill>
                  <a:schemeClr val="tx2"/>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p>
        </p:txBody>
      </p:sp>
      <p:sp>
        <p:nvSpPr>
          <p:cNvPr id="1048809" name="Picture Placeholder 13"/>
          <p:cNvSpPr>
            <a:spLocks noGrp="1"/>
          </p:cNvSpPr>
          <p:nvPr>
            <p:ph type="pic" sz="quarter" idx="12"/>
          </p:nvPr>
        </p:nvSpPr>
        <p:spPr>
          <a:xfrm>
            <a:off x="3307977" y="950260"/>
            <a:ext cx="2528046" cy="2528046"/>
          </a:xfrm>
          <a:prstGeom prst="ellipse"/>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algn="ctr" defTabSz="914400" eaLnBrk="1" hangingPunct="1" indent="0" latinLnBrk="0" marL="0" rtl="0">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dirty="0" lang="en-US" noProof="0" smtClean="0"/>
              <a:t>Click icon to add picture</a:t>
            </a:r>
            <a:endParaRPr dirty="0" noProof="0"/>
          </a:p>
        </p:txBody>
      </p:sp>
      <p:sp>
        <p:nvSpPr>
          <p:cNvPr id="1048810"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endParaRPr dirty="0" lang="en-US"/>
          </a:p>
        </p:txBody>
      </p:sp>
      <p:sp>
        <p:nvSpPr>
          <p:cNvPr id="1048811"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endParaRPr dirty="0" lang="en-US"/>
          </a:p>
        </p:txBody>
      </p:sp>
    </p:spTree>
  </p:cSld>
  <p:clrMapOvr>
    <a:overrideClrMapping accent1="accent1" accent2="accent2" accent3="accent3" accent4="accent4" accent5="accent5" accent6="accent6" bg1="lt1" bg2="lt2" tx1="dk1" tx2="dk2" hlink="hlink" folHlink="folHlink"/>
  </p:clrMapOvr>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secHead">
  <p:cSld name="Section Header">
    <p:bg>
      <p:bgRef idx="1003">
        <a:schemeClr val="bg2"/>
      </p:bgRef>
    </p:bg>
    <p:spTree>
      <p:nvGrpSpPr>
        <p:cNvPr id="232" name=""/>
        <p:cNvGrpSpPr/>
        <p:nvPr/>
      </p:nvGrpSpPr>
      <p:grpSpPr>
        <a:xfrm>
          <a:off x="0" y="0"/>
          <a:ext cx="0" cy="0"/>
          <a:chOff x="0" y="0"/>
          <a:chExt cx="0" cy="0"/>
        </a:xfrm>
      </p:grpSpPr>
      <p:grpSp>
        <p:nvGrpSpPr>
          <p:cNvPr id="233" name="Group 9"/>
          <p:cNvGrpSpPr/>
          <p:nvPr/>
        </p:nvGrpSpPr>
        <p:grpSpPr bwMode="auto">
          <a:xfrm>
            <a:off x="0" y="0"/>
            <a:ext cx="9144000" cy="1190625"/>
            <a:chOff x="0" y="0"/>
            <a:chExt cx="9144000" cy="1191256"/>
          </a:xfrm>
        </p:grpSpPr>
        <p:pic>
          <p:nvPicPr>
            <p:cNvPr id="2097185" name="Picture 7" descr="Overlay-Blank.jpg"/>
            <p:cNvPicPr>
              <a:picLocks noChangeAspect="1"/>
            </p:cNvPicPr>
            <p:nvPr userDrawn="1"/>
          </p:nvPicPr>
          <p:blipFill>
            <a:blip xmlns:r="http://schemas.openxmlformats.org/officeDocument/2006/relationships" r:embed="rId1"/>
            <a:srcRect b="85555"/>
            <a:stretch>
              <a:fillRect/>
            </a:stretch>
          </p:blipFill>
          <p:spPr bwMode="auto">
            <a:xfrm>
              <a:off x="0" y="0"/>
              <a:ext cx="9144000" cy="990600"/>
            </a:xfrm>
            <a:prstGeom prst="rect"/>
            <a:noFill/>
            <a:ln w="9525">
              <a:noFill/>
              <a:miter lim="800000"/>
              <a:headEnd/>
              <a:tailEnd/>
            </a:ln>
          </p:spPr>
        </p:pic>
        <p:pic>
          <p:nvPicPr>
            <p:cNvPr id="2097186"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flipV="1">
              <a:off x="0" y="923365"/>
              <a:ext cx="9144000" cy="267891"/>
            </a:xfrm>
            <a:prstGeom prst="rect"/>
            <a:noFill/>
            <a:ln w="9525">
              <a:noFill/>
              <a:miter lim="800000"/>
              <a:headEnd/>
              <a:tailEnd/>
            </a:ln>
          </p:spPr>
        </p:pic>
      </p:grpSp>
      <p:grpSp>
        <p:nvGrpSpPr>
          <p:cNvPr id="234" name="Group 10"/>
          <p:cNvGrpSpPr/>
          <p:nvPr/>
        </p:nvGrpSpPr>
        <p:grpSpPr bwMode="auto">
          <a:xfrm flipV="1">
            <a:off x="0" y="5667375"/>
            <a:ext cx="9144000" cy="1190625"/>
            <a:chOff x="0" y="0"/>
            <a:chExt cx="9144000" cy="1191256"/>
          </a:xfrm>
        </p:grpSpPr>
        <p:pic>
          <p:nvPicPr>
            <p:cNvPr id="2097187" name="Picture 10" descr="Overlay-Blank.jpg"/>
            <p:cNvPicPr>
              <a:picLocks noChangeAspect="1"/>
            </p:cNvPicPr>
            <p:nvPr userDrawn="1"/>
          </p:nvPicPr>
          <p:blipFill>
            <a:blip xmlns:r="http://schemas.openxmlformats.org/officeDocument/2006/relationships" r:embed="rId1"/>
            <a:srcRect b="85555"/>
            <a:stretch>
              <a:fillRect/>
            </a:stretch>
          </p:blipFill>
          <p:spPr bwMode="auto">
            <a:xfrm>
              <a:off x="0" y="0"/>
              <a:ext cx="9144000" cy="990600"/>
            </a:xfrm>
            <a:prstGeom prst="rect"/>
            <a:noFill/>
            <a:ln w="9525">
              <a:noFill/>
              <a:miter lim="800000"/>
              <a:headEnd/>
              <a:tailEnd/>
            </a:ln>
          </p:spPr>
        </p:pic>
        <p:pic>
          <p:nvPicPr>
            <p:cNvPr id="2097188" name="Picture 11" descr="Overlay-HorizontalBridge.jpg"/>
            <p:cNvPicPr>
              <a:picLocks noChangeAspect="1"/>
            </p:cNvPicPr>
            <p:nvPr userDrawn="1"/>
          </p:nvPicPr>
          <p:blipFill>
            <a:blip xmlns:r="http://schemas.openxmlformats.org/officeDocument/2006/relationships" r:embed="rId2"/>
            <a:srcRect/>
            <a:stretch>
              <a:fillRect/>
            </a:stretch>
          </p:blipFill>
          <p:spPr bwMode="auto">
            <a:xfrm flipV="1">
              <a:off x="0" y="923365"/>
              <a:ext cx="9144000" cy="267891"/>
            </a:xfrm>
            <a:prstGeom prst="rect"/>
            <a:noFill/>
            <a:ln w="9525">
              <a:noFill/>
              <a:miter lim="800000"/>
              <a:headEnd/>
              <a:tailEnd/>
            </a:ln>
          </p:spPr>
        </p:pic>
      </p:grpSp>
      <p:pic>
        <p:nvPicPr>
          <p:cNvPr id="2097189" name="Picture 12" descr="HR-Color.png"/>
          <p:cNvPicPr>
            <a:picLocks noChangeAspect="1"/>
          </p:cNvPicPr>
          <p:nvPr/>
        </p:nvPicPr>
        <p:blipFill>
          <a:blip xmlns:r="http://schemas.openxmlformats.org/officeDocument/2006/relationships" r:embed="rId3"/>
          <a:srcRect/>
          <a:stretch>
            <a:fillRect/>
          </a:stretch>
        </p:blipFill>
        <p:spPr bwMode="auto">
          <a:xfrm>
            <a:off x="1554163" y="3259138"/>
            <a:ext cx="6035675" cy="339725"/>
          </a:xfrm>
          <a:prstGeom prst="rect"/>
          <a:noFill/>
          <a:ln w="9525">
            <a:noFill/>
            <a:miter lim="800000"/>
            <a:headEnd/>
            <a:tailEnd/>
          </a:ln>
        </p:spPr>
      </p:pic>
      <p:sp>
        <p:nvSpPr>
          <p:cNvPr id="1048830" name="Title 1"/>
          <p:cNvSpPr>
            <a:spLocks noGrp="1"/>
          </p:cNvSpPr>
          <p:nvPr>
            <p:ph type="title"/>
          </p:nvPr>
        </p:nvSpPr>
        <p:spPr>
          <a:xfrm>
            <a:off x="1854200" y="1851212"/>
            <a:ext cx="5446714" cy="1730375"/>
          </a:xfrm>
        </p:spPr>
        <p:txBody>
          <a:bodyPr anchor="b"/>
          <a:lstStyle>
            <a:lvl1pPr algn="ctr">
              <a:lnSpc>
                <a:spcPts val="6800"/>
              </a:lnSpc>
              <a:defRPr baseline="0" b="0" cap="none" sz="6500">
                <a:latin typeface="+mj-lt"/>
              </a:defRPr>
            </a:lvl1pPr>
          </a:lstStyle>
          <a:p>
            <a:r>
              <a:rPr lang="en-US" smtClean="0"/>
              <a:t>Click to edit Master title style</a:t>
            </a:r>
          </a:p>
        </p:txBody>
      </p:sp>
      <p:sp>
        <p:nvSpPr>
          <p:cNvPr id="1048831" name="Text Placeholder 2"/>
          <p:cNvSpPr>
            <a:spLocks noGrp="1"/>
          </p:cNvSpPr>
          <p:nvPr>
            <p:ph type="body" idx="1"/>
          </p:nvPr>
        </p:nvSpPr>
        <p:spPr>
          <a:xfrm>
            <a:off x="1854200" y="3576918"/>
            <a:ext cx="5446714" cy="829982"/>
          </a:xfrm>
        </p:spPr>
        <p:txBody>
          <a:bodyPr>
            <a:normAutofit/>
          </a:bodyPr>
          <a:lstStyle>
            <a:lvl1pPr algn="ctr" indent="0" marL="0">
              <a:spcBef>
                <a:spcPts val="300"/>
              </a:spcBef>
              <a:buNone/>
              <a:defRPr sz="1800">
                <a:solidFill>
                  <a:schemeClr val="tx2"/>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832" name="Date Placeholder 3"/>
          <p:cNvSpPr>
            <a:spLocks noGrp="1"/>
          </p:cNvSpPr>
          <p:nvPr>
            <p:ph type="dt" sz="half" idx="10"/>
          </p:nvPr>
        </p:nvSpPr>
        <p:spPr/>
        <p:txBody>
          <a:bodyPr/>
          <a:lstStyle>
            <a:lvl1pPr>
              <a:defRPr smtClean="0"/>
            </a:lvl1pPr>
          </a:lstStyle>
          <a:p>
            <a:endParaRPr dirty="0" lang="en-US"/>
          </a:p>
        </p:txBody>
      </p:sp>
      <p:sp>
        <p:nvSpPr>
          <p:cNvPr id="1048833" name="Footer Placeholder 4"/>
          <p:cNvSpPr>
            <a:spLocks noGrp="1"/>
          </p:cNvSpPr>
          <p:nvPr>
            <p:ph type="ftr" sz="quarter" idx="11"/>
          </p:nvPr>
        </p:nvSpPr>
        <p:spPr/>
        <p:txBody>
          <a:bodyPr/>
          <a:p>
            <a:endParaRPr dirty="0" lang="en-US"/>
          </a:p>
        </p:txBody>
      </p:sp>
      <p:sp>
        <p:nvSpPr>
          <p:cNvPr id="1048834" name="Slide Number Placeholder 5"/>
          <p:cNvSpPr>
            <a:spLocks noGrp="1"/>
          </p:cNvSpPr>
          <p:nvPr>
            <p:ph type="sldNum" sz="quarter" idx="12"/>
          </p:nvPr>
        </p:nvSpPr>
        <p:spPr/>
        <p:txBody>
          <a:bodyPr/>
          <a:p>
            <a:fld id="{4438D00E-85F4-444E-87C2-78E53B8874D5}" type="slidenum">
              <a:rPr lang="en-US"/>
              <a:t>‹#›</a:t>
            </a:fld>
            <a:endParaRPr dirty="0" lang="en-US"/>
          </a:p>
        </p:txBody>
      </p:sp>
    </p:spTree>
  </p:cSld>
  <p:clrMapOvr>
    <a:overrideClrMapping accent1="accent1" accent2="accent2" accent3="accent3" accent4="accent4" accent5="accent5" accent6="accent6" bg1="lt1" bg2="lt2" tx1="dk1" tx2="dk2" hlink="hlink" folHlink="folHlink"/>
  </p:clrMapOvr>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25" name=""/>
        <p:cNvGrpSpPr/>
        <p:nvPr/>
      </p:nvGrpSpPr>
      <p:grpSpPr>
        <a:xfrm>
          <a:off x="0" y="0"/>
          <a:ext cx="0" cy="0"/>
          <a:chOff x="0" y="0"/>
          <a:chExt cx="0" cy="0"/>
        </a:xfrm>
      </p:grpSpPr>
      <p:grpSp>
        <p:nvGrpSpPr>
          <p:cNvPr id="226" name="Group 6"/>
          <p:cNvGrpSpPr/>
          <p:nvPr/>
        </p:nvGrpSpPr>
        <p:grpSpPr bwMode="auto">
          <a:xfrm>
            <a:off x="0" y="1373188"/>
            <a:ext cx="9144000" cy="5484812"/>
            <a:chOff x="0" y="1372650"/>
            <a:chExt cx="9144000" cy="5485350"/>
          </a:xfrm>
        </p:grpSpPr>
        <p:pic>
          <p:nvPicPr>
            <p:cNvPr id="2097178" name="Picture 7" descr="Overlay-Blank.jpg"/>
            <p:cNvPicPr>
              <a:picLocks noChangeAspect="1"/>
            </p:cNvPicPr>
            <p:nvPr userDrawn="1"/>
          </p:nvPicPr>
          <p:blipFill>
            <a:blip xmlns:r="http://schemas.openxmlformats.org/officeDocument/2006/relationships" r:embed="rId1"/>
            <a:srcRect t="23334"/>
            <a:stretch>
              <a:fillRect/>
            </a:stretch>
          </p:blipFill>
          <p:spPr bwMode="auto">
            <a:xfrm>
              <a:off x="0" y="1600200"/>
              <a:ext cx="9144000" cy="5257800"/>
            </a:xfrm>
            <a:prstGeom prst="rect"/>
            <a:noFill/>
            <a:ln w="9525">
              <a:noFill/>
              <a:miter lim="800000"/>
              <a:headEnd/>
              <a:tailEnd/>
            </a:ln>
          </p:spPr>
        </p:pic>
        <p:pic>
          <p:nvPicPr>
            <p:cNvPr id="2097179"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a:off x="0" y="1372650"/>
              <a:ext cx="9144000" cy="267891"/>
            </a:xfrm>
            <a:prstGeom prst="rect"/>
            <a:noFill/>
            <a:ln w="9525">
              <a:noFill/>
              <a:miter lim="800000"/>
              <a:headEnd/>
              <a:tailEnd/>
            </a:ln>
          </p:spPr>
        </p:pic>
      </p:grpSp>
      <p:sp>
        <p:nvSpPr>
          <p:cNvPr id="1048812" name="Title 1"/>
          <p:cNvSpPr>
            <a:spLocks noGrp="1"/>
          </p:cNvSpPr>
          <p:nvPr>
            <p:ph type="title"/>
          </p:nvPr>
        </p:nvSpPr>
        <p:spPr/>
        <p:txBody>
          <a:bodyPr/>
          <a:p>
            <a:r>
              <a:rPr lang="en-US" smtClean="0"/>
              <a:t>Click to edit Master title style</a:t>
            </a:r>
          </a:p>
        </p:txBody>
      </p:sp>
      <p:sp>
        <p:nvSpPr>
          <p:cNvPr id="104881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1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15" name="Date Placeholder 4"/>
          <p:cNvSpPr>
            <a:spLocks noGrp="1"/>
          </p:cNvSpPr>
          <p:nvPr>
            <p:ph type="dt" sz="half" idx="10"/>
          </p:nvPr>
        </p:nvSpPr>
        <p:spPr/>
        <p:txBody>
          <a:bodyPr/>
          <a:p>
            <a:endParaRPr dirty="0" lang="en-US"/>
          </a:p>
        </p:txBody>
      </p:sp>
      <p:sp>
        <p:nvSpPr>
          <p:cNvPr id="1048816" name="Footer Placeholder 5"/>
          <p:cNvSpPr>
            <a:spLocks noGrp="1"/>
          </p:cNvSpPr>
          <p:nvPr>
            <p:ph type="ftr" sz="quarter" idx="11"/>
          </p:nvPr>
        </p:nvSpPr>
        <p:spPr/>
        <p:txBody>
          <a:bodyPr/>
          <a:p>
            <a:endParaRPr dirty="0" lang="en-US"/>
          </a:p>
        </p:txBody>
      </p:sp>
      <p:sp>
        <p:nvSpPr>
          <p:cNvPr id="1048817" name="Slide Number Placeholder 6"/>
          <p:cNvSpPr>
            <a:spLocks noGrp="1"/>
          </p:cNvSpPr>
          <p:nvPr>
            <p:ph type="sldNum" sz="quarter" idx="12"/>
          </p:nvPr>
        </p:nvSpPr>
        <p:spPr/>
        <p:txBody>
          <a:bodyPr/>
          <a:p>
            <a:fld id="{FBEC1D24-2EC1-FF44-89DA-12B55CC0C8DE}" type="slidenum">
              <a:rPr lang="en-US"/>
              <a:t>‹#›</a:t>
            </a:fld>
            <a:endParaRPr dirty="0" lang="en-US"/>
          </a:p>
        </p:txBody>
      </p:sp>
    </p:spTree>
  </p:cSld>
  <p:clrMapOvr>
    <a:masterClrMapping/>
  </p:clrMapOvr>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14" name=""/>
        <p:cNvGrpSpPr/>
        <p:nvPr/>
      </p:nvGrpSpPr>
      <p:grpSpPr>
        <a:xfrm>
          <a:off x="0" y="0"/>
          <a:ext cx="0" cy="0"/>
          <a:chOff x="0" y="0"/>
          <a:chExt cx="0" cy="0"/>
        </a:xfrm>
      </p:grpSpPr>
      <p:grpSp>
        <p:nvGrpSpPr>
          <p:cNvPr id="215" name="Group 6"/>
          <p:cNvGrpSpPr/>
          <p:nvPr/>
        </p:nvGrpSpPr>
        <p:grpSpPr bwMode="auto">
          <a:xfrm>
            <a:off x="0" y="1373188"/>
            <a:ext cx="9144000" cy="5484812"/>
            <a:chOff x="0" y="1372650"/>
            <a:chExt cx="9144000" cy="5485350"/>
          </a:xfrm>
        </p:grpSpPr>
        <p:pic>
          <p:nvPicPr>
            <p:cNvPr id="2097163" name="Picture 7" descr="Overlay-Blank.jpg"/>
            <p:cNvPicPr>
              <a:picLocks noChangeAspect="1"/>
            </p:cNvPicPr>
            <p:nvPr userDrawn="1"/>
          </p:nvPicPr>
          <p:blipFill>
            <a:blip xmlns:r="http://schemas.openxmlformats.org/officeDocument/2006/relationships" r:embed="rId1"/>
            <a:srcRect t="23334"/>
            <a:stretch>
              <a:fillRect/>
            </a:stretch>
          </p:blipFill>
          <p:spPr bwMode="auto">
            <a:xfrm>
              <a:off x="0" y="1600200"/>
              <a:ext cx="9144000" cy="5257800"/>
            </a:xfrm>
            <a:prstGeom prst="rect"/>
            <a:noFill/>
            <a:ln w="9525">
              <a:noFill/>
              <a:miter lim="800000"/>
              <a:headEnd/>
              <a:tailEnd/>
            </a:ln>
          </p:spPr>
        </p:pic>
        <p:pic>
          <p:nvPicPr>
            <p:cNvPr id="2097164"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a:off x="0" y="1372650"/>
              <a:ext cx="9144000" cy="267891"/>
            </a:xfrm>
            <a:prstGeom prst="rect"/>
            <a:noFill/>
            <a:ln w="9525">
              <a:noFill/>
              <a:miter lim="800000"/>
              <a:headEnd/>
              <a:tailEnd/>
            </a:ln>
          </p:spPr>
        </p:pic>
      </p:grpSp>
      <p:pic>
        <p:nvPicPr>
          <p:cNvPr id="2097165" name="Picture 9" descr="Overlay-HorizontalBridge.jpg"/>
          <p:cNvPicPr>
            <a:picLocks noChangeAspect="1"/>
          </p:cNvPicPr>
          <p:nvPr/>
        </p:nvPicPr>
        <p:blipFill>
          <a:blip xmlns:r="http://schemas.openxmlformats.org/officeDocument/2006/relationships" r:embed="rId2"/>
          <a:srcRect t="23425" r="61031" b="39764"/>
          <a:stretch>
            <a:fillRect/>
          </a:stretch>
        </p:blipFill>
        <p:spPr>
          <a:xfrm>
            <a:off x="4765675" y="2460625"/>
            <a:ext cx="3563938" cy="98425"/>
          </a:xfrm>
          <a:prstGeom prst="rect"/>
          <a:solidFill>
            <a:schemeClr val="bg2">
              <a:lumMod val="40000"/>
              <a:lumOff val="60000"/>
            </a:schemeClr>
          </a:solidFill>
        </p:spPr>
      </p:pic>
      <p:pic>
        <p:nvPicPr>
          <p:cNvPr id="2097166" name="Picture 10" descr="Overlay-HorizontalBridge.jpg"/>
          <p:cNvPicPr>
            <a:picLocks noChangeAspect="1"/>
          </p:cNvPicPr>
          <p:nvPr/>
        </p:nvPicPr>
        <p:blipFill>
          <a:blip xmlns:r="http://schemas.openxmlformats.org/officeDocument/2006/relationships" r:embed="rId2"/>
          <a:srcRect t="23425" r="61031" b="39764"/>
          <a:stretch>
            <a:fillRect/>
          </a:stretch>
        </p:blipFill>
        <p:spPr>
          <a:xfrm>
            <a:off x="779463" y="2460625"/>
            <a:ext cx="3563937" cy="98425"/>
          </a:xfrm>
          <a:prstGeom prst="rect"/>
          <a:solidFill>
            <a:schemeClr val="bg2">
              <a:lumMod val="40000"/>
              <a:lumOff val="60000"/>
            </a:schemeClr>
          </a:solidFill>
        </p:spPr>
      </p:pic>
      <p:sp>
        <p:nvSpPr>
          <p:cNvPr id="1048782" name="Title 1"/>
          <p:cNvSpPr>
            <a:spLocks noGrp="1"/>
          </p:cNvSpPr>
          <p:nvPr>
            <p:ph type="title"/>
          </p:nvPr>
        </p:nvSpPr>
        <p:spPr/>
        <p:txBody>
          <a:bodyPr/>
          <a:p>
            <a:r>
              <a:rPr lang="en-US" smtClean="0"/>
              <a:t>Click to edit Master title style</a:t>
            </a:r>
          </a:p>
        </p:txBody>
      </p:sp>
      <p:sp>
        <p:nvSpPr>
          <p:cNvPr id="1048783" name="Text Placeholder 2"/>
          <p:cNvSpPr>
            <a:spLocks noGrp="1"/>
          </p:cNvSpPr>
          <p:nvPr>
            <p:ph type="body" idx="1"/>
          </p:nvPr>
        </p:nvSpPr>
        <p:spPr>
          <a:xfrm>
            <a:off x="777240" y="1879320"/>
            <a:ext cx="3566160" cy="639762"/>
          </a:xfrm>
        </p:spPr>
        <p:txBody>
          <a:bodyPr anchor="b">
            <a:noAutofit/>
          </a:bodyPr>
          <a:lstStyle>
            <a:lvl1pPr algn="ctr" indent="0" marL="0">
              <a:spcBef>
                <a:spcPts val="0"/>
              </a:spcBef>
              <a:buNone/>
              <a:defRPr b="0" sz="2800">
                <a:solidFill>
                  <a:schemeClr val="tx2">
                    <a:lumMod val="40000"/>
                    <a:lumOff val="60000"/>
                  </a:schemeClr>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8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85" name="Text Placeholder 4"/>
          <p:cNvSpPr>
            <a:spLocks noGrp="1"/>
          </p:cNvSpPr>
          <p:nvPr>
            <p:ph type="body" sz="quarter" idx="3"/>
          </p:nvPr>
        </p:nvSpPr>
        <p:spPr>
          <a:xfrm>
            <a:off x="4766048" y="1879320"/>
            <a:ext cx="3566160" cy="639762"/>
          </a:xfrm>
        </p:spPr>
        <p:txBody>
          <a:bodyPr anchor="b">
            <a:noAutofit/>
          </a:bodyPr>
          <a:lstStyle>
            <a:lvl1pPr algn="ctr" indent="0" marL="0">
              <a:spcBef>
                <a:spcPts val="0"/>
              </a:spcBef>
              <a:buNone/>
              <a:defRPr b="0" sz="2800">
                <a:solidFill>
                  <a:schemeClr val="tx2">
                    <a:lumMod val="40000"/>
                    <a:lumOff val="60000"/>
                  </a:schemeClr>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78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87" name="Date Placeholder 6"/>
          <p:cNvSpPr>
            <a:spLocks noGrp="1"/>
          </p:cNvSpPr>
          <p:nvPr>
            <p:ph type="dt" sz="half" idx="10"/>
          </p:nvPr>
        </p:nvSpPr>
        <p:spPr/>
        <p:txBody>
          <a:bodyPr/>
          <a:p>
            <a:endParaRPr dirty="0" lang="en-US"/>
          </a:p>
        </p:txBody>
      </p:sp>
      <p:sp>
        <p:nvSpPr>
          <p:cNvPr id="1048788" name="Footer Placeholder 7"/>
          <p:cNvSpPr>
            <a:spLocks noGrp="1"/>
          </p:cNvSpPr>
          <p:nvPr>
            <p:ph type="ftr" sz="quarter" idx="11"/>
          </p:nvPr>
        </p:nvSpPr>
        <p:spPr/>
        <p:txBody>
          <a:bodyPr/>
          <a:p>
            <a:endParaRPr dirty="0" lang="en-US"/>
          </a:p>
        </p:txBody>
      </p:sp>
      <p:sp>
        <p:nvSpPr>
          <p:cNvPr id="1048789" name="Slide Number Placeholder 8"/>
          <p:cNvSpPr>
            <a:spLocks noGrp="1"/>
          </p:cNvSpPr>
          <p:nvPr>
            <p:ph type="sldNum" sz="quarter" idx="12"/>
          </p:nvPr>
        </p:nvSpPr>
        <p:spPr/>
        <p:txBody>
          <a:bodyPr/>
          <a:p>
            <a:fld id="{EC751168-E824-D04D-83FF-C98F1CA65931}" type="slidenum">
              <a:rPr lang="en-US"/>
              <a:t>‹#›</a:t>
            </a:fld>
            <a:endParaRPr dirty="0" lang="en-US"/>
          </a:p>
        </p:txBody>
      </p:sp>
    </p:spTree>
  </p:cSld>
  <p:clrMapOvr>
    <a:masterClrMapping/>
  </p:clrMapOvr>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27" name=""/>
        <p:cNvGrpSpPr/>
        <p:nvPr/>
      </p:nvGrpSpPr>
      <p:grpSpPr>
        <a:xfrm>
          <a:off x="0" y="0"/>
          <a:ext cx="0" cy="0"/>
          <a:chOff x="0" y="0"/>
          <a:chExt cx="0" cy="0"/>
        </a:xfrm>
      </p:grpSpPr>
      <p:grpSp>
        <p:nvGrpSpPr>
          <p:cNvPr id="228" name="Group 6"/>
          <p:cNvGrpSpPr/>
          <p:nvPr/>
        </p:nvGrpSpPr>
        <p:grpSpPr bwMode="auto">
          <a:xfrm>
            <a:off x="0" y="1373188"/>
            <a:ext cx="9144000" cy="5484812"/>
            <a:chOff x="0" y="1372650"/>
            <a:chExt cx="9144000" cy="5485350"/>
          </a:xfrm>
        </p:grpSpPr>
        <p:pic>
          <p:nvPicPr>
            <p:cNvPr id="2097180" name="Picture 7" descr="Overlay-Blank.jpg"/>
            <p:cNvPicPr>
              <a:picLocks noChangeAspect="1"/>
            </p:cNvPicPr>
            <p:nvPr userDrawn="1"/>
          </p:nvPicPr>
          <p:blipFill>
            <a:blip xmlns:r="http://schemas.openxmlformats.org/officeDocument/2006/relationships" r:embed="rId1"/>
            <a:srcRect t="23334"/>
            <a:stretch>
              <a:fillRect/>
            </a:stretch>
          </p:blipFill>
          <p:spPr bwMode="auto">
            <a:xfrm>
              <a:off x="0" y="1600200"/>
              <a:ext cx="9144000" cy="5257800"/>
            </a:xfrm>
            <a:prstGeom prst="rect"/>
            <a:noFill/>
            <a:ln w="9525">
              <a:noFill/>
              <a:miter lim="800000"/>
              <a:headEnd/>
              <a:tailEnd/>
            </a:ln>
          </p:spPr>
        </p:pic>
        <p:pic>
          <p:nvPicPr>
            <p:cNvPr id="2097181"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a:off x="0" y="1372650"/>
              <a:ext cx="9144000" cy="267891"/>
            </a:xfrm>
            <a:prstGeom prst="rect"/>
            <a:noFill/>
            <a:ln w="9525">
              <a:noFill/>
              <a:miter lim="800000"/>
              <a:headEnd/>
              <a:tailEnd/>
            </a:ln>
          </p:spPr>
        </p:pic>
      </p:grpSp>
      <p:sp>
        <p:nvSpPr>
          <p:cNvPr id="1048818" name="Title 1"/>
          <p:cNvSpPr>
            <a:spLocks noGrp="1"/>
          </p:cNvSpPr>
          <p:nvPr>
            <p:ph type="title"/>
          </p:nvPr>
        </p:nvSpPr>
        <p:spPr/>
        <p:txBody>
          <a:bodyPr/>
          <a:p>
            <a:r>
              <a:rPr lang="en-US" smtClean="0"/>
              <a:t>Click to edit Master title style</a:t>
            </a:r>
          </a:p>
        </p:txBody>
      </p:sp>
    </p:spTree>
  </p:cSld>
  <p:clrMapOvr>
    <a:masterClrMapping/>
  </p:clrMapOvr>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35" name=""/>
        <p:cNvGrpSpPr/>
        <p:nvPr/>
      </p:nvGrpSpPr>
      <p:grpSpPr>
        <a:xfrm>
          <a:off x="0" y="0"/>
          <a:ext cx="0" cy="0"/>
          <a:chOff x="0" y="0"/>
          <a:chExt cx="0" cy="0"/>
        </a:xfrm>
      </p:grpSpPr>
      <p:pic>
        <p:nvPicPr>
          <p:cNvPr id="2097190" name="Picture 6" descr="Overlay-Blank.jpg"/>
          <p:cNvPicPr>
            <a:picLocks noChangeAspect="1"/>
          </p:cNvPicPr>
          <p:nvPr/>
        </p:nvPicPr>
        <p:blipFill>
          <a:blip xmlns:r="http://schemas.openxmlformats.org/officeDocument/2006/relationships" r:embed="rId1"/>
          <a:srcRect/>
          <a:stretch>
            <a:fillRect/>
          </a:stretch>
        </p:blipFill>
        <p:spPr bwMode="auto">
          <a:xfrm>
            <a:off x="0" y="0"/>
            <a:ext cx="9144000" cy="6858000"/>
          </a:xfrm>
          <a:prstGeom prst="rect"/>
          <a:noFill/>
          <a:ln w="9525">
            <a:noFill/>
            <a:miter lim="800000"/>
            <a:headEnd/>
            <a:tailEnd/>
          </a:ln>
        </p:spPr>
      </p:pic>
      <p:sp>
        <p:nvSpPr>
          <p:cNvPr id="1048835" name="Date Placeholder 1"/>
          <p:cNvSpPr>
            <a:spLocks noGrp="1"/>
          </p:cNvSpPr>
          <p:nvPr>
            <p:ph type="dt" sz="half" idx="10"/>
          </p:nvPr>
        </p:nvSpPr>
        <p:spPr/>
        <p:txBody>
          <a:bodyPr/>
          <a:p>
            <a:endParaRPr dirty="0" lang="en-US"/>
          </a:p>
        </p:txBody>
      </p:sp>
      <p:sp>
        <p:nvSpPr>
          <p:cNvPr id="1048836" name="Footer Placeholder 2"/>
          <p:cNvSpPr>
            <a:spLocks noGrp="1"/>
          </p:cNvSpPr>
          <p:nvPr>
            <p:ph type="ftr" sz="quarter" idx="11"/>
          </p:nvPr>
        </p:nvSpPr>
        <p:spPr/>
        <p:txBody>
          <a:bodyPr/>
          <a:p>
            <a:endParaRPr dirty="0" lang="en-US"/>
          </a:p>
        </p:txBody>
      </p:sp>
      <p:sp>
        <p:nvSpPr>
          <p:cNvPr id="1048837" name="Slide Number Placeholder 3"/>
          <p:cNvSpPr>
            <a:spLocks noGrp="1"/>
          </p:cNvSpPr>
          <p:nvPr>
            <p:ph type="sldNum" sz="quarter" idx="12"/>
          </p:nvPr>
        </p:nvSpPr>
        <p:spPr/>
        <p:txBody>
          <a:bodyPr/>
          <a:p>
            <a:fld id="{F850C4C7-E6BB-984E-935A-7BAFFF217E53}" type="slidenum">
              <a:rPr lang="en-US"/>
              <a:t>‹#›</a:t>
            </a:fld>
            <a:endParaRPr dirty="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20" name=""/>
        <p:cNvGrpSpPr/>
        <p:nvPr/>
      </p:nvGrpSpPr>
      <p:grpSpPr>
        <a:xfrm>
          <a:off x="0" y="0"/>
          <a:ext cx="0" cy="0"/>
          <a:chOff x="0" y="0"/>
          <a:chExt cx="0" cy="0"/>
        </a:xfrm>
      </p:grpSpPr>
      <p:grpSp>
        <p:nvGrpSpPr>
          <p:cNvPr id="221" name="Group 11"/>
          <p:cNvGrpSpPr/>
          <p:nvPr/>
        </p:nvGrpSpPr>
        <p:grpSpPr bwMode="auto">
          <a:xfrm>
            <a:off x="4267200" y="0"/>
            <a:ext cx="4876800" cy="6858000"/>
            <a:chOff x="4267200" y="0"/>
            <a:chExt cx="4876800" cy="6858000"/>
          </a:xfrm>
        </p:grpSpPr>
        <p:pic>
          <p:nvPicPr>
            <p:cNvPr id="2097171" name="Picture 7" descr="Overlay-Blank.jpg"/>
            <p:cNvPicPr>
              <a:picLocks noChangeAspect="1"/>
            </p:cNvPicPr>
            <p:nvPr userDrawn="1"/>
          </p:nvPicPr>
          <p:blipFill>
            <a:blip xmlns:r="http://schemas.openxmlformats.org/officeDocument/2006/relationships" r:embed="rId1"/>
            <a:srcRect l="4301" r="46875"/>
            <a:stretch>
              <a:fillRect/>
            </a:stretch>
          </p:blipFill>
          <p:spPr bwMode="auto">
            <a:xfrm>
              <a:off x="4495800" y="0"/>
              <a:ext cx="4648200" cy="6858000"/>
            </a:xfrm>
            <a:prstGeom prst="rect"/>
            <a:noFill/>
            <a:ln w="9525">
              <a:noFill/>
              <a:miter lim="800000"/>
              <a:headEnd/>
              <a:tailEnd/>
            </a:ln>
          </p:spPr>
        </p:pic>
        <p:pic>
          <p:nvPicPr>
            <p:cNvPr id="2097172" name="Picture 8" descr="Overlay-VerticalBridge.jpg"/>
            <p:cNvPicPr>
              <a:picLocks noChangeAspect="1"/>
            </p:cNvPicPr>
            <p:nvPr userDrawn="1"/>
          </p:nvPicPr>
          <p:blipFill>
            <a:blip xmlns:r="http://schemas.openxmlformats.org/officeDocument/2006/relationships" r:embed="rId2"/>
            <a:srcRect/>
            <a:stretch>
              <a:fillRect/>
            </a:stretch>
          </p:blipFill>
          <p:spPr bwMode="auto">
            <a:xfrm flipH="1">
              <a:off x="4267200" y="0"/>
              <a:ext cx="267891" cy="6858000"/>
            </a:xfrm>
            <a:prstGeom prst="rect"/>
            <a:noFill/>
            <a:ln w="9525">
              <a:noFill/>
              <a:miter lim="800000"/>
              <a:headEnd/>
              <a:tailEnd/>
            </a:ln>
          </p:spPr>
        </p:pic>
      </p:grpSp>
      <p:sp>
        <p:nvSpPr>
          <p:cNvPr id="1048801" name="Title 1"/>
          <p:cNvSpPr>
            <a:spLocks noGrp="1"/>
          </p:cNvSpPr>
          <p:nvPr>
            <p:ph type="title"/>
          </p:nvPr>
        </p:nvSpPr>
        <p:spPr>
          <a:xfrm>
            <a:off x="381000" y="609600"/>
            <a:ext cx="3612776" cy="1537447"/>
          </a:xfrm>
        </p:spPr>
        <p:txBody>
          <a:bodyPr anchor="b"/>
          <a:lstStyle>
            <a:lvl1pPr algn="ctr">
              <a:lnSpc>
                <a:spcPct val="100000"/>
              </a:lnSpc>
              <a:defRPr b="0" sz="3600"/>
            </a:lvl1pPr>
          </a:lstStyle>
          <a:p>
            <a:r>
              <a:rPr lang="en-US" smtClean="0"/>
              <a:t>Click to edit Master title style</a:t>
            </a:r>
          </a:p>
        </p:txBody>
      </p:sp>
      <p:sp>
        <p:nvSpPr>
          <p:cNvPr id="1048802" name="Content Placeholder 2"/>
          <p:cNvSpPr>
            <a:spLocks noGrp="1"/>
          </p:cNvSpPr>
          <p:nvPr>
            <p:ph idx="1"/>
          </p:nvPr>
        </p:nvSpPr>
        <p:spPr>
          <a:xfrm>
            <a:off x="4885859" y="381001"/>
            <a:ext cx="3813174" cy="5697537"/>
          </a:xfrm>
        </p:spPr>
        <p:txBody>
          <a:bodyPr>
            <a:normAutofit/>
          </a:bodyPr>
          <a:lstStyle>
            <a:lvl1pPr>
              <a:defRPr b="0" sz="2400"/>
            </a:lvl1pPr>
            <a:lvl2pPr>
              <a:defRPr b="0" sz="2200"/>
            </a:lvl2pPr>
            <a:lvl3pPr>
              <a:defRPr b="0" sz="2000"/>
            </a:lvl3pPr>
            <a:lvl4pPr>
              <a:defRPr b="0" sz="1800"/>
            </a:lvl4pPr>
            <a:lvl5pPr>
              <a:defRPr b="0"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03" name="Text Placeholder 3"/>
          <p:cNvSpPr>
            <a:spLocks noGrp="1"/>
          </p:cNvSpPr>
          <p:nvPr>
            <p:ph type="body" sz="half" idx="2"/>
          </p:nvPr>
        </p:nvSpPr>
        <p:spPr>
          <a:xfrm>
            <a:off x="381000" y="2209801"/>
            <a:ext cx="3612776" cy="3200400"/>
          </a:xfrm>
        </p:spPr>
        <p:txBody>
          <a:bodyPr>
            <a:normAutofit/>
          </a:bodyPr>
          <a:lstStyle>
            <a:lvl1pPr algn="ctr" indent="0" marL="0">
              <a:buNone/>
              <a:defRPr b="0" sz="18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04" name="Date Placeholder 4"/>
          <p:cNvSpPr>
            <a:spLocks noGrp="1"/>
          </p:cNvSpPr>
          <p:nvPr>
            <p:ph type="dt" sz="half" idx="10"/>
          </p:nvPr>
        </p:nvSpPr>
        <p:spPr/>
        <p:txBody>
          <a:bodyPr/>
          <a:p>
            <a:endParaRPr dirty="0" lang="en-US"/>
          </a:p>
        </p:txBody>
      </p:sp>
      <p:sp>
        <p:nvSpPr>
          <p:cNvPr id="1048805" name="Footer Placeholder 5"/>
          <p:cNvSpPr>
            <a:spLocks noGrp="1"/>
          </p:cNvSpPr>
          <p:nvPr>
            <p:ph type="ftr" sz="quarter" idx="11"/>
          </p:nvPr>
        </p:nvSpPr>
        <p:spPr/>
        <p:txBody>
          <a:bodyPr/>
          <a:lstStyle>
            <a:lvl1pPr>
              <a:defRPr dirty="0">
                <a:solidFill>
                  <a:schemeClr val="tx2"/>
                </a:solidFill>
              </a:defRPr>
            </a:lvl1pPr>
          </a:lstStyle>
          <a:p>
            <a:endParaRPr dirty="0" lang="en-US"/>
          </a:p>
        </p:txBody>
      </p:sp>
      <p:sp>
        <p:nvSpPr>
          <p:cNvPr id="1048806"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fld id="{F471B74E-94C9-3A46-BDDD-4A5C29C0C525}" type="slidenum">
              <a:rPr lang="en-US"/>
              <a:t>‹#›</a:t>
            </a:fld>
            <a:endParaRPr dirty="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31" name=""/>
        <p:cNvGrpSpPr/>
        <p:nvPr/>
      </p:nvGrpSpPr>
      <p:grpSpPr>
        <a:xfrm>
          <a:off x="0" y="0"/>
          <a:ext cx="0" cy="0"/>
          <a:chOff x="0" y="0"/>
          <a:chExt cx="0" cy="0"/>
        </a:xfrm>
      </p:grpSpPr>
      <p:pic>
        <p:nvPicPr>
          <p:cNvPr id="2097184" name="Picture 6" descr="Overlay-Blank.jpg"/>
          <p:cNvPicPr>
            <a:picLocks noChangeAspect="1"/>
          </p:cNvPicPr>
          <p:nvPr/>
        </p:nvPicPr>
        <p:blipFill>
          <a:blip xmlns:r="http://schemas.openxmlformats.org/officeDocument/2006/relationships" r:embed="rId1"/>
          <a:srcRect/>
          <a:stretch>
            <a:fillRect/>
          </a:stretch>
        </p:blipFill>
        <p:spPr bwMode="auto">
          <a:xfrm>
            <a:off x="0" y="0"/>
            <a:ext cx="9144000" cy="6858000"/>
          </a:xfrm>
          <a:prstGeom prst="rect"/>
          <a:noFill/>
          <a:ln w="9525">
            <a:noFill/>
            <a:miter lim="800000"/>
            <a:headEnd/>
            <a:tailEnd/>
          </a:ln>
        </p:spPr>
      </p:pic>
      <p:sp>
        <p:nvSpPr>
          <p:cNvPr id="1048824" name="Title 1"/>
          <p:cNvSpPr>
            <a:spLocks noGrp="1"/>
          </p:cNvSpPr>
          <p:nvPr>
            <p:ph type="title"/>
          </p:nvPr>
        </p:nvSpPr>
        <p:spPr>
          <a:xfrm>
            <a:off x="381000" y="609600"/>
            <a:ext cx="3612822" cy="1536192"/>
          </a:xfrm>
        </p:spPr>
        <p:txBody>
          <a:bodyPr anchor="b" rtlCol="0">
            <a:noAutofit/>
          </a:bodyPr>
          <a:lstStyle>
            <a:lvl1pPr algn="ctr" defTabSz="914400" eaLnBrk="1" hangingPunct="1" latinLnBrk="0" rtl="0">
              <a:lnSpc>
                <a:spcPct val="100000"/>
              </a:lnSpc>
              <a:spcBef>
                <a:spcPct val="0"/>
              </a:spcBef>
              <a:buNone/>
              <a:defRPr b="0" sz="3600" kern="1200">
                <a:solidFill>
                  <a:schemeClr val="tx2"/>
                </a:solidFill>
                <a:latin typeface="+mn-lt"/>
                <a:ea typeface="+mj-ea"/>
                <a:cs typeface="+mj-cs"/>
              </a:defRPr>
            </a:lvl1pPr>
          </a:lstStyle>
          <a:p>
            <a:r>
              <a:rPr lang="en-US" smtClean="0"/>
              <a:t>Click to edit Master title style</a:t>
            </a:r>
          </a:p>
        </p:txBody>
      </p:sp>
      <p:sp>
        <p:nvSpPr>
          <p:cNvPr id="1048825"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r>
              <a:rPr dirty="0" lang="en-US" noProof="0" smtClean="0"/>
              <a:t>Click icon to add picture</a:t>
            </a:r>
            <a:endParaRPr dirty="0" noProof="0"/>
          </a:p>
        </p:txBody>
      </p:sp>
      <p:sp>
        <p:nvSpPr>
          <p:cNvPr id="1048826" name="Text Placeholder 3"/>
          <p:cNvSpPr>
            <a:spLocks noGrp="1"/>
          </p:cNvSpPr>
          <p:nvPr>
            <p:ph type="body" sz="half" idx="2"/>
          </p:nvPr>
        </p:nvSpPr>
        <p:spPr>
          <a:xfrm>
            <a:off x="379984" y="2209799"/>
            <a:ext cx="3613792" cy="3222625"/>
          </a:xfrm>
        </p:spPr>
        <p:txBody>
          <a:bodyPr rtlCol="0">
            <a:normAutofit/>
          </a:bodyPr>
          <a:lstStyle>
            <a:lvl1pPr algn="ctr" indent="0" marL="0">
              <a:buNone/>
              <a:defRPr b="0" sz="1800" kern="1200">
                <a:solidFill>
                  <a:schemeClr val="tx2"/>
                </a:solidFill>
                <a:latin typeface="+mn-lt"/>
                <a:ea typeface="+mn-ea"/>
                <a:cs typeface="+mn-cs"/>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827" name="Date Placeholder 4"/>
          <p:cNvSpPr>
            <a:spLocks noGrp="1"/>
          </p:cNvSpPr>
          <p:nvPr>
            <p:ph type="dt" sz="half" idx="10"/>
          </p:nvPr>
        </p:nvSpPr>
        <p:spPr/>
        <p:txBody>
          <a:bodyPr/>
          <a:p>
            <a:endParaRPr dirty="0" lang="en-US"/>
          </a:p>
        </p:txBody>
      </p:sp>
      <p:sp>
        <p:nvSpPr>
          <p:cNvPr id="1048828" name="Footer Placeholder 5"/>
          <p:cNvSpPr>
            <a:spLocks noGrp="1"/>
          </p:cNvSpPr>
          <p:nvPr>
            <p:ph type="ftr" sz="quarter" idx="11"/>
          </p:nvPr>
        </p:nvSpPr>
        <p:spPr/>
        <p:txBody>
          <a:bodyPr/>
          <a:p>
            <a:endParaRPr dirty="0" lang="en-US"/>
          </a:p>
        </p:txBody>
      </p:sp>
      <p:sp>
        <p:nvSpPr>
          <p:cNvPr id="1048829" name="Slide Number Placeholder 6"/>
          <p:cNvSpPr>
            <a:spLocks noGrp="1"/>
          </p:cNvSpPr>
          <p:nvPr>
            <p:ph type="sldNum" sz="quarter" idx="12"/>
          </p:nvPr>
        </p:nvSpPr>
        <p:spPr/>
        <p:txBody>
          <a:bodyPr/>
          <a:p>
            <a:fld id="{3DEC72D9-0234-0849-A78E-7C9F74E65B53}" type="slidenum">
              <a:rPr lang="en-US"/>
              <a:t>‹#›</a:t>
            </a:fld>
            <a:endParaRPr dirty="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picTx">
  <p:cSld name="Picture with Caption, Alt.">
    <p:spTree>
      <p:nvGrpSpPr>
        <p:cNvPr id="218" name=""/>
        <p:cNvGrpSpPr/>
        <p:nvPr/>
      </p:nvGrpSpPr>
      <p:grpSpPr>
        <a:xfrm>
          <a:off x="0" y="0"/>
          <a:ext cx="0" cy="0"/>
          <a:chOff x="0" y="0"/>
          <a:chExt cx="0" cy="0"/>
        </a:xfrm>
      </p:grpSpPr>
      <p:grpSp>
        <p:nvGrpSpPr>
          <p:cNvPr id="219" name="Group 8"/>
          <p:cNvGrpSpPr/>
          <p:nvPr/>
        </p:nvGrpSpPr>
        <p:grpSpPr bwMode="auto">
          <a:xfrm>
            <a:off x="4267200" y="0"/>
            <a:ext cx="4876800" cy="6858000"/>
            <a:chOff x="4267200" y="0"/>
            <a:chExt cx="4876800" cy="6858000"/>
          </a:xfrm>
        </p:grpSpPr>
        <p:pic>
          <p:nvPicPr>
            <p:cNvPr id="2097169" name="Picture 7" descr="Overlay-Blank.jpg"/>
            <p:cNvPicPr>
              <a:picLocks noChangeAspect="1"/>
            </p:cNvPicPr>
            <p:nvPr userDrawn="1"/>
          </p:nvPicPr>
          <p:blipFill>
            <a:blip xmlns:r="http://schemas.openxmlformats.org/officeDocument/2006/relationships" r:embed="rId1"/>
            <a:srcRect l="4301" r="46875"/>
            <a:stretch>
              <a:fillRect/>
            </a:stretch>
          </p:blipFill>
          <p:spPr bwMode="auto">
            <a:xfrm>
              <a:off x="4495800" y="0"/>
              <a:ext cx="4648200" cy="6858000"/>
            </a:xfrm>
            <a:prstGeom prst="rect"/>
            <a:noFill/>
            <a:ln w="9525">
              <a:noFill/>
              <a:miter lim="800000"/>
              <a:headEnd/>
              <a:tailEnd/>
            </a:ln>
          </p:spPr>
        </p:pic>
        <p:pic>
          <p:nvPicPr>
            <p:cNvPr id="2097170" name="Picture 8" descr="Overlay-VerticalBridge.jpg"/>
            <p:cNvPicPr>
              <a:picLocks noChangeAspect="1"/>
            </p:cNvPicPr>
            <p:nvPr userDrawn="1"/>
          </p:nvPicPr>
          <p:blipFill>
            <a:blip xmlns:r="http://schemas.openxmlformats.org/officeDocument/2006/relationships" r:embed="rId2"/>
            <a:srcRect/>
            <a:stretch>
              <a:fillRect/>
            </a:stretch>
          </p:blipFill>
          <p:spPr bwMode="auto">
            <a:xfrm flipH="1">
              <a:off x="4267200" y="0"/>
              <a:ext cx="267891" cy="6858000"/>
            </a:xfrm>
            <a:prstGeom prst="rect"/>
            <a:noFill/>
            <a:ln w="9525">
              <a:noFill/>
              <a:miter lim="800000"/>
              <a:headEnd/>
              <a:tailEnd/>
            </a:ln>
          </p:spPr>
        </p:pic>
      </p:grpSp>
      <p:sp>
        <p:nvSpPr>
          <p:cNvPr id="1048795" name="Title 1"/>
          <p:cNvSpPr>
            <a:spLocks noGrp="1"/>
          </p:cNvSpPr>
          <p:nvPr>
            <p:ph type="title"/>
          </p:nvPr>
        </p:nvSpPr>
        <p:spPr>
          <a:xfrm>
            <a:off x="381000" y="609600"/>
            <a:ext cx="3612822" cy="1536192"/>
          </a:xfrm>
        </p:spPr>
        <p:txBody>
          <a:bodyPr anchor="b" rtlCol="0">
            <a:noAutofit/>
          </a:bodyPr>
          <a:lstStyle>
            <a:lvl1pPr algn="ctr" defTabSz="914400" eaLnBrk="1" hangingPunct="1" latinLnBrk="0" rtl="0">
              <a:lnSpc>
                <a:spcPct val="100000"/>
              </a:lnSpc>
              <a:spcBef>
                <a:spcPct val="0"/>
              </a:spcBef>
              <a:buNone/>
              <a:defRPr b="0" sz="3600" kern="1200">
                <a:solidFill>
                  <a:schemeClr val="tx2"/>
                </a:solidFill>
                <a:latin typeface="+mn-lt"/>
                <a:ea typeface="+mj-ea"/>
                <a:cs typeface="+mj-cs"/>
              </a:defRPr>
            </a:lvl1pPr>
          </a:lstStyle>
          <a:p>
            <a:r>
              <a:rPr lang="en-US" smtClean="0"/>
              <a:t>Click to edit Master title style</a:t>
            </a:r>
          </a:p>
        </p:txBody>
      </p:sp>
      <p:sp>
        <p:nvSpPr>
          <p:cNvPr id="1048796"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pPr lvl="0"/>
            <a:r>
              <a:rPr dirty="0" lang="en-US" noProof="0" smtClean="0"/>
              <a:t>Click icon to add picture</a:t>
            </a:r>
            <a:endParaRPr dirty="0" noProof="0"/>
          </a:p>
        </p:txBody>
      </p:sp>
      <p:sp>
        <p:nvSpPr>
          <p:cNvPr id="1048797" name="Text Placeholder 3"/>
          <p:cNvSpPr>
            <a:spLocks noGrp="1"/>
          </p:cNvSpPr>
          <p:nvPr>
            <p:ph type="body" sz="half" idx="2"/>
          </p:nvPr>
        </p:nvSpPr>
        <p:spPr>
          <a:xfrm>
            <a:off x="379984" y="2209799"/>
            <a:ext cx="3613792" cy="3222625"/>
          </a:xfrm>
        </p:spPr>
        <p:txBody>
          <a:bodyPr rtlCol="0">
            <a:normAutofit/>
          </a:bodyPr>
          <a:lstStyle>
            <a:lvl1pPr algn="ctr" indent="0" marL="0">
              <a:buNone/>
              <a:defRPr b="0" sz="1800" kern="1200">
                <a:solidFill>
                  <a:schemeClr val="tx2"/>
                </a:solidFill>
                <a:latin typeface="+mn-lt"/>
                <a:ea typeface="+mn-ea"/>
                <a:cs typeface="+mn-cs"/>
              </a:defRPr>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798" name="Date Placeholder 4"/>
          <p:cNvSpPr>
            <a:spLocks noGrp="1"/>
          </p:cNvSpPr>
          <p:nvPr>
            <p:ph type="dt" sz="half" idx="10"/>
          </p:nvPr>
        </p:nvSpPr>
        <p:spPr/>
        <p:txBody>
          <a:bodyPr/>
          <a:p>
            <a:endParaRPr dirty="0" lang="en-US"/>
          </a:p>
        </p:txBody>
      </p:sp>
      <p:sp>
        <p:nvSpPr>
          <p:cNvPr id="1048799" name="Footer Placeholder 5"/>
          <p:cNvSpPr>
            <a:spLocks noGrp="1"/>
          </p:cNvSpPr>
          <p:nvPr>
            <p:ph type="ftr" sz="quarter" idx="11"/>
          </p:nvPr>
        </p:nvSpPr>
        <p:spPr/>
        <p:txBody>
          <a:bodyPr/>
          <a:p>
            <a:endParaRPr dirty="0" lang="en-US"/>
          </a:p>
        </p:txBody>
      </p:sp>
      <p:sp>
        <p:nvSpPr>
          <p:cNvPr id="1048800" name="Slide Number Placeholder 6"/>
          <p:cNvSpPr>
            <a:spLocks noGrp="1"/>
          </p:cNvSpPr>
          <p:nvPr>
            <p:ph type="sldNum" sz="quarter" idx="12"/>
          </p:nvPr>
        </p:nvSpPr>
        <p:spPr/>
        <p:txBody>
          <a:bodyPr/>
          <a:p>
            <a:fld id="{41B14F31-650F-F846-B7A6-35BA09D1AFFB}" type="slidenum">
              <a:rPr lang="en-US"/>
              <a:t>‹#›</a:t>
            </a:fld>
            <a:endParaRPr dirty="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29" name=""/>
        <p:cNvGrpSpPr/>
        <p:nvPr/>
      </p:nvGrpSpPr>
      <p:grpSpPr>
        <a:xfrm>
          <a:off x="0" y="0"/>
          <a:ext cx="0" cy="0"/>
          <a:chOff x="0" y="0"/>
          <a:chExt cx="0" cy="0"/>
        </a:xfrm>
      </p:grpSpPr>
      <p:grpSp>
        <p:nvGrpSpPr>
          <p:cNvPr id="230" name="Group 6"/>
          <p:cNvGrpSpPr/>
          <p:nvPr/>
        </p:nvGrpSpPr>
        <p:grpSpPr bwMode="auto">
          <a:xfrm>
            <a:off x="0" y="1373188"/>
            <a:ext cx="9144000" cy="5484812"/>
            <a:chOff x="0" y="1372650"/>
            <a:chExt cx="9144000" cy="5485350"/>
          </a:xfrm>
        </p:grpSpPr>
        <p:pic>
          <p:nvPicPr>
            <p:cNvPr id="2097182" name="Picture 7" descr="Overlay-Blank.jpg"/>
            <p:cNvPicPr>
              <a:picLocks noChangeAspect="1"/>
            </p:cNvPicPr>
            <p:nvPr userDrawn="1"/>
          </p:nvPicPr>
          <p:blipFill>
            <a:blip xmlns:r="http://schemas.openxmlformats.org/officeDocument/2006/relationships" r:embed="rId1"/>
            <a:srcRect t="23334"/>
            <a:stretch>
              <a:fillRect/>
            </a:stretch>
          </p:blipFill>
          <p:spPr bwMode="auto">
            <a:xfrm>
              <a:off x="0" y="1600200"/>
              <a:ext cx="9144000" cy="5257800"/>
            </a:xfrm>
            <a:prstGeom prst="rect"/>
            <a:noFill/>
            <a:ln w="9525">
              <a:noFill/>
              <a:miter lim="800000"/>
              <a:headEnd/>
              <a:tailEnd/>
            </a:ln>
          </p:spPr>
        </p:pic>
        <p:pic>
          <p:nvPicPr>
            <p:cNvPr id="2097183" name="Picture 8" descr="Overlay-HorizontalBridge.jpg"/>
            <p:cNvPicPr>
              <a:picLocks noChangeAspect="1"/>
            </p:cNvPicPr>
            <p:nvPr userDrawn="1"/>
          </p:nvPicPr>
          <p:blipFill>
            <a:blip xmlns:r="http://schemas.openxmlformats.org/officeDocument/2006/relationships" r:embed="rId2"/>
            <a:srcRect/>
            <a:stretch>
              <a:fillRect/>
            </a:stretch>
          </p:blipFill>
          <p:spPr bwMode="auto">
            <a:xfrm>
              <a:off x="0" y="1372650"/>
              <a:ext cx="9144000" cy="267891"/>
            </a:xfrm>
            <a:prstGeom prst="rect"/>
            <a:noFill/>
            <a:ln w="9525">
              <a:noFill/>
              <a:miter lim="800000"/>
              <a:headEnd/>
              <a:tailEnd/>
            </a:ln>
          </p:spPr>
        </p:pic>
      </p:grpSp>
      <p:sp>
        <p:nvSpPr>
          <p:cNvPr id="1048819" name="Title 1"/>
          <p:cNvSpPr>
            <a:spLocks noGrp="1"/>
          </p:cNvSpPr>
          <p:nvPr>
            <p:ph type="title"/>
          </p:nvPr>
        </p:nvSpPr>
        <p:spPr/>
        <p:txBody>
          <a:bodyPr/>
          <a:p>
            <a:r>
              <a:rPr lang="en-US" smtClean="0"/>
              <a:t>Click to edit Master title style</a:t>
            </a:r>
          </a:p>
        </p:txBody>
      </p:sp>
      <p:sp>
        <p:nvSpPr>
          <p:cNvPr id="1048820"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21" name="Date Placeholder 3"/>
          <p:cNvSpPr>
            <a:spLocks noGrp="1"/>
          </p:cNvSpPr>
          <p:nvPr>
            <p:ph type="dt" sz="half" idx="10"/>
          </p:nvPr>
        </p:nvSpPr>
        <p:spPr/>
        <p:txBody>
          <a:bodyPr/>
          <a:p>
            <a:endParaRPr dirty="0" lang="en-US"/>
          </a:p>
        </p:txBody>
      </p:sp>
      <p:sp>
        <p:nvSpPr>
          <p:cNvPr id="1048822" name="Footer Placeholder 4"/>
          <p:cNvSpPr>
            <a:spLocks noGrp="1"/>
          </p:cNvSpPr>
          <p:nvPr>
            <p:ph type="ftr" sz="quarter" idx="11"/>
          </p:nvPr>
        </p:nvSpPr>
        <p:spPr/>
        <p:txBody>
          <a:bodyPr/>
          <a:p>
            <a:endParaRPr dirty="0" lang="en-US"/>
          </a:p>
        </p:txBody>
      </p:sp>
      <p:sp>
        <p:nvSpPr>
          <p:cNvPr id="1048823" name="Slide Number Placeholder 5"/>
          <p:cNvSpPr>
            <a:spLocks noGrp="1"/>
          </p:cNvSpPr>
          <p:nvPr>
            <p:ph type="sldNum" sz="quarter" idx="12"/>
          </p:nvPr>
        </p:nvSpPr>
        <p:spPr/>
        <p:txBody>
          <a:bodyPr/>
          <a:p>
            <a:fld id="{2B86FEB9-CF7A-B848-AF2F-BE9E1FDF15D2}" type="slidenum">
              <a:rPr lang="en-US"/>
              <a:t>‹#›</a:t>
            </a:fld>
            <a:endParaRPr dirty="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216" name=""/>
        <p:cNvGrpSpPr/>
        <p:nvPr/>
      </p:nvGrpSpPr>
      <p:grpSpPr>
        <a:xfrm>
          <a:off x="0" y="0"/>
          <a:ext cx="0" cy="0"/>
          <a:chOff x="0" y="0"/>
          <a:chExt cx="0" cy="0"/>
        </a:xfrm>
      </p:grpSpPr>
      <p:grpSp>
        <p:nvGrpSpPr>
          <p:cNvPr id="217" name="Group 10"/>
          <p:cNvGrpSpPr/>
          <p:nvPr/>
        </p:nvGrpSpPr>
        <p:grpSpPr bwMode="auto">
          <a:xfrm>
            <a:off x="0" y="0"/>
            <a:ext cx="7696200" cy="6858000"/>
            <a:chOff x="0" y="0"/>
            <a:chExt cx="7696200" cy="6858000"/>
          </a:xfrm>
        </p:grpSpPr>
        <p:pic>
          <p:nvPicPr>
            <p:cNvPr id="2097167" name="Picture 7" descr="Overlay-Blank.jpg"/>
            <p:cNvPicPr>
              <a:picLocks noChangeAspect="1"/>
            </p:cNvPicPr>
            <p:nvPr userDrawn="1"/>
          </p:nvPicPr>
          <p:blipFill>
            <a:blip xmlns:r="http://schemas.openxmlformats.org/officeDocument/2006/relationships" r:embed="rId1"/>
            <a:srcRect l="1471" r="16862"/>
            <a:stretch>
              <a:fillRect/>
            </a:stretch>
          </p:blipFill>
          <p:spPr bwMode="auto">
            <a:xfrm>
              <a:off x="0" y="0"/>
              <a:ext cx="7467600" cy="6858000"/>
            </a:xfrm>
            <a:prstGeom prst="rect"/>
            <a:noFill/>
            <a:ln w="9525">
              <a:noFill/>
              <a:miter lim="800000"/>
              <a:headEnd/>
              <a:tailEnd/>
            </a:ln>
          </p:spPr>
        </p:pic>
        <p:pic>
          <p:nvPicPr>
            <p:cNvPr id="2097168" name="Picture 8" descr="Overlay-VerticalBridge.jpg"/>
            <p:cNvPicPr>
              <a:picLocks noChangeAspect="1"/>
            </p:cNvPicPr>
            <p:nvPr userDrawn="1"/>
          </p:nvPicPr>
          <p:blipFill>
            <a:blip xmlns:r="http://schemas.openxmlformats.org/officeDocument/2006/relationships" r:embed="rId2"/>
            <a:srcRect/>
            <a:stretch>
              <a:fillRect/>
            </a:stretch>
          </p:blipFill>
          <p:spPr bwMode="auto">
            <a:xfrm>
              <a:off x="7428309" y="0"/>
              <a:ext cx="267891" cy="6858000"/>
            </a:xfrm>
            <a:prstGeom prst="rect"/>
            <a:noFill/>
            <a:ln w="9525">
              <a:noFill/>
              <a:miter lim="800000"/>
              <a:headEnd/>
              <a:tailEnd/>
            </a:ln>
          </p:spPr>
        </p:pic>
      </p:grpSp>
      <p:sp>
        <p:nvSpPr>
          <p:cNvPr id="1048790" name="Vertical Title 1"/>
          <p:cNvSpPr>
            <a:spLocks noGrp="1"/>
          </p:cNvSpPr>
          <p:nvPr>
            <p:ph type="title" orient="vert"/>
          </p:nvPr>
        </p:nvSpPr>
        <p:spPr>
          <a:xfrm>
            <a:off x="7620000" y="381001"/>
            <a:ext cx="1447800" cy="5697538"/>
          </a:xfrm>
        </p:spPr>
        <p:txBody>
          <a:bodyPr vert="eaVert"/>
          <a:p>
            <a:r>
              <a:rPr lang="en-US" smtClean="0"/>
              <a:t>Click to edit Master title style</a:t>
            </a:r>
          </a:p>
        </p:txBody>
      </p:sp>
      <p:sp>
        <p:nvSpPr>
          <p:cNvPr id="1048791" name="Vertical Text Placeholder 2"/>
          <p:cNvSpPr>
            <a:spLocks noGrp="1"/>
          </p:cNvSpPr>
          <p:nvPr>
            <p:ph type="body" orient="vert" idx="1"/>
          </p:nvPr>
        </p:nvSpPr>
        <p:spPr>
          <a:xfrm>
            <a:off x="381000" y="381001"/>
            <a:ext cx="6705600" cy="5697537"/>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792" name="Date Placeholder 3"/>
          <p:cNvSpPr>
            <a:spLocks noGrp="1"/>
          </p:cNvSpPr>
          <p:nvPr>
            <p:ph type="dt" sz="half" idx="10"/>
          </p:nvPr>
        </p:nvSpPr>
        <p:spPr/>
        <p:txBody>
          <a:bodyPr/>
          <a:p>
            <a:endParaRPr dirty="0" lang="en-US"/>
          </a:p>
        </p:txBody>
      </p:sp>
      <p:sp>
        <p:nvSpPr>
          <p:cNvPr id="1048793" name="Footer Placeholder 4"/>
          <p:cNvSpPr>
            <a:spLocks noGrp="1"/>
          </p:cNvSpPr>
          <p:nvPr>
            <p:ph type="ftr" sz="quarter" idx="11"/>
          </p:nvPr>
        </p:nvSpPr>
        <p:spPr/>
        <p:txBody>
          <a:bodyPr/>
          <a:p>
            <a:endParaRPr dirty="0" lang="en-US"/>
          </a:p>
        </p:txBody>
      </p:sp>
      <p:sp>
        <p:nvSpPr>
          <p:cNvPr id="1048794" name="Slide Number Placeholder 5"/>
          <p:cNvSpPr>
            <a:spLocks noGrp="1"/>
          </p:cNvSpPr>
          <p:nvPr>
            <p:ph type="sldNum" sz="quarter" idx="12"/>
          </p:nvPr>
        </p:nvSpPr>
        <p:spPr/>
        <p:txBody>
          <a:bodyPr/>
          <a:p>
            <a:fld id="{4F8130B2-53C1-C742-BB72-C65A7D6485DA}" type="slidenum">
              <a:rPr lang="en-US"/>
              <a:t>‹#›</a:t>
            </a:fld>
            <a:endParaRPr dirty="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3" name=""/>
        <p:cNvGrpSpPr/>
        <p:nvPr/>
      </p:nvGrpSpPr>
      <p:grpSpPr>
        <a:xfrm>
          <a:off x="0" y="0"/>
          <a:ext cx="0" cy="0"/>
          <a:chOff x="0" y="0"/>
          <a:chExt cx="0" cy="0"/>
        </a:xfrm>
      </p:grpSpPr>
      <p:sp>
        <p:nvSpPr>
          <p:cNvPr id="1048576" name="Title Placeholder 1"/>
          <p:cNvSpPr>
            <a:spLocks noGrp="1"/>
          </p:cNvSpPr>
          <p:nvPr>
            <p:ph type="title"/>
          </p:nvPr>
        </p:nvSpPr>
        <p:spPr bwMode="auto">
          <a:xfrm>
            <a:off x="792163" y="39688"/>
            <a:ext cx="7570787" cy="1412875"/>
          </a:xfrm>
          <a:prstGeom prst="rect"/>
          <a:noFill/>
          <a:ln w="9525">
            <a:noFill/>
            <a:miter lim="800000"/>
            <a:headEnd/>
            <a:tailEnd/>
          </a:ln>
        </p:spPr>
        <p:txBody>
          <a:bodyPr anchor="ctr" anchorCtr="0" bIns="45720" compatLnSpc="1" lIns="91440" numCol="1" rIns="91440" tIns="45720" vert="horz" wrap="square">
            <a:prstTxWarp prst="textNoShape"/>
          </a:bodyPr>
          <a:p>
            <a:pPr lvl="0"/>
            <a:r>
              <a:rPr lang="en-US"/>
              <a:t>Click to edit Master title style</a:t>
            </a:r>
          </a:p>
        </p:txBody>
      </p:sp>
      <p:sp>
        <p:nvSpPr>
          <p:cNvPr id="1048577" name="Text Placeholder 2"/>
          <p:cNvSpPr>
            <a:spLocks noGrp="1"/>
          </p:cNvSpPr>
          <p:nvPr>
            <p:ph type="body" idx="1"/>
          </p:nvPr>
        </p:nvSpPr>
        <p:spPr bwMode="auto">
          <a:xfrm>
            <a:off x="792163" y="1762125"/>
            <a:ext cx="7570787" cy="4289425"/>
          </a:xfrm>
          <a:prstGeom prst="rect"/>
          <a:noFill/>
          <a:ln w="9525">
            <a:noFill/>
            <a:miter lim="800000"/>
            <a:headEnd/>
            <a:tailEnd/>
          </a:ln>
        </p:spPr>
        <p:txBody>
          <a:bodyPr anchor="t" anchorCtr="0" bIns="45720" compatLnSpc="1" lIns="91440" numCol="1" rIns="91440" tIns="45720" vert="horz" wrap="square">
            <a:prstTxWarp prst="textNoShape"/>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6651625" y="6356350"/>
            <a:ext cx="2133600" cy="365125"/>
          </a:xfrm>
          <a:prstGeom prst="rect"/>
        </p:spPr>
        <p:txBody>
          <a:bodyPr anchor="ctr" bIns="45720" lIns="91440" rIns="91440" rtlCol="0" tIns="45720" vert="horz"/>
          <a:lstStyle>
            <a:lvl1pPr algn="r">
              <a:defRPr b="1" dirty="0" sz="1200">
                <a:solidFill>
                  <a:schemeClr val="tx2">
                    <a:lumMod val="40000"/>
                    <a:lumOff val="60000"/>
                  </a:schemeClr>
                </a:solidFill>
                <a:latin typeface="Arial" pitchFamily="-1" charset="0"/>
              </a:defRPr>
            </a:lvl1pPr>
          </a:lstStyle>
          <a:p>
            <a:endParaRPr dirty="0" lang="en-US"/>
          </a:p>
        </p:txBody>
      </p:sp>
      <p:sp>
        <p:nvSpPr>
          <p:cNvPr id="1048579" name="Slide Number Placeholder 5"/>
          <p:cNvSpPr>
            <a:spLocks noGrp="1"/>
          </p:cNvSpPr>
          <p:nvPr>
            <p:ph type="sldNum" sz="quarter" idx="4"/>
          </p:nvPr>
        </p:nvSpPr>
        <p:spPr>
          <a:xfrm>
            <a:off x="4267200" y="6356350"/>
            <a:ext cx="609600" cy="365125"/>
          </a:xfrm>
          <a:prstGeom prst="rect"/>
        </p:spPr>
        <p:txBody>
          <a:bodyPr anchor="ctr" bIns="45720" lIns="91440" rIns="91440" rtlCol="0" tIns="45720" vert="horz"/>
          <a:lstStyle>
            <a:lvl1pPr algn="ctr">
              <a:defRPr b="1" sz="1200" smtClean="0">
                <a:solidFill>
                  <a:schemeClr val="tx2">
                    <a:lumMod val="40000"/>
                    <a:lumOff val="60000"/>
                  </a:schemeClr>
                </a:solidFill>
                <a:latin typeface="Arial" pitchFamily="-1" charset="0"/>
              </a:defRPr>
            </a:lvl1pPr>
          </a:lstStyle>
          <a:p>
            <a:fld id="{03C9D31D-5C05-E248-A7ED-46FCD7F50A99}" type="slidenum">
              <a:rPr lang="en-US"/>
              <a:t>‹#›</a:t>
            </a:fld>
            <a:endParaRPr dirty="0" lang="en-US"/>
          </a:p>
        </p:txBody>
      </p:sp>
      <p:sp>
        <p:nvSpPr>
          <p:cNvPr id="1048580" name="Footer Placeholder 4"/>
          <p:cNvSpPr>
            <a:spLocks noGrp="1"/>
          </p:cNvSpPr>
          <p:nvPr>
            <p:ph type="ftr" sz="quarter" idx="3"/>
          </p:nvPr>
        </p:nvSpPr>
        <p:spPr>
          <a:xfrm>
            <a:off x="371475" y="6356350"/>
            <a:ext cx="2895600" cy="365125"/>
          </a:xfrm>
          <a:prstGeom prst="rect"/>
        </p:spPr>
        <p:txBody>
          <a:bodyPr anchor="ctr" bIns="45720" lIns="91440" rIns="91440" rtlCol="0" tIns="45720" vert="horz"/>
          <a:lstStyle>
            <a:lvl1pPr algn="l">
              <a:defRPr b="1" dirty="0" sz="1200">
                <a:solidFill>
                  <a:schemeClr val="tx2">
                    <a:lumMod val="40000"/>
                    <a:lumOff val="60000"/>
                  </a:schemeClr>
                </a:solidFill>
                <a:latin typeface="Arial" pitchFamily="-1" charset="0"/>
              </a:defRPr>
            </a:lvl1pPr>
          </a:lstStyle>
          <a:p>
            <a:endParaRPr dirty="0" lang="en-US"/>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iming/>
  <p:hf dt="0" ftr="0" hdr="0" sldNum="0"/>
  <p:txStyles>
    <p:titleStyle>
      <a:lvl1pPr algn="ctr" fontAlgn="base" rtl="0">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fontAlgn="base"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fontAlgn="base"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fontAlgn="base"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fontAlgn="base"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algn="ctr" fontAlgn="base" marL="457200"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algn="ctr" fontAlgn="base" marL="914400"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algn="ctr" fontAlgn="base" marL="1371600"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algn="ctr" fontAlgn="base" marL="1828800" rtl="0">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algn="l" fontAlgn="base" indent="-342900" marL="342900" rtl="0">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algn="l" fontAlgn="base" indent="-336550" marL="685800" rtl="0">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algn="l" fontAlgn="base" indent="-349250" marL="1035050" rtl="0">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algn="l" fontAlgn="base" indent="-336550" marL="1371600" rtl="0">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algn="l" fontAlgn="base" indent="-349250" marL="1720850" rtl="0">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exploit-db.com/"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emf"/><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1.em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em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3.emf"/><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86" name="Title 1"/>
          <p:cNvSpPr>
            <a:spLocks noGrp="1"/>
          </p:cNvSpPr>
          <p:nvPr>
            <p:ph type="title"/>
          </p:nvPr>
        </p:nvSpPr>
        <p:spPr>
          <a:xfrm>
            <a:off x="107505" y="39688"/>
            <a:ext cx="9036495" cy="1412875"/>
          </a:xfrm>
        </p:spPr>
        <p:txBody>
          <a:bodyPr/>
          <a:p>
            <a:r>
              <a:rPr dirty="0" lang="en-US" smtClean="0"/>
              <a:t>Asset </a:t>
            </a:r>
            <a:r>
              <a:rPr dirty="0" lang="en-US"/>
              <a:t>Information</a:t>
            </a:r>
          </a:p>
        </p:txBody>
      </p:sp>
      <p:sp>
        <p:nvSpPr>
          <p:cNvPr id="1048587" name="Content Placeholder 2"/>
          <p:cNvSpPr>
            <a:spLocks noGrp="1"/>
          </p:cNvSpPr>
          <p:nvPr>
            <p:ph idx="1"/>
          </p:nvPr>
        </p:nvSpPr>
        <p:spPr>
          <a:xfrm>
            <a:off x="107505" y="1556793"/>
            <a:ext cx="9036496" cy="5256584"/>
          </a:xfrm>
        </p:spPr>
        <p:txBody>
          <a:bodyPr>
            <a:normAutofit fontScale="95833" lnSpcReduction="10000"/>
          </a:bodyPr>
          <a:p>
            <a:r>
              <a:rPr dirty="0" sz="2400" lang="en-US"/>
              <a:t> </a:t>
            </a:r>
            <a:r>
              <a:rPr dirty="0" sz="2400" lang="en-GB" smtClean="0"/>
              <a:t>Many </a:t>
            </a:r>
            <a:r>
              <a:rPr dirty="0" sz="2400" lang="en-GB"/>
              <a:t>organizations, large and small, don’t have a full—or even fragmentary—understanding of what is on their </a:t>
            </a:r>
            <a:r>
              <a:rPr dirty="0" sz="2400" lang="en-GB" smtClean="0"/>
              <a:t>networks</a:t>
            </a:r>
          </a:p>
          <a:p>
            <a:r>
              <a:rPr dirty="0" sz="2400" lang="en-GB" smtClean="0"/>
              <a:t>Need </a:t>
            </a:r>
            <a:r>
              <a:rPr dirty="0" sz="2400" lang="en-GB"/>
              <a:t>a complete inventory of IP-connected devices and any additional data that you can glean about </a:t>
            </a:r>
            <a:r>
              <a:rPr dirty="0" sz="2400" lang="en-GB" smtClean="0"/>
              <a:t>each host</a:t>
            </a:r>
          </a:p>
          <a:p>
            <a:r>
              <a:rPr dirty="0" sz="2400" lang="en-GB"/>
              <a:t>Obtaining a list of hosts—and even a wealth of additional information—is </a:t>
            </a:r>
            <a:r>
              <a:rPr dirty="0" sz="2400" lang="en-GB" smtClean="0"/>
              <a:t>straightforward</a:t>
            </a:r>
          </a:p>
          <a:p>
            <a:r>
              <a:rPr dirty="0" sz="2400" lang="en-GB" smtClean="0"/>
              <a:t>You </a:t>
            </a:r>
            <a:r>
              <a:rPr dirty="0" sz="2400" lang="en-GB"/>
              <a:t>can use a network-scanning tool, like Nmap, or a vulnerability scanner, like Nessus or </a:t>
            </a:r>
            <a:r>
              <a:rPr dirty="0" sz="2400" lang="en-GB" err="1" smtClean="0"/>
              <a:t>Qualys</a:t>
            </a:r>
            <a:r>
              <a:rPr dirty="0" sz="2400" lang="en-GB" smtClean="0"/>
              <a:t> </a:t>
            </a:r>
            <a:r>
              <a:rPr dirty="0" sz="2400" lang="en-GB"/>
              <a:t>to do a network sweep and find live </a:t>
            </a:r>
            <a:r>
              <a:rPr dirty="0" sz="2400" lang="en-GB" smtClean="0"/>
              <a:t>hosts</a:t>
            </a:r>
          </a:p>
          <a:p>
            <a:r>
              <a:rPr dirty="0" sz="2400" lang="en-GB" smtClean="0"/>
              <a:t>But </a:t>
            </a:r>
            <a:r>
              <a:rPr dirty="0" sz="2400" lang="en-GB"/>
              <a:t>these scans can be obtrusive and might cause application or even OS </a:t>
            </a:r>
            <a:r>
              <a:rPr dirty="0" sz="2400" lang="en-GB" smtClean="0"/>
              <a:t>crashes</a:t>
            </a:r>
          </a:p>
          <a:p>
            <a:r>
              <a:rPr dirty="0" sz="2400" lang="en-GB" smtClean="0"/>
              <a:t> </a:t>
            </a:r>
            <a:r>
              <a:rPr dirty="0" sz="2400" lang="en-GB"/>
              <a:t>So, you need to carefully plan for an information-gathering </a:t>
            </a:r>
            <a:r>
              <a:rPr dirty="0" sz="2400" lang="en-GB" smtClean="0"/>
              <a:t>scan</a:t>
            </a:r>
            <a:endParaRPr dirty="0" sz="2400" lang="en-GB"/>
          </a:p>
          <a:p>
            <a:endParaRPr dirty="0" sz="2400" lang="en-US" smtClean="0"/>
          </a:p>
        </p:txBody>
      </p:sp>
    </p:spTree>
  </p:cSld>
  <p:clrMapOvr>
    <a:masterClrMapping/>
  </p:clrMapOvr>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590" name="Title 1"/>
          <p:cNvSpPr>
            <a:spLocks noGrp="1"/>
          </p:cNvSpPr>
          <p:nvPr>
            <p:ph type="title"/>
          </p:nvPr>
        </p:nvSpPr>
        <p:spPr>
          <a:xfrm>
            <a:off x="107505" y="39688"/>
            <a:ext cx="9036495" cy="1412875"/>
          </a:xfrm>
        </p:spPr>
        <p:txBody>
          <a:bodyPr/>
          <a:p>
            <a:r>
              <a:rPr dirty="0" lang="en-US" smtClean="0"/>
              <a:t>Asset </a:t>
            </a:r>
            <a:r>
              <a:rPr dirty="0" lang="en-US"/>
              <a:t>Information</a:t>
            </a:r>
          </a:p>
        </p:txBody>
      </p:sp>
      <p:sp>
        <p:nvSpPr>
          <p:cNvPr id="1048591" name="Content Placeholder 2"/>
          <p:cNvSpPr>
            <a:spLocks noGrp="1"/>
          </p:cNvSpPr>
          <p:nvPr>
            <p:ph idx="1"/>
          </p:nvPr>
        </p:nvSpPr>
        <p:spPr>
          <a:xfrm>
            <a:off x="107505" y="1556793"/>
            <a:ext cx="9036496" cy="5256584"/>
          </a:xfrm>
        </p:spPr>
        <p:txBody>
          <a:bodyPr>
            <a:normAutofit/>
          </a:bodyPr>
          <a:p>
            <a:r>
              <a:rPr dirty="0" sz="2400" lang="en-US"/>
              <a:t> </a:t>
            </a:r>
            <a:r>
              <a:rPr dirty="0" sz="2400" lang="en-GB"/>
              <a:t>New devices are added to networks all the </a:t>
            </a:r>
            <a:r>
              <a:rPr dirty="0" sz="2400" lang="en-GB" smtClean="0"/>
              <a:t>time</a:t>
            </a:r>
          </a:p>
          <a:p>
            <a:r>
              <a:rPr dirty="0" sz="2400" lang="en-GB"/>
              <a:t>a</a:t>
            </a:r>
            <a:r>
              <a:rPr dirty="0" sz="2400" lang="en-GB" smtClean="0"/>
              <a:t>lthough </a:t>
            </a:r>
            <a:r>
              <a:rPr dirty="0" sz="2400" lang="en-GB"/>
              <a:t>most organizations have a change management policy in </a:t>
            </a:r>
            <a:r>
              <a:rPr dirty="0" sz="2400" lang="en-GB" smtClean="0"/>
              <a:t>place</a:t>
            </a:r>
          </a:p>
          <a:p>
            <a:r>
              <a:rPr dirty="0" sz="2400" lang="en-GB" smtClean="0"/>
              <a:t>There </a:t>
            </a:r>
            <a:r>
              <a:rPr dirty="0" sz="2400" lang="en-GB"/>
              <a:t>is no guarantee that changes aren’t made without following </a:t>
            </a:r>
            <a:r>
              <a:rPr dirty="0" sz="2400" lang="en-GB" smtClean="0"/>
              <a:t>policy</a:t>
            </a:r>
          </a:p>
          <a:p>
            <a:r>
              <a:rPr dirty="0" sz="2400" lang="en-GB" smtClean="0"/>
              <a:t>To </a:t>
            </a:r>
            <a:r>
              <a:rPr dirty="0" sz="2400" lang="en-GB"/>
              <a:t>have updated and trustworthy asset information, you must perform discovery scans on a regular basis across the entire </a:t>
            </a:r>
            <a:r>
              <a:rPr dirty="0" sz="2400" lang="en-GB" smtClean="0"/>
              <a:t>network</a:t>
            </a:r>
          </a:p>
          <a:p>
            <a:endParaRPr dirty="0" sz="2400" lang="en-US" smtClean="0"/>
          </a:p>
        </p:txBody>
      </p:sp>
    </p:spTree>
  </p:cSld>
  <p:clrMapOvr>
    <a:masterClrMapping/>
  </p:clrMapOvr>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594" name="Title 1"/>
          <p:cNvSpPr>
            <a:spLocks noGrp="1"/>
          </p:cNvSpPr>
          <p:nvPr>
            <p:ph type="title"/>
          </p:nvPr>
        </p:nvSpPr>
        <p:spPr>
          <a:xfrm>
            <a:off x="107505" y="39688"/>
            <a:ext cx="9036495" cy="1412875"/>
          </a:xfrm>
        </p:spPr>
        <p:txBody>
          <a:bodyPr/>
          <a:p>
            <a:r>
              <a:rPr dirty="0" lang="en-US" smtClean="0"/>
              <a:t>Vulnerability </a:t>
            </a:r>
            <a:r>
              <a:rPr dirty="0" lang="en-US"/>
              <a:t>Information</a:t>
            </a:r>
          </a:p>
        </p:txBody>
      </p:sp>
      <p:sp>
        <p:nvSpPr>
          <p:cNvPr id="1048595" name="Content Placeholder 2"/>
          <p:cNvSpPr>
            <a:spLocks noGrp="1"/>
          </p:cNvSpPr>
          <p:nvPr>
            <p:ph idx="1"/>
          </p:nvPr>
        </p:nvSpPr>
        <p:spPr>
          <a:xfrm>
            <a:off x="107505" y="1556793"/>
            <a:ext cx="9036496" cy="5256584"/>
          </a:xfrm>
        </p:spPr>
        <p:txBody>
          <a:bodyPr>
            <a:normAutofit fontScale="100000" lnSpcReduction="20000"/>
          </a:bodyPr>
          <a:p>
            <a:r>
              <a:rPr dirty="0" sz="2400" lang="en-GB" smtClean="0"/>
              <a:t>Configure </a:t>
            </a:r>
            <a:r>
              <a:rPr dirty="0" sz="2400" lang="en-GB"/>
              <a:t>a vulnerability scanner to do a deep scan of each device and discover any known host </a:t>
            </a:r>
            <a:r>
              <a:rPr dirty="0" sz="2400" lang="en-GB" smtClean="0"/>
              <a:t>vulnerabilities</a:t>
            </a:r>
          </a:p>
          <a:p>
            <a:r>
              <a:rPr dirty="0" sz="2400" lang="en-GB" smtClean="0"/>
              <a:t>Carefully </a:t>
            </a:r>
            <a:r>
              <a:rPr dirty="0" sz="2400" lang="en-GB"/>
              <a:t>look at the available scanner options and tailor the settings to your environment and risk </a:t>
            </a:r>
            <a:r>
              <a:rPr dirty="0" sz="2400" lang="en-GB" smtClean="0"/>
              <a:t>tolerance</a:t>
            </a:r>
          </a:p>
          <a:p>
            <a:r>
              <a:rPr dirty="0" sz="2400" lang="en-GB" smtClean="0"/>
              <a:t>Scan </a:t>
            </a:r>
            <a:r>
              <a:rPr dirty="0" sz="2400" lang="en-GB"/>
              <a:t>some of your network sections, such as endpoint segments, every </a:t>
            </a:r>
            <a:r>
              <a:rPr dirty="0" sz="2400" lang="en-GB" smtClean="0"/>
              <a:t>day</a:t>
            </a:r>
          </a:p>
          <a:p>
            <a:r>
              <a:rPr dirty="0" sz="2400" lang="en-GB" smtClean="0"/>
              <a:t>Risk </a:t>
            </a:r>
            <a:r>
              <a:rPr dirty="0" sz="2400" lang="en-GB"/>
              <a:t>of downtime is limited and the consequences aren’t </a:t>
            </a:r>
            <a:r>
              <a:rPr dirty="0" sz="2400" lang="en-GB" smtClean="0"/>
              <a:t>severe</a:t>
            </a:r>
          </a:p>
          <a:p>
            <a:r>
              <a:rPr dirty="0" sz="2400" lang="en-GB"/>
              <a:t>scanning your </a:t>
            </a:r>
            <a:r>
              <a:rPr dirty="0" sz="2400" lang="en-GB" smtClean="0"/>
              <a:t>core </a:t>
            </a:r>
            <a:r>
              <a:rPr dirty="0" sz="2400" lang="en-GB"/>
              <a:t>production databases, might be too risky to do outside of scheduled maintenance </a:t>
            </a:r>
            <a:r>
              <a:rPr dirty="0" sz="2400" lang="en-GB" smtClean="0"/>
              <a:t>windows</a:t>
            </a:r>
          </a:p>
          <a:p>
            <a:r>
              <a:rPr dirty="0" lang="en-GB"/>
              <a:t>T</a:t>
            </a:r>
            <a:r>
              <a:rPr dirty="0" lang="en-GB" smtClean="0"/>
              <a:t>rade-off </a:t>
            </a:r>
            <a:r>
              <a:rPr dirty="0" lang="en-GB"/>
              <a:t>between getting fresh data and risking downtime </a:t>
            </a:r>
            <a:endParaRPr dirty="0" sz="2400" lang="en-US" smtClean="0"/>
          </a:p>
        </p:txBody>
      </p:sp>
    </p:spTree>
  </p:cSld>
  <p:clrMapOvr>
    <a:masterClrMapping/>
  </p:clrMapOvr>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598" name="Title 1"/>
          <p:cNvSpPr>
            <a:spLocks noGrp="1"/>
          </p:cNvSpPr>
          <p:nvPr>
            <p:ph type="title"/>
          </p:nvPr>
        </p:nvSpPr>
        <p:spPr>
          <a:xfrm>
            <a:off x="107505" y="39688"/>
            <a:ext cx="9036495" cy="1412875"/>
          </a:xfrm>
        </p:spPr>
        <p:txBody>
          <a:bodyPr/>
          <a:p>
            <a:r>
              <a:rPr dirty="0" lang="en-US" smtClean="0"/>
              <a:t>Vulnerability </a:t>
            </a:r>
            <a:r>
              <a:rPr dirty="0" lang="en-US"/>
              <a:t>Information</a:t>
            </a:r>
          </a:p>
        </p:txBody>
      </p:sp>
      <p:sp>
        <p:nvSpPr>
          <p:cNvPr id="1048599" name="Content Placeholder 2"/>
          <p:cNvSpPr>
            <a:spLocks noGrp="1"/>
          </p:cNvSpPr>
          <p:nvPr>
            <p:ph idx="1"/>
          </p:nvPr>
        </p:nvSpPr>
        <p:spPr>
          <a:xfrm>
            <a:off x="107505" y="1556793"/>
            <a:ext cx="9036496" cy="5256584"/>
          </a:xfrm>
        </p:spPr>
        <p:txBody>
          <a:bodyPr>
            <a:normAutofit/>
          </a:bodyPr>
          <a:p>
            <a:r>
              <a:rPr dirty="0" sz="2400" lang="en-GB"/>
              <a:t>N</a:t>
            </a:r>
            <a:r>
              <a:rPr dirty="0" sz="2400" lang="en-GB" smtClean="0"/>
              <a:t>etwork </a:t>
            </a:r>
            <a:r>
              <a:rPr dirty="0" sz="2400" lang="en-GB"/>
              <a:t>vulnerability scanners will only find vulnerabilities that are discoverable over a network </a:t>
            </a:r>
            <a:r>
              <a:rPr dirty="0" sz="2400" lang="en-GB" smtClean="0"/>
              <a:t>connection</a:t>
            </a:r>
          </a:p>
          <a:p>
            <a:r>
              <a:rPr dirty="0" sz="2400" lang="en-GB" smtClean="0"/>
              <a:t>A </a:t>
            </a:r>
            <a:r>
              <a:rPr dirty="0" sz="2400" lang="en-GB"/>
              <a:t>network scan won’t find </a:t>
            </a:r>
            <a:r>
              <a:rPr dirty="0" sz="2400" lang="en-GB" smtClean="0"/>
              <a:t>a </a:t>
            </a:r>
            <a:r>
              <a:rPr dirty="0" sz="2400" lang="en-GB"/>
              <a:t>locally exploitable </a:t>
            </a:r>
            <a:r>
              <a:rPr dirty="0" sz="2400" lang="en-GB" smtClean="0"/>
              <a:t>vulnerability </a:t>
            </a:r>
            <a:r>
              <a:rPr dirty="0" sz="2400" lang="en-GB"/>
              <a:t>in a desktop application on a Windows </a:t>
            </a:r>
            <a:r>
              <a:rPr dirty="0" sz="2400" lang="en-GB" smtClean="0"/>
              <a:t>endpoint</a:t>
            </a:r>
            <a:endParaRPr dirty="0" sz="2400" lang="en-GB"/>
          </a:p>
          <a:p>
            <a:r>
              <a:rPr dirty="0" sz="2400" lang="en-GB"/>
              <a:t>For example, a network scanner won’t find CVE-2018-0862—a vulnerability in Microsoft Equation Editor that an attacker can only exploit by opening a crafted Word or WordPad </a:t>
            </a:r>
            <a:r>
              <a:rPr dirty="0" sz="2400" lang="en-GB" smtClean="0"/>
              <a:t>document</a:t>
            </a:r>
          </a:p>
          <a:p>
            <a:r>
              <a:rPr dirty="0" sz="2400" lang="en-GB" smtClean="0"/>
              <a:t>The </a:t>
            </a:r>
            <a:r>
              <a:rPr dirty="0" sz="2400" lang="en-GB"/>
              <a:t>reason is that Microsoft Office applications in general aren’t detectable via a network </a:t>
            </a:r>
            <a:r>
              <a:rPr dirty="0" sz="2400" lang="en-GB" smtClean="0"/>
              <a:t>scan</a:t>
            </a:r>
            <a:endParaRPr dirty="0" sz="2400" lang="en-US" smtClean="0"/>
          </a:p>
        </p:txBody>
      </p:sp>
    </p:spTree>
  </p:cSld>
  <p:clrMapOvr>
    <a:masterClrMapping/>
  </p:clrMapOvr>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1048602" name="Title 1"/>
          <p:cNvSpPr>
            <a:spLocks noGrp="1"/>
          </p:cNvSpPr>
          <p:nvPr>
            <p:ph type="title"/>
          </p:nvPr>
        </p:nvSpPr>
        <p:spPr>
          <a:xfrm>
            <a:off x="107505" y="39688"/>
            <a:ext cx="9036495" cy="1412875"/>
          </a:xfrm>
        </p:spPr>
        <p:txBody>
          <a:bodyPr/>
          <a:p>
            <a:r>
              <a:rPr dirty="0" lang="en-US" smtClean="0"/>
              <a:t>Exploit </a:t>
            </a:r>
            <a:r>
              <a:rPr dirty="0" lang="en-US"/>
              <a:t>Data</a:t>
            </a:r>
          </a:p>
        </p:txBody>
      </p:sp>
      <p:sp>
        <p:nvSpPr>
          <p:cNvPr id="1048603" name="Content Placeholder 2"/>
          <p:cNvSpPr>
            <a:spLocks noGrp="1"/>
          </p:cNvSpPr>
          <p:nvPr>
            <p:ph idx="1"/>
          </p:nvPr>
        </p:nvSpPr>
        <p:spPr>
          <a:xfrm>
            <a:off x="107505" y="1452563"/>
            <a:ext cx="9036496" cy="5360814"/>
          </a:xfrm>
        </p:spPr>
        <p:txBody>
          <a:bodyPr>
            <a:normAutofit lnSpcReduction="10000"/>
          </a:bodyPr>
          <a:p>
            <a:r>
              <a:rPr dirty="0" sz="2400" lang="en-GB"/>
              <a:t>Information about publicly available exploits is widely accessible and often </a:t>
            </a:r>
            <a:r>
              <a:rPr dirty="0" sz="2400" lang="en-GB" smtClean="0"/>
              <a:t>searchable</a:t>
            </a:r>
          </a:p>
          <a:p>
            <a:pPr lvl="1"/>
            <a:r>
              <a:rPr dirty="0" sz="2200" lang="en-US">
                <a:hlinkClick r:id="rId1"/>
              </a:rPr>
              <a:t>https://</a:t>
            </a:r>
            <a:r>
              <a:rPr dirty="0" sz="2200" lang="en-US" smtClean="0">
                <a:hlinkClick r:id="rId1"/>
              </a:rPr>
              <a:t>www.exploit-db.com/</a:t>
            </a:r>
            <a:r>
              <a:rPr dirty="0" sz="2200" lang="en-US" smtClean="0"/>
              <a:t> </a:t>
            </a:r>
          </a:p>
          <a:p>
            <a:r>
              <a:rPr dirty="0" sz="2400" lang="en-GB" smtClean="0"/>
              <a:t>Use CVE </a:t>
            </a:r>
            <a:r>
              <a:rPr dirty="0" sz="2400" lang="en-GB"/>
              <a:t>ID to correlate exploit information with vulnerability information </a:t>
            </a:r>
            <a:r>
              <a:rPr dirty="0" sz="2400" lang="en-GB" smtClean="0"/>
              <a:t>that you already possess</a:t>
            </a:r>
          </a:p>
          <a:p>
            <a:r>
              <a:rPr dirty="0" sz="2400" lang="en-GB"/>
              <a:t>Addressing an exploitable vulnerability is likely a higher priority to your organization than a vulnerability that isn’t yet known to be </a:t>
            </a:r>
            <a:r>
              <a:rPr dirty="0" sz="2400" lang="en-GB" smtClean="0"/>
              <a:t>exploitable</a:t>
            </a:r>
          </a:p>
          <a:p>
            <a:r>
              <a:rPr dirty="0" sz="2400" lang="en-GB" smtClean="0"/>
              <a:t>An </a:t>
            </a:r>
            <a:r>
              <a:rPr dirty="0" sz="2400" lang="en-GB"/>
              <a:t>exploit that enables arbitrary code execution is more severe than one </a:t>
            </a:r>
            <a:r>
              <a:rPr dirty="0" sz="2400" lang="en-GB" smtClean="0"/>
              <a:t>that </a:t>
            </a:r>
            <a:r>
              <a:rPr dirty="0" sz="2400" lang="en-GB"/>
              <a:t>permits reading arbitrary </a:t>
            </a:r>
            <a:r>
              <a:rPr dirty="0" sz="2400" lang="en-GB" smtClean="0"/>
              <a:t>data</a:t>
            </a:r>
          </a:p>
          <a:p>
            <a:r>
              <a:rPr dirty="0" sz="2400" lang="en-GB"/>
              <a:t>Knowing the consequences of an exploit is very useful for prioritizing exploits with more </a:t>
            </a:r>
            <a:r>
              <a:rPr dirty="0" sz="2400" lang="en-GB" smtClean="0"/>
              <a:t>granularity</a:t>
            </a:r>
            <a:endParaRPr dirty="0" sz="2400" lang="en-US" smtClean="0"/>
          </a:p>
        </p:txBody>
      </p:sp>
    </p:spTree>
  </p:cSld>
  <p:clrMapOvr>
    <a:masterClrMapping/>
  </p:clrMapOvr>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2" name=""/>
        <p:cNvGrpSpPr/>
        <p:nvPr/>
      </p:nvGrpSpPr>
      <p:grpSpPr>
        <a:xfrm>
          <a:off x="0" y="0"/>
          <a:ext cx="0" cy="0"/>
          <a:chOff x="0" y="0"/>
          <a:chExt cx="0" cy="0"/>
        </a:xfrm>
      </p:grpSpPr>
      <p:sp>
        <p:nvSpPr>
          <p:cNvPr id="1048606" name="Title 1"/>
          <p:cNvSpPr>
            <a:spLocks noGrp="1"/>
          </p:cNvSpPr>
          <p:nvPr>
            <p:ph type="title"/>
          </p:nvPr>
        </p:nvSpPr>
        <p:spPr>
          <a:xfrm>
            <a:off x="107505" y="39688"/>
            <a:ext cx="9036495" cy="1412875"/>
          </a:xfrm>
        </p:spPr>
        <p:txBody>
          <a:bodyPr/>
          <a:p>
            <a:r>
              <a:rPr dirty="0" lang="en-US" smtClean="0"/>
              <a:t>Advanced </a:t>
            </a:r>
            <a:r>
              <a:rPr dirty="0" lang="en-US"/>
              <a:t>Data Sources</a:t>
            </a:r>
          </a:p>
        </p:txBody>
      </p:sp>
      <p:sp>
        <p:nvSpPr>
          <p:cNvPr id="1048607" name="Content Placeholder 2"/>
          <p:cNvSpPr>
            <a:spLocks noGrp="1"/>
          </p:cNvSpPr>
          <p:nvPr>
            <p:ph idx="1"/>
          </p:nvPr>
        </p:nvSpPr>
        <p:spPr>
          <a:xfrm>
            <a:off x="107505" y="1452563"/>
            <a:ext cx="9036496" cy="5360814"/>
          </a:xfrm>
        </p:spPr>
        <p:txBody>
          <a:bodyPr>
            <a:normAutofit/>
          </a:bodyPr>
          <a:p>
            <a:r>
              <a:rPr b="1" dirty="0" sz="2400" lang="en-GB"/>
              <a:t>Threat intelligence </a:t>
            </a:r>
            <a:r>
              <a:rPr b="1" dirty="0" sz="2400" lang="en-GB" smtClean="0"/>
              <a:t>feeds</a:t>
            </a:r>
            <a:r>
              <a:rPr dirty="0" sz="2400" lang="en-GB" smtClean="0"/>
              <a:t>:  </a:t>
            </a:r>
          </a:p>
          <a:p>
            <a:pPr lvl="1"/>
            <a:r>
              <a:rPr dirty="0" sz="2200" lang="en-GB" smtClean="0"/>
              <a:t>Include </a:t>
            </a:r>
            <a:r>
              <a:rPr dirty="0" sz="2200" lang="en-GB"/>
              <a:t>information about the current threat landscape: threat actors and </a:t>
            </a:r>
            <a:r>
              <a:rPr dirty="0" sz="2200" lang="en-GB" smtClean="0"/>
              <a:t>groups</a:t>
            </a:r>
            <a:r>
              <a:rPr dirty="0" sz="2200" lang="en-US" smtClean="0"/>
              <a:t>.</a:t>
            </a:r>
            <a:endParaRPr altLang="en-US" lang="zh-CN"/>
          </a:p>
          <a:p>
            <a:pPr lvl="1"/>
            <a:r>
              <a:rPr altLang="en-US" dirty="0" sz="2200" lang="en-US" smtClean="0"/>
              <a:t>T</a:t>
            </a:r>
            <a:r>
              <a:rPr altLang="en-US" dirty="0" sz="2200" lang="en-US" smtClean="0"/>
              <a:t>h</a:t>
            </a:r>
            <a:r>
              <a:rPr altLang="en-US" dirty="0" sz="2200" lang="en-US" smtClean="0"/>
              <a:t>r</a:t>
            </a:r>
            <a:r>
              <a:rPr altLang="en-US" dirty="0" sz="2200" lang="en-US" smtClean="0"/>
              <a:t>e</a:t>
            </a:r>
            <a:r>
              <a:rPr altLang="en-US" dirty="0" sz="2200" lang="en-US" smtClean="0"/>
              <a:t>e</a:t>
            </a:r>
            <a:r>
              <a:rPr altLang="en-US" dirty="0" sz="2200" lang="en-US" smtClean="0"/>
              <a:t> </a:t>
            </a:r>
            <a:r>
              <a:rPr altLang="en-US" dirty="0" sz="2200" lang="en-US" smtClean="0"/>
              <a:t>t</a:t>
            </a:r>
            <a:r>
              <a:rPr altLang="en-US" dirty="0" sz="2200" lang="en-US" smtClean="0"/>
              <a:t>y</a:t>
            </a:r>
            <a:r>
              <a:rPr altLang="en-US" dirty="0" sz="2200" lang="en-US" smtClean="0"/>
              <a:t>p</a:t>
            </a:r>
            <a:r>
              <a:rPr altLang="en-US" dirty="0" sz="2200" lang="en-US" smtClean="0"/>
              <a:t>e</a:t>
            </a:r>
            <a:r>
              <a:rPr altLang="en-US" dirty="0" sz="2200" lang="en-US" smtClean="0"/>
              <a:t>s</a:t>
            </a:r>
            <a:r>
              <a:rPr altLang="en-US" dirty="0" sz="2200" lang="en-US" smtClean="0"/>
              <a:t> </a:t>
            </a:r>
            <a:r>
              <a:rPr altLang="en-US" dirty="0" sz="2200" lang="en-US" smtClean="0"/>
              <a:t>o</a:t>
            </a:r>
            <a:r>
              <a:rPr altLang="en-US" dirty="0" sz="2200" lang="en-US" smtClean="0"/>
              <a:t>f</a:t>
            </a:r>
            <a:r>
              <a:rPr altLang="en-US" dirty="0" sz="2200" lang="en-US" smtClean="0"/>
              <a:t> </a:t>
            </a:r>
            <a:r>
              <a:rPr altLang="en-US" dirty="0" sz="2200" lang="en-US" smtClean="0"/>
              <a:t>t</a:t>
            </a:r>
            <a:r>
              <a:rPr altLang="en-US" dirty="0" sz="2200" lang="en-US" smtClean="0"/>
              <a:t>h</a:t>
            </a:r>
            <a:r>
              <a:rPr altLang="en-US" dirty="0" sz="2200" lang="en-US" smtClean="0"/>
              <a:t>r</a:t>
            </a:r>
            <a:r>
              <a:rPr altLang="en-US" dirty="0" sz="2200" lang="en-US" smtClean="0"/>
              <a:t>e</a:t>
            </a:r>
            <a:r>
              <a:rPr altLang="en-US" dirty="0" sz="2200" lang="en-US" smtClean="0"/>
              <a:t>a</a:t>
            </a:r>
            <a:r>
              <a:rPr altLang="en-US" dirty="0" sz="2200" lang="en-US" smtClean="0"/>
              <a:t>t</a:t>
            </a:r>
            <a:r>
              <a:rPr altLang="en-US" dirty="0" sz="2200" lang="en-US" smtClean="0"/>
              <a:t> </a:t>
            </a:r>
            <a:r>
              <a:rPr altLang="en-US" dirty="0" sz="2200" lang="en-US" smtClean="0"/>
              <a:t>i</a:t>
            </a:r>
            <a:r>
              <a:rPr altLang="en-US" dirty="0" sz="2200" lang="en-US" smtClean="0"/>
              <a:t>n</a:t>
            </a:r>
            <a:r>
              <a:rPr altLang="en-US" dirty="0" sz="2200" lang="en-US" smtClean="0"/>
              <a:t>t</a:t>
            </a:r>
            <a:r>
              <a:rPr altLang="en-US" dirty="0" sz="2200" lang="en-US" smtClean="0"/>
              <a:t>e</a:t>
            </a:r>
            <a:r>
              <a:rPr altLang="en-US" dirty="0" sz="2200" lang="en-US" smtClean="0"/>
              <a:t>l</a:t>
            </a:r>
            <a:r>
              <a:rPr altLang="en-US" dirty="0" sz="2200" lang="en-US" smtClean="0"/>
              <a:t>l</a:t>
            </a:r>
            <a:r>
              <a:rPr altLang="en-US" dirty="0" sz="2200" lang="en-US" smtClean="0"/>
              <a:t>i</a:t>
            </a:r>
            <a:r>
              <a:rPr altLang="en-US" dirty="0" sz="2200" lang="en-US" smtClean="0"/>
              <a:t>gence </a:t>
            </a:r>
            <a:r>
              <a:rPr altLang="en-US" dirty="0" sz="2200" lang="en-US" smtClean="0"/>
              <a:t>i</a:t>
            </a:r>
            <a:r>
              <a:rPr altLang="en-US" dirty="0" sz="2200" lang="en-US" smtClean="0"/>
              <a:t>s</a:t>
            </a:r>
            <a:endParaRPr altLang="en-US" lang="zh-CN"/>
          </a:p>
          <a:p>
            <a:pPr lvl="1"/>
            <a:r>
              <a:rPr altLang="en-US" dirty="0" sz="2200" lang="en-US" smtClean="0"/>
              <a:t>(</a:t>
            </a:r>
            <a:r>
              <a:rPr altLang="en-US" dirty="0" sz="2200" lang="en-US" smtClean="0"/>
              <a:t>1</a:t>
            </a:r>
            <a:r>
              <a:rPr altLang="en-US" dirty="0" sz="2200" lang="en-US" smtClean="0"/>
              <a:t>)</a:t>
            </a:r>
            <a:r>
              <a:rPr altLang="en-US" dirty="0" sz="2200" lang="en-US" smtClean="0"/>
              <a:t> </a:t>
            </a:r>
            <a:r>
              <a:rPr altLang="en-US" dirty="0" sz="2200" lang="en-US" smtClean="0"/>
              <a:t>S</a:t>
            </a:r>
            <a:r>
              <a:rPr altLang="en-US" dirty="0" sz="2200" lang="en-US" smtClean="0"/>
              <a:t>t</a:t>
            </a:r>
            <a:r>
              <a:rPr altLang="en-US" dirty="0" sz="2200" lang="en-US" smtClean="0"/>
              <a:t>r</a:t>
            </a:r>
            <a:r>
              <a:rPr altLang="en-US" dirty="0" sz="2200" lang="en-US" smtClean="0"/>
              <a:t>e</a:t>
            </a:r>
            <a:r>
              <a:rPr altLang="en-US" dirty="0" sz="2200" lang="en-US" smtClean="0"/>
              <a:t>t</a:t>
            </a:r>
            <a:r>
              <a:rPr altLang="en-US" dirty="0" sz="2200" lang="en-US" smtClean="0"/>
              <a:t>g</a:t>
            </a:r>
            <a:r>
              <a:rPr altLang="en-US" dirty="0" sz="2200" lang="en-US" smtClean="0"/>
              <a:t>i</a:t>
            </a:r>
            <a:r>
              <a:rPr altLang="en-US" dirty="0" sz="2200" lang="en-US" smtClean="0"/>
              <a:t>c</a:t>
            </a:r>
            <a:r>
              <a:rPr altLang="en-US" dirty="0" sz="2200" lang="en-US" smtClean="0"/>
              <a:t> </a:t>
            </a:r>
            <a:r>
              <a:rPr altLang="en-US" dirty="0" sz="2200" lang="en-US" smtClean="0"/>
              <a:t>t</a:t>
            </a:r>
            <a:r>
              <a:rPr altLang="en-US" dirty="0" sz="2200" lang="en-US" smtClean="0"/>
              <a:t>h</a:t>
            </a:r>
            <a:r>
              <a:rPr altLang="en-US" dirty="0" sz="2200" lang="en-US" smtClean="0"/>
              <a:t>r</a:t>
            </a:r>
            <a:r>
              <a:rPr altLang="en-US" dirty="0" sz="2200" lang="en-US" smtClean="0"/>
              <a:t>e</a:t>
            </a:r>
            <a:r>
              <a:rPr altLang="en-US" dirty="0" sz="2200" lang="en-US" smtClean="0"/>
              <a:t>a</a:t>
            </a:r>
            <a:r>
              <a:rPr altLang="en-US" dirty="0" sz="2200" lang="en-US" smtClean="0"/>
              <a:t>t</a:t>
            </a:r>
            <a:r>
              <a:rPr altLang="en-US" dirty="0" sz="2200" lang="en-US" smtClean="0"/>
              <a:t> </a:t>
            </a:r>
            <a:r>
              <a:rPr altLang="en-US" dirty="0" sz="2200" lang="en-US" smtClean="0"/>
              <a:t>intelligence </a:t>
            </a:r>
            <a:r>
              <a:rPr altLang="en-US" dirty="0" sz="2200" lang="en-US" smtClean="0"/>
              <a:t>(</a:t>
            </a:r>
            <a:r>
              <a:rPr altLang="en-US" dirty="0" sz="2200" lang="en-US" smtClean="0"/>
              <a:t>2</a:t>
            </a:r>
            <a:r>
              <a:rPr altLang="en-US" dirty="0" sz="2200" lang="en-US" smtClean="0"/>
              <a:t>)</a:t>
            </a:r>
            <a:r>
              <a:rPr altLang="en-US" dirty="0" sz="2200" lang="en-US" smtClean="0"/>
              <a:t> tactical </a:t>
            </a:r>
            <a:r>
              <a:rPr altLang="en-US" dirty="0" sz="2200" lang="en-US" smtClean="0"/>
              <a:t>t</a:t>
            </a:r>
            <a:r>
              <a:rPr altLang="en-US" dirty="0" sz="2200" lang="en-US" smtClean="0"/>
              <a:t>h</a:t>
            </a:r>
            <a:r>
              <a:rPr altLang="en-US" dirty="0" sz="2200" lang="en-US" smtClean="0"/>
              <a:t>r</a:t>
            </a:r>
            <a:r>
              <a:rPr altLang="en-US" dirty="0" sz="2200" lang="en-US" smtClean="0"/>
              <a:t>e</a:t>
            </a:r>
            <a:r>
              <a:rPr altLang="en-US" dirty="0" sz="2200" lang="en-US" smtClean="0"/>
              <a:t>a</a:t>
            </a:r>
            <a:r>
              <a:rPr altLang="en-US" dirty="0" sz="2200" lang="en-US" smtClean="0"/>
              <a:t>d </a:t>
            </a:r>
            <a:r>
              <a:rPr altLang="en-US" dirty="0" sz="2200" lang="en-US" smtClean="0"/>
              <a:t>i</a:t>
            </a:r>
            <a:r>
              <a:rPr altLang="en-US" dirty="0" sz="2200" lang="en-US" smtClean="0"/>
              <a:t>n</a:t>
            </a:r>
            <a:r>
              <a:rPr altLang="en-US" dirty="0" sz="2200" lang="en-US" smtClean="0"/>
              <a:t>t</a:t>
            </a:r>
            <a:r>
              <a:rPr altLang="en-US" dirty="0" sz="2200" lang="en-US" smtClean="0"/>
              <a:t>e</a:t>
            </a:r>
            <a:r>
              <a:rPr altLang="en-US" dirty="0" sz="2200" lang="en-US" smtClean="0"/>
              <a:t>l</a:t>
            </a:r>
            <a:r>
              <a:rPr altLang="en-US" dirty="0" sz="2200" lang="en-US" smtClean="0"/>
              <a:t>l</a:t>
            </a:r>
            <a:r>
              <a:rPr altLang="en-US" dirty="0" sz="2200" lang="en-US" smtClean="0"/>
              <a:t>igence </a:t>
            </a:r>
            <a:r>
              <a:rPr altLang="en-US" dirty="0" sz="2200" lang="en-US" smtClean="0"/>
              <a:t>(</a:t>
            </a:r>
            <a:r>
              <a:rPr altLang="en-US" dirty="0" sz="2200" lang="en-US" smtClean="0"/>
              <a:t>3</a:t>
            </a:r>
            <a:r>
              <a:rPr altLang="en-US" dirty="0" sz="2200" lang="en-US" smtClean="0"/>
              <a:t>)</a:t>
            </a:r>
            <a:r>
              <a:rPr altLang="en-US" dirty="0" sz="2200" lang="en-US" smtClean="0"/>
              <a:t>o</a:t>
            </a:r>
            <a:r>
              <a:rPr altLang="en-US" dirty="0" sz="2200" lang="en-US" smtClean="0"/>
              <a:t>p</a:t>
            </a:r>
            <a:r>
              <a:rPr altLang="en-US" dirty="0" sz="2200" lang="en-US" smtClean="0"/>
              <a:t>e</a:t>
            </a:r>
            <a:r>
              <a:rPr altLang="en-US" dirty="0" sz="2200" lang="en-US" smtClean="0"/>
              <a:t>r</a:t>
            </a:r>
            <a:r>
              <a:rPr altLang="en-US" dirty="0" sz="2200" lang="en-US" smtClean="0"/>
              <a:t>a</a:t>
            </a:r>
            <a:r>
              <a:rPr altLang="en-US" dirty="0" sz="2200" lang="en-US" smtClean="0"/>
              <a:t>t</a:t>
            </a:r>
            <a:r>
              <a:rPr altLang="en-US" dirty="0" sz="2200" lang="en-US" smtClean="0"/>
              <a:t>i</a:t>
            </a:r>
            <a:r>
              <a:rPr altLang="en-US" dirty="0" sz="2200" lang="en-US" smtClean="0"/>
              <a:t>o</a:t>
            </a:r>
            <a:r>
              <a:rPr altLang="en-US" dirty="0" sz="2200" lang="en-US" smtClean="0"/>
              <a:t>n</a:t>
            </a:r>
            <a:r>
              <a:rPr altLang="en-US" dirty="0" sz="2200" lang="en-US" smtClean="0"/>
              <a:t>a</a:t>
            </a:r>
            <a:r>
              <a:rPr altLang="en-US" dirty="0" sz="2200" lang="en-US" smtClean="0"/>
              <a:t>l</a:t>
            </a:r>
            <a:r>
              <a:rPr altLang="en-US" dirty="0" sz="2200" lang="en-US" smtClean="0"/>
              <a:t> </a:t>
            </a:r>
            <a:r>
              <a:rPr altLang="en-US" dirty="0" sz="2200" lang="en-US" smtClean="0"/>
              <a:t>t</a:t>
            </a:r>
            <a:r>
              <a:rPr altLang="en-US" dirty="0" sz="2200" lang="en-US" smtClean="0"/>
              <a:t>h</a:t>
            </a:r>
            <a:r>
              <a:rPr altLang="en-US" dirty="0" sz="2200" lang="en-US" smtClean="0"/>
              <a:t>r</a:t>
            </a:r>
            <a:r>
              <a:rPr altLang="en-US" dirty="0" sz="2200" lang="en-US" smtClean="0"/>
              <a:t>e</a:t>
            </a:r>
            <a:r>
              <a:rPr altLang="en-US" dirty="0" sz="2200" lang="en-US" smtClean="0"/>
              <a:t>a</a:t>
            </a:r>
            <a:r>
              <a:rPr altLang="en-US" dirty="0" sz="2200" lang="en-US" smtClean="0"/>
              <a:t>d </a:t>
            </a:r>
            <a:r>
              <a:rPr altLang="en-US" dirty="0" sz="2200" lang="en-US" smtClean="0"/>
              <a:t>intelligence </a:t>
            </a:r>
            <a:endParaRPr altLang="en-US" lang="zh-CN"/>
          </a:p>
          <a:p>
            <a:pPr lvl="1"/>
            <a:r>
              <a:rPr dirty="0" sz="2200" lang="en-GB"/>
              <a:t>T</a:t>
            </a:r>
            <a:r>
              <a:rPr dirty="0" sz="2200" lang="en-GB" smtClean="0"/>
              <a:t>he </a:t>
            </a:r>
            <a:r>
              <a:rPr dirty="0" sz="2200" lang="en-GB"/>
              <a:t>exploits currently being used in exploit kits, and the vulnerabilities with privately available exploits that aren’t yet public </a:t>
            </a:r>
            <a:r>
              <a:rPr dirty="0" sz="2200" lang="en-GB" smtClean="0"/>
              <a:t>knowledge</a:t>
            </a:r>
          </a:p>
          <a:p>
            <a:pPr lvl="1"/>
            <a:r>
              <a:rPr dirty="0" sz="2200" lang="en-GB" smtClean="0"/>
              <a:t>Because </a:t>
            </a:r>
            <a:r>
              <a:rPr dirty="0" sz="2200" lang="en-GB"/>
              <a:t>these threat feeds contain fresh data, you should use the feed data as soon as it comes in to get a timely assessment of your exposure to newly discovered </a:t>
            </a:r>
            <a:r>
              <a:rPr dirty="0" sz="2200" lang="en-GB" smtClean="0"/>
              <a:t>threats</a:t>
            </a:r>
          </a:p>
          <a:p>
            <a:pPr lvl="1"/>
            <a:r>
              <a:rPr dirty="0" sz="2200" lang="en-GB" smtClean="0"/>
              <a:t>Numerous </a:t>
            </a:r>
            <a:r>
              <a:rPr dirty="0" sz="2200" lang="en-GB"/>
              <a:t>free and paid threat feeds are available, such as </a:t>
            </a:r>
            <a:r>
              <a:rPr dirty="0" sz="2200" lang="en-GB" err="1"/>
              <a:t>iSight</a:t>
            </a:r>
            <a:r>
              <a:rPr dirty="0" sz="2200" lang="en-GB"/>
              <a:t> Threat Intelligence, </a:t>
            </a:r>
            <a:r>
              <a:rPr dirty="0" sz="2200" lang="en-GB" err="1"/>
              <a:t>iDefense</a:t>
            </a:r>
            <a:r>
              <a:rPr dirty="0" sz="2200" lang="en-GB"/>
              <a:t> Threat Intelligence, and industry-specific threat feeds, like the one provided by </a:t>
            </a:r>
            <a:r>
              <a:rPr dirty="0" sz="2200" lang="en-GB" smtClean="0"/>
              <a:t>FS-ISAC</a:t>
            </a:r>
            <a:endParaRPr dirty="0" sz="2200" lang="en-US"/>
          </a:p>
        </p:txBody>
      </p:sp>
    </p:spTree>
  </p:cSld>
  <p:clrMapOvr>
    <a:masterClrMapping/>
  </p:clrMapOvr>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1048610" name="Title 1"/>
          <p:cNvSpPr>
            <a:spLocks noGrp="1"/>
          </p:cNvSpPr>
          <p:nvPr>
            <p:ph type="title"/>
          </p:nvPr>
        </p:nvSpPr>
        <p:spPr>
          <a:xfrm>
            <a:off x="107505" y="39688"/>
            <a:ext cx="9036495" cy="1412875"/>
          </a:xfrm>
        </p:spPr>
        <p:txBody>
          <a:bodyPr/>
          <a:p>
            <a:r>
              <a:rPr dirty="0" lang="en-US" smtClean="0"/>
              <a:t>Advanced </a:t>
            </a:r>
            <a:r>
              <a:rPr dirty="0" lang="en-US"/>
              <a:t>Data Sources</a:t>
            </a:r>
          </a:p>
        </p:txBody>
      </p:sp>
      <p:sp>
        <p:nvSpPr>
          <p:cNvPr id="1048611" name="Content Placeholder 2"/>
          <p:cNvSpPr>
            <a:spLocks noGrp="1"/>
          </p:cNvSpPr>
          <p:nvPr>
            <p:ph idx="1"/>
          </p:nvPr>
        </p:nvSpPr>
        <p:spPr>
          <a:xfrm>
            <a:off x="107505" y="1452563"/>
            <a:ext cx="9036496" cy="5360814"/>
          </a:xfrm>
        </p:spPr>
        <p:txBody>
          <a:bodyPr>
            <a:normAutofit/>
          </a:bodyPr>
          <a:p>
            <a:r>
              <a:rPr b="1" dirty="0" sz="2400" lang="en-GB" smtClean="0"/>
              <a:t>Proprietary exploits</a:t>
            </a:r>
            <a:r>
              <a:rPr dirty="0" sz="2400" lang="en-GB" smtClean="0"/>
              <a:t>:  </a:t>
            </a:r>
          </a:p>
          <a:p>
            <a:pPr lvl="1"/>
            <a:r>
              <a:rPr dirty="0" sz="2200" lang="en-GB" smtClean="0"/>
              <a:t>Sources </a:t>
            </a:r>
            <a:r>
              <a:rPr dirty="0" sz="2200" lang="en-GB"/>
              <a:t>range from commercial threat intelligence sources that commission their own exploit research to decidedly </a:t>
            </a:r>
            <a:r>
              <a:rPr dirty="0" sz="2200" lang="en-GB" smtClean="0"/>
              <a:t>grey- </a:t>
            </a:r>
            <a:r>
              <a:rPr dirty="0" sz="2200" lang="en-GB"/>
              <a:t>or black-market </a:t>
            </a:r>
            <a:r>
              <a:rPr dirty="0" sz="2200" lang="en-GB" smtClean="0"/>
              <a:t>options</a:t>
            </a:r>
          </a:p>
          <a:p>
            <a:pPr lvl="1"/>
            <a:r>
              <a:rPr dirty="0" sz="2200" lang="en-GB" smtClean="0"/>
              <a:t>such </a:t>
            </a:r>
            <a:r>
              <a:rPr dirty="0" sz="2200" lang="en-GB"/>
              <a:t>as independent researchers selling newly discovered vulnerability and exploit information to the highest </a:t>
            </a:r>
            <a:r>
              <a:rPr dirty="0" sz="2200" lang="en-GB" smtClean="0"/>
              <a:t>bidder</a:t>
            </a:r>
          </a:p>
          <a:p>
            <a:pPr lvl="1"/>
            <a:r>
              <a:rPr dirty="0" sz="2200" lang="en-GB" smtClean="0"/>
              <a:t>Whatever </a:t>
            </a:r>
            <a:r>
              <a:rPr dirty="0" sz="2200" lang="en-GB"/>
              <a:t>the source, proprietary exploit information will help you better prioritize your own vulnerability data based on exploits you would otherwise be unaware </a:t>
            </a:r>
            <a:r>
              <a:rPr dirty="0" sz="2200" lang="en-GB" smtClean="0"/>
              <a:t>of</a:t>
            </a:r>
            <a:endParaRPr dirty="0" sz="2200" lang="en-US"/>
          </a:p>
        </p:txBody>
      </p:sp>
    </p:spTree>
  </p:cSld>
  <p:clrMapOvr>
    <a:masterClrMapping/>
  </p:clrMapOvr>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8" name=""/>
        <p:cNvGrpSpPr/>
        <p:nvPr/>
      </p:nvGrpSpPr>
      <p:grpSpPr>
        <a:xfrm>
          <a:off x="0" y="0"/>
          <a:ext cx="0" cy="0"/>
          <a:chOff x="0" y="0"/>
          <a:chExt cx="0" cy="0"/>
        </a:xfrm>
      </p:grpSpPr>
      <p:sp>
        <p:nvSpPr>
          <p:cNvPr id="1048614" name="Title 1"/>
          <p:cNvSpPr>
            <a:spLocks noGrp="1"/>
          </p:cNvSpPr>
          <p:nvPr>
            <p:ph type="title"/>
          </p:nvPr>
        </p:nvSpPr>
        <p:spPr>
          <a:xfrm>
            <a:off x="107505" y="39688"/>
            <a:ext cx="9036495" cy="1412875"/>
          </a:xfrm>
        </p:spPr>
        <p:txBody>
          <a:bodyPr/>
          <a:p>
            <a:r>
              <a:rPr dirty="0" lang="en-US" smtClean="0"/>
              <a:t>Advanced </a:t>
            </a:r>
            <a:r>
              <a:rPr dirty="0" lang="en-US"/>
              <a:t>Data Sources</a:t>
            </a:r>
          </a:p>
        </p:txBody>
      </p:sp>
      <p:sp>
        <p:nvSpPr>
          <p:cNvPr id="1048615" name="Content Placeholder 2"/>
          <p:cNvSpPr>
            <a:spLocks noGrp="1"/>
          </p:cNvSpPr>
          <p:nvPr>
            <p:ph idx="1"/>
          </p:nvPr>
        </p:nvSpPr>
        <p:spPr>
          <a:xfrm>
            <a:off x="107505" y="1452563"/>
            <a:ext cx="9036496" cy="5360814"/>
          </a:xfrm>
        </p:spPr>
        <p:txBody>
          <a:bodyPr>
            <a:normAutofit/>
          </a:bodyPr>
          <a:p>
            <a:r>
              <a:rPr b="1" dirty="0" sz="2400" lang="en-GB" smtClean="0"/>
              <a:t>Network </a:t>
            </a:r>
            <a:r>
              <a:rPr b="1" dirty="0" sz="2400" lang="en-GB"/>
              <a:t>configurations </a:t>
            </a:r>
            <a:r>
              <a:rPr dirty="0" sz="2400" lang="en-GB" smtClean="0"/>
              <a:t>:  </a:t>
            </a:r>
          </a:p>
          <a:p>
            <a:pPr lvl="1"/>
            <a:r>
              <a:rPr dirty="0" sz="2200" lang="en-GB" smtClean="0"/>
              <a:t>Use </a:t>
            </a:r>
            <a:r>
              <a:rPr dirty="0" sz="2200" lang="en-GB"/>
              <a:t>network configurations from </a:t>
            </a:r>
            <a:r>
              <a:rPr dirty="0" sz="2200" lang="en-GB" smtClean="0"/>
              <a:t>routing devices </a:t>
            </a:r>
            <a:r>
              <a:rPr dirty="0" sz="2200" lang="en-GB"/>
              <a:t>like routers, firewalls, and managed switches to create a </a:t>
            </a:r>
            <a:r>
              <a:rPr dirty="0" sz="2200" lang="en-GB" smtClean="0"/>
              <a:t>model of </a:t>
            </a:r>
            <a:r>
              <a:rPr dirty="0" sz="2200" lang="en-GB"/>
              <a:t>your </a:t>
            </a:r>
            <a:r>
              <a:rPr dirty="0" sz="2200" lang="en-GB" smtClean="0"/>
              <a:t>network</a:t>
            </a:r>
          </a:p>
          <a:p>
            <a:pPr lvl="1"/>
            <a:r>
              <a:rPr dirty="0" sz="2200" lang="en-GB" smtClean="0"/>
              <a:t>By </a:t>
            </a:r>
            <a:r>
              <a:rPr dirty="0" sz="2200" lang="en-GB"/>
              <a:t>combining this information (which subnets </a:t>
            </a:r>
            <a:r>
              <a:rPr dirty="0" sz="2200" lang="en-GB" smtClean="0"/>
              <a:t>route to </a:t>
            </a:r>
            <a:r>
              <a:rPr dirty="0" sz="2200" lang="en-GB"/>
              <a:t>which, which ports are accessible from where) with vulnerability </a:t>
            </a:r>
            <a:r>
              <a:rPr dirty="0" sz="2200" lang="en-GB" smtClean="0"/>
              <a:t>and exploit </a:t>
            </a:r>
            <a:r>
              <a:rPr dirty="0" sz="2200" lang="en-GB"/>
              <a:t>data, you get a deep understanding of your network attack </a:t>
            </a:r>
            <a:r>
              <a:rPr dirty="0" sz="2200" lang="en-GB" smtClean="0"/>
              <a:t>surface</a:t>
            </a:r>
            <a:endParaRPr dirty="0" sz="2200" lang="en-GB"/>
          </a:p>
          <a:p>
            <a:pPr lvl="1"/>
            <a:r>
              <a:rPr dirty="0" sz="2200" lang="en-GB"/>
              <a:t>For example, if a Tomcat exploit exists for an internal web </a:t>
            </a:r>
            <a:r>
              <a:rPr dirty="0" sz="2200" lang="en-GB" smtClean="0"/>
              <a:t>application server </a:t>
            </a:r>
            <a:r>
              <a:rPr dirty="0" sz="2200" lang="en-GB"/>
              <a:t>but your router configuration indicates that </a:t>
            </a:r>
            <a:endParaRPr dirty="0" sz="2200" lang="en-GB" smtClean="0"/>
          </a:p>
          <a:p>
            <a:pPr lvl="1"/>
            <a:r>
              <a:rPr dirty="0" sz="2200" lang="en-GB"/>
              <a:t>T</a:t>
            </a:r>
            <a:r>
              <a:rPr dirty="0" sz="2200" lang="en-GB" smtClean="0"/>
              <a:t>his server is </a:t>
            </a:r>
            <a:r>
              <a:rPr dirty="0" sz="2200" lang="en-GB"/>
              <a:t>accessible only to a limited list of source IP addresses, it might be </a:t>
            </a:r>
            <a:r>
              <a:rPr dirty="0" sz="2200" lang="en-GB" smtClean="0"/>
              <a:t>of less </a:t>
            </a:r>
            <a:r>
              <a:rPr dirty="0" sz="2200" lang="en-GB"/>
              <a:t>concern to you than if it were accessible to the internet at </a:t>
            </a:r>
            <a:r>
              <a:rPr dirty="0" sz="2200" lang="en-GB" smtClean="0"/>
              <a:t>large</a:t>
            </a:r>
          </a:p>
          <a:p>
            <a:pPr lvl="1"/>
            <a:r>
              <a:rPr dirty="0" sz="2200" lang="en-GB" smtClean="0"/>
              <a:t>It </a:t>
            </a:r>
            <a:r>
              <a:rPr dirty="0" sz="2200" lang="en-GB"/>
              <a:t>takes significant work to integrate this data with your existing vulnerability data</a:t>
            </a:r>
            <a:endParaRPr dirty="0" sz="2200" lang="en-GB" smtClean="0"/>
          </a:p>
        </p:txBody>
      </p:sp>
    </p:spTree>
  </p:cSld>
  <p:clrMapOvr>
    <a:masterClrMapping/>
  </p:clrMapOvr>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618" name="Title 1"/>
          <p:cNvSpPr>
            <a:spLocks noGrp="1"/>
          </p:cNvSpPr>
          <p:nvPr>
            <p:ph type="title"/>
          </p:nvPr>
        </p:nvSpPr>
        <p:spPr>
          <a:xfrm>
            <a:off x="107505" y="39688"/>
            <a:ext cx="9036495" cy="1412875"/>
          </a:xfrm>
        </p:spPr>
        <p:txBody>
          <a:bodyPr/>
          <a:p>
            <a:r>
              <a:rPr dirty="0" lang="en-US" smtClean="0"/>
              <a:t>.</a:t>
            </a:r>
            <a:endParaRPr dirty="0" lang="en-US"/>
          </a:p>
        </p:txBody>
      </p:sp>
      <p:sp>
        <p:nvSpPr>
          <p:cNvPr id="1048619" name="Content Placeholder 2"/>
          <p:cNvSpPr>
            <a:spLocks noGrp="1"/>
          </p:cNvSpPr>
          <p:nvPr>
            <p:ph idx="1"/>
          </p:nvPr>
        </p:nvSpPr>
        <p:spPr>
          <a:xfrm>
            <a:off x="107505" y="1452563"/>
            <a:ext cx="9036496" cy="5360814"/>
          </a:xfrm>
        </p:spPr>
        <p:txBody>
          <a:bodyPr>
            <a:normAutofit/>
          </a:bodyPr>
          <a:p>
            <a:r>
              <a:rPr b="1" dirty="0" sz="2400" lang="en-GB" smtClean="0"/>
              <a:t>.</a:t>
            </a:r>
            <a:endParaRPr dirty="0" sz="2200" lang="en-GB" smtClean="0"/>
          </a:p>
        </p:txBody>
      </p:sp>
      <p:pic>
        <p:nvPicPr>
          <p:cNvPr id="2097154" name="Picture 3"/>
          <p:cNvPicPr>
            <a:picLocks noChangeAspect="1"/>
          </p:cNvPicPr>
          <p:nvPr/>
        </p:nvPicPr>
        <p:blipFill>
          <a:blip xmlns:r="http://schemas.openxmlformats.org/officeDocument/2006/relationships" r:embed="rId1"/>
          <a:stretch>
            <a:fillRect/>
          </a:stretch>
        </p:blipFill>
        <p:spPr>
          <a:xfrm>
            <a:off x="539552" y="216023"/>
            <a:ext cx="7560840" cy="6669361"/>
          </a:xfrm>
          <a:prstGeom prst="rect"/>
        </p:spPr>
      </p:pic>
    </p:spTree>
  </p:cSld>
  <p:clrMapOvr>
    <a:masterClrMapping/>
  </p:clrMapOvr>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1048622" name="Title 1"/>
          <p:cNvSpPr>
            <a:spLocks noGrp="1"/>
          </p:cNvSpPr>
          <p:nvPr>
            <p:ph type="title"/>
          </p:nvPr>
        </p:nvSpPr>
        <p:spPr>
          <a:xfrm>
            <a:off x="107505" y="39688"/>
            <a:ext cx="9036495" cy="1412875"/>
          </a:xfrm>
        </p:spPr>
        <p:txBody>
          <a:bodyPr/>
          <a:p>
            <a:r>
              <a:rPr dirty="0" lang="en-US" smtClean="0"/>
              <a:t>The </a:t>
            </a:r>
            <a:r>
              <a:rPr dirty="0" lang="en-US"/>
              <a:t>Vulnerability Creation Process</a:t>
            </a:r>
          </a:p>
        </p:txBody>
      </p:sp>
      <p:sp>
        <p:nvSpPr>
          <p:cNvPr id="1048623" name="Content Placeholder 2"/>
          <p:cNvSpPr>
            <a:spLocks noGrp="1"/>
          </p:cNvSpPr>
          <p:nvPr>
            <p:ph idx="1"/>
          </p:nvPr>
        </p:nvSpPr>
        <p:spPr>
          <a:xfrm>
            <a:off x="107505" y="1452563"/>
            <a:ext cx="9036496" cy="5360814"/>
          </a:xfrm>
        </p:spPr>
        <p:txBody>
          <a:bodyPr>
            <a:normAutofit/>
          </a:bodyPr>
          <a:p>
            <a:r>
              <a:rPr dirty="0" sz="2200" lang="en-GB" smtClean="0"/>
              <a:t>Should </a:t>
            </a:r>
            <a:r>
              <a:rPr dirty="0" sz="2200" lang="en-GB"/>
              <a:t>consider how </a:t>
            </a:r>
            <a:r>
              <a:rPr dirty="0" sz="2200" lang="en-GB" smtClean="0"/>
              <a:t>programs are developed now a days:</a:t>
            </a:r>
          </a:p>
          <a:p>
            <a:r>
              <a:rPr dirty="0" sz="2200" lang="en-GB" smtClean="0"/>
              <a:t>1. Concept </a:t>
            </a:r>
            <a:r>
              <a:rPr dirty="0" sz="2200" lang="en-GB"/>
              <a:t>and proposal: A business or government operation has a </a:t>
            </a:r>
            <a:r>
              <a:rPr dirty="0" sz="2200" lang="en-GB" smtClean="0"/>
              <a:t>required function</a:t>
            </a:r>
            <a:endParaRPr dirty="0" sz="2200" lang="en-GB"/>
          </a:p>
          <a:p>
            <a:r>
              <a:rPr dirty="0" sz="2200" lang="en-GB" smtClean="0"/>
              <a:t>2</a:t>
            </a:r>
            <a:r>
              <a:rPr dirty="0" sz="2200" lang="en-GB"/>
              <a:t>. Requirements gathering: The developer </a:t>
            </a:r>
            <a:r>
              <a:rPr dirty="0" sz="2200" lang="en-GB" smtClean="0"/>
              <a:t>analyses </a:t>
            </a:r>
            <a:r>
              <a:rPr dirty="0" sz="2200" lang="en-GB"/>
              <a:t>the requirements and </a:t>
            </a:r>
            <a:r>
              <a:rPr dirty="0" sz="2200" lang="en-GB" smtClean="0"/>
              <a:t>clarifies them </a:t>
            </a:r>
            <a:r>
              <a:rPr dirty="0" sz="2200" lang="en-GB"/>
              <a:t>with the </a:t>
            </a:r>
            <a:r>
              <a:rPr dirty="0" sz="2200" lang="en-GB" smtClean="0"/>
              <a:t>business</a:t>
            </a:r>
            <a:endParaRPr dirty="0" sz="2200" lang="en-GB"/>
          </a:p>
          <a:p>
            <a:r>
              <a:rPr dirty="0" sz="2200" lang="en-GB"/>
              <a:t>3. Design: A design is developed against the </a:t>
            </a:r>
            <a:r>
              <a:rPr dirty="0" sz="2200" lang="en-GB" smtClean="0"/>
              <a:t>requirements</a:t>
            </a:r>
            <a:endParaRPr dirty="0" sz="2200" lang="en-GB"/>
          </a:p>
          <a:p>
            <a:r>
              <a:rPr dirty="0" sz="2200" lang="en-GB"/>
              <a:t>4. Code: Programmers write the code and test </a:t>
            </a:r>
            <a:r>
              <a:rPr dirty="0" sz="2200" lang="en-GB" smtClean="0"/>
              <a:t>it</a:t>
            </a:r>
            <a:endParaRPr dirty="0" sz="2200" lang="en-GB"/>
          </a:p>
          <a:p>
            <a:r>
              <a:rPr dirty="0" sz="2200" lang="en-GB"/>
              <a:t>5. Test: T</a:t>
            </a:r>
            <a:r>
              <a:rPr dirty="0" sz="2200" lang="en-GB" smtClean="0"/>
              <a:t>he </a:t>
            </a:r>
            <a:r>
              <a:rPr dirty="0" sz="2200" lang="en-GB"/>
              <a:t>quality assurance </a:t>
            </a:r>
            <a:r>
              <a:rPr dirty="0" sz="2200" lang="en-GB" smtClean="0"/>
              <a:t>team makes </a:t>
            </a:r>
            <a:r>
              <a:rPr dirty="0" sz="2200" lang="en-GB"/>
              <a:t>sure that the code meets the </a:t>
            </a:r>
            <a:r>
              <a:rPr dirty="0" sz="2200" lang="en-GB" smtClean="0"/>
              <a:t>requirements</a:t>
            </a:r>
            <a:endParaRPr dirty="0" sz="2200" lang="en-GB"/>
          </a:p>
          <a:p>
            <a:endParaRPr dirty="0" sz="2200" lang="en-GB" smtClean="0"/>
          </a:p>
        </p:txBody>
      </p:sp>
    </p:spTree>
  </p:cSld>
  <p:clrMapOvr>
    <a:masterClrMapping/>
  </p:clrMapOvr>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sp>
        <p:nvSpPr>
          <p:cNvPr id="1048626" name="Title 1"/>
          <p:cNvSpPr>
            <a:spLocks noGrp="1"/>
          </p:cNvSpPr>
          <p:nvPr>
            <p:ph type="title"/>
          </p:nvPr>
        </p:nvSpPr>
        <p:spPr>
          <a:xfrm>
            <a:off x="107505" y="39688"/>
            <a:ext cx="9036495" cy="1412875"/>
          </a:xfrm>
        </p:spPr>
        <p:txBody>
          <a:bodyPr/>
          <a:p>
            <a:r>
              <a:rPr dirty="0" lang="en-US" smtClean="0"/>
              <a:t>The </a:t>
            </a:r>
            <a:r>
              <a:rPr dirty="0" lang="en-US"/>
              <a:t>Vulnerability Creation Process</a:t>
            </a:r>
          </a:p>
        </p:txBody>
      </p:sp>
      <p:sp>
        <p:nvSpPr>
          <p:cNvPr id="1048627" name="Content Placeholder 2"/>
          <p:cNvSpPr>
            <a:spLocks noGrp="1"/>
          </p:cNvSpPr>
          <p:nvPr>
            <p:ph idx="1"/>
          </p:nvPr>
        </p:nvSpPr>
        <p:spPr>
          <a:xfrm>
            <a:off x="107505" y="1452563"/>
            <a:ext cx="9036496" cy="5360814"/>
          </a:xfrm>
        </p:spPr>
        <p:txBody>
          <a:bodyPr>
            <a:normAutofit fontScale="95455" lnSpcReduction="10000"/>
          </a:bodyPr>
          <a:p>
            <a:r>
              <a:rPr dirty="0" sz="2200" lang="en-GB" smtClean="0"/>
              <a:t>6</a:t>
            </a:r>
            <a:r>
              <a:rPr dirty="0" sz="2200" lang="en-GB"/>
              <a:t>. Deployment: The business installs the software on production systems </a:t>
            </a:r>
            <a:r>
              <a:rPr dirty="0" sz="2200" lang="en-GB" smtClean="0"/>
              <a:t>and announces </a:t>
            </a:r>
            <a:r>
              <a:rPr dirty="0" sz="2200" lang="en-GB"/>
              <a:t>it to the world. Or, the software is shrink-wrapped and </a:t>
            </a:r>
            <a:r>
              <a:rPr dirty="0" sz="2200" lang="en-GB" smtClean="0"/>
              <a:t>shipped to </a:t>
            </a:r>
            <a:r>
              <a:rPr dirty="0" sz="2200" lang="en-GB"/>
              <a:t>stores </a:t>
            </a:r>
            <a:r>
              <a:rPr dirty="0" sz="2200" lang="en-GB" smtClean="0"/>
              <a:t>everywhere</a:t>
            </a:r>
          </a:p>
          <a:p>
            <a:r>
              <a:rPr dirty="0" sz="2200" lang="en-GB"/>
              <a:t>At each step along the way, there are problems that result in missing something </a:t>
            </a:r>
            <a:r>
              <a:rPr dirty="0" sz="2200" lang="en-GB" smtClean="0"/>
              <a:t>that users </a:t>
            </a:r>
            <a:r>
              <a:rPr dirty="0" sz="2200" lang="en-GB"/>
              <a:t>ultimately </a:t>
            </a:r>
            <a:r>
              <a:rPr dirty="0" sz="2200" lang="en-GB" smtClean="0"/>
              <a:t>regret</a:t>
            </a:r>
          </a:p>
          <a:p>
            <a:r>
              <a:rPr dirty="0" sz="2200" lang="en-GB"/>
              <a:t>7. Identification: A hacker, researcher, or end user finds a flaw in the </a:t>
            </a:r>
            <a:r>
              <a:rPr dirty="0" sz="2200" lang="en-GB" smtClean="0"/>
              <a:t>processing of </a:t>
            </a:r>
            <a:r>
              <a:rPr dirty="0" sz="2200" lang="en-GB"/>
              <a:t>inputs, outputs, or interaction with other system functions. This could </a:t>
            </a:r>
            <a:r>
              <a:rPr dirty="0" sz="2200" lang="en-GB" smtClean="0"/>
              <a:t>also be </a:t>
            </a:r>
            <a:r>
              <a:rPr dirty="0" sz="2200" lang="en-GB"/>
              <a:t>considered hidden or new </a:t>
            </a:r>
            <a:r>
              <a:rPr dirty="0" sz="2200" lang="en-GB" smtClean="0"/>
              <a:t>functionality</a:t>
            </a:r>
            <a:endParaRPr dirty="0" sz="2200" lang="en-GB"/>
          </a:p>
          <a:p>
            <a:r>
              <a:rPr dirty="0" sz="2200" lang="en-GB"/>
              <a:t>8. Exploitation: A person then tries to see how many ways this flaw can </a:t>
            </a:r>
            <a:r>
              <a:rPr dirty="0" sz="2200" lang="en-GB" smtClean="0"/>
              <a:t>be manipulated </a:t>
            </a:r>
            <a:r>
              <a:rPr dirty="0" sz="2200" lang="en-GB"/>
              <a:t>to exceed the original requirements of the </a:t>
            </a:r>
            <a:r>
              <a:rPr dirty="0" sz="2200" lang="en-GB" smtClean="0"/>
              <a:t>software</a:t>
            </a:r>
            <a:endParaRPr dirty="0" sz="2200" lang="en-GB"/>
          </a:p>
          <a:p>
            <a:r>
              <a:rPr dirty="0" sz="2200" lang="en-GB"/>
              <a:t>9. Compromise: An additional piece of software is developed and deployed </a:t>
            </a:r>
            <a:r>
              <a:rPr dirty="0" sz="2200" lang="en-GB" smtClean="0"/>
              <a:t>to recreate </a:t>
            </a:r>
            <a:r>
              <a:rPr dirty="0" sz="2200" lang="en-GB"/>
              <a:t>these circumstances and automate the new </a:t>
            </a:r>
            <a:r>
              <a:rPr dirty="0" sz="2200" lang="en-GB" smtClean="0"/>
              <a:t>functionality</a:t>
            </a:r>
          </a:p>
          <a:p>
            <a:endParaRPr dirty="0" sz="2200" lang="en-GB" smtClean="0"/>
          </a:p>
        </p:txBody>
      </p:sp>
    </p:spTree>
  </p:cSld>
  <p:clrMapOvr>
    <a:masterClrMapping/>
  </p:clrMapOvr>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48630" name="Title 1"/>
          <p:cNvSpPr>
            <a:spLocks noGrp="1"/>
          </p:cNvSpPr>
          <p:nvPr>
            <p:ph type="title"/>
          </p:nvPr>
        </p:nvSpPr>
        <p:spPr>
          <a:xfrm>
            <a:off x="107505" y="39688"/>
            <a:ext cx="9036495" cy="1412875"/>
          </a:xfrm>
        </p:spPr>
        <p:txBody>
          <a:bodyPr/>
          <a:p>
            <a:r>
              <a:rPr dirty="0" lang="en-US" smtClean="0"/>
              <a:t>The </a:t>
            </a:r>
            <a:r>
              <a:rPr dirty="0" lang="en-US"/>
              <a:t>Vulnerability Creation Process</a:t>
            </a:r>
          </a:p>
        </p:txBody>
      </p:sp>
      <p:sp>
        <p:nvSpPr>
          <p:cNvPr id="1048631" name="Content Placeholder 2"/>
          <p:cNvSpPr>
            <a:spLocks noGrp="1"/>
          </p:cNvSpPr>
          <p:nvPr>
            <p:ph idx="1"/>
          </p:nvPr>
        </p:nvSpPr>
        <p:spPr>
          <a:xfrm>
            <a:off x="107505" y="1452563"/>
            <a:ext cx="9036496" cy="5360814"/>
          </a:xfrm>
        </p:spPr>
        <p:txBody>
          <a:bodyPr>
            <a:normAutofit fontScale="95000" lnSpcReduction="10000"/>
          </a:bodyPr>
          <a:p>
            <a:r>
              <a:rPr dirty="0" sz="2200" lang="en-GB"/>
              <a:t>Three factors have made items 7 through 9 more commonplace and more </a:t>
            </a:r>
            <a:r>
              <a:rPr dirty="0" sz="2200" lang="en-GB" smtClean="0"/>
              <a:t>problematic than </a:t>
            </a:r>
            <a:r>
              <a:rPr dirty="0" sz="2200" lang="en-GB"/>
              <a:t>ever: complexity, communication, and </a:t>
            </a:r>
            <a:r>
              <a:rPr dirty="0" sz="2200" lang="en-GB" smtClean="0"/>
              <a:t>interoperability</a:t>
            </a:r>
          </a:p>
          <a:p>
            <a:r>
              <a:rPr dirty="0" sz="2200" lang="en-GB" smtClean="0"/>
              <a:t>Complexity :</a:t>
            </a:r>
          </a:p>
          <a:p>
            <a:pPr lvl="1"/>
            <a:r>
              <a:rPr dirty="0" sz="2000" lang="en-GB"/>
              <a:t>The environment and systems upon which these programs operate are enormously complex </a:t>
            </a:r>
            <a:r>
              <a:rPr dirty="0" sz="2000" lang="en-GB" smtClean="0"/>
              <a:t>e.g. </a:t>
            </a:r>
            <a:r>
              <a:rPr dirty="0" sz="2000" lang="en-GB"/>
              <a:t>OS</a:t>
            </a:r>
          </a:p>
          <a:p>
            <a:r>
              <a:rPr dirty="0" sz="2200" lang="en-GB" smtClean="0">
                <a:cs typeface="ＭＳ Ｐゴシック" pitchFamily="-84" charset="-128"/>
              </a:rPr>
              <a:t>Communication :</a:t>
            </a:r>
          </a:p>
          <a:p>
            <a:pPr lvl="1"/>
            <a:r>
              <a:rPr dirty="0" sz="2000" lang="en-GB"/>
              <a:t>Built-in security flaws in Internet protocols</a:t>
            </a:r>
          </a:p>
          <a:p>
            <a:pPr lvl="1"/>
            <a:r>
              <a:rPr dirty="0" sz="2000" lang="en-GB"/>
              <a:t>Misapplication of a </a:t>
            </a:r>
            <a:r>
              <a:rPr dirty="0" sz="2000" lang="en-GB" smtClean="0"/>
              <a:t>technology</a:t>
            </a:r>
            <a:endParaRPr dirty="0" sz="2200" lang="en-GB" smtClean="0">
              <a:cs typeface="ＭＳ Ｐゴシック" pitchFamily="-84" charset="-128"/>
            </a:endParaRPr>
          </a:p>
          <a:p>
            <a:r>
              <a:rPr dirty="0" sz="2200" lang="en-GB" smtClean="0">
                <a:cs typeface="ＭＳ Ｐゴシック" pitchFamily="-84" charset="-128"/>
              </a:rPr>
              <a:t>Interoperability</a:t>
            </a:r>
            <a:r>
              <a:rPr dirty="0" sz="2000" lang="en-GB" smtClean="0"/>
              <a:t> </a:t>
            </a:r>
            <a:r>
              <a:rPr dirty="0" sz="2000" lang="en-GB"/>
              <a:t>:</a:t>
            </a:r>
          </a:p>
          <a:p>
            <a:pPr lvl="1"/>
            <a:r>
              <a:rPr dirty="0" sz="2000" lang="en-GB" smtClean="0"/>
              <a:t>All the system have the capability of interoperability as they have implemented the standard in their product by their way</a:t>
            </a:r>
          </a:p>
          <a:p>
            <a:pPr lvl="1"/>
            <a:r>
              <a:rPr dirty="0" sz="2000" lang="en-GB" smtClean="0"/>
              <a:t>Every vendor </a:t>
            </a:r>
            <a:r>
              <a:rPr dirty="0" sz="2000" lang="en-GB"/>
              <a:t>would have to identify and patch their </a:t>
            </a:r>
            <a:r>
              <a:rPr dirty="0" sz="2000" lang="en-GB" smtClean="0"/>
              <a:t>products</a:t>
            </a:r>
          </a:p>
          <a:p>
            <a:pPr lvl="1"/>
            <a:endParaRPr dirty="0" sz="2000" lang="en-GB" smtClean="0"/>
          </a:p>
          <a:p>
            <a:pPr lvl="1"/>
            <a:endParaRPr dirty="0" sz="2000" lang="en-GB" smtClean="0"/>
          </a:p>
        </p:txBody>
      </p:sp>
    </p:spTree>
  </p:cSld>
  <p:clrMapOvr>
    <a:masterClrMapping/>
  </p:clrMapOvr>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3" name=""/>
        <p:cNvGrpSpPr/>
        <p:nvPr/>
      </p:nvGrpSpPr>
      <p:grpSpPr>
        <a:xfrm>
          <a:off x="0" y="0"/>
          <a:ext cx="0" cy="0"/>
          <a:chOff x="0" y="0"/>
          <a:chExt cx="0" cy="0"/>
        </a:xfrm>
      </p:grpSpPr>
      <p:sp>
        <p:nvSpPr>
          <p:cNvPr id="1048634" name="Title 1"/>
          <p:cNvSpPr>
            <a:spLocks noGrp="1"/>
          </p:cNvSpPr>
          <p:nvPr>
            <p:ph type="title"/>
          </p:nvPr>
        </p:nvSpPr>
        <p:spPr>
          <a:xfrm>
            <a:off x="107505" y="39688"/>
            <a:ext cx="9036495" cy="1412875"/>
          </a:xfrm>
        </p:spPr>
        <p:txBody>
          <a:bodyPr/>
          <a:p>
            <a:r>
              <a:rPr dirty="0" lang="en-US" smtClean="0"/>
              <a:t>Rationale </a:t>
            </a:r>
            <a:r>
              <a:rPr dirty="0" lang="en-US"/>
              <a:t>for a VM Program</a:t>
            </a:r>
          </a:p>
        </p:txBody>
      </p:sp>
      <p:sp>
        <p:nvSpPr>
          <p:cNvPr id="1048635" name="Content Placeholder 2"/>
          <p:cNvSpPr>
            <a:spLocks noGrp="1"/>
          </p:cNvSpPr>
          <p:nvPr>
            <p:ph idx="1"/>
          </p:nvPr>
        </p:nvSpPr>
        <p:spPr>
          <a:xfrm>
            <a:off x="107505" y="1452563"/>
            <a:ext cx="9036496" cy="5360814"/>
          </a:xfrm>
        </p:spPr>
        <p:txBody>
          <a:bodyPr>
            <a:normAutofit/>
          </a:bodyPr>
          <a:p>
            <a:r>
              <a:rPr dirty="0" sz="2200" lang="en-GB"/>
              <a:t>W</a:t>
            </a:r>
            <a:r>
              <a:rPr dirty="0" sz="2200" lang="en-GB" smtClean="0"/>
              <a:t>hy </a:t>
            </a:r>
            <a:r>
              <a:rPr dirty="0" sz="2200" lang="en-GB"/>
              <a:t>do we undertake a VM program? There are several good reasons, which are either technical or just make good business </a:t>
            </a:r>
            <a:r>
              <a:rPr dirty="0" sz="2200" lang="en-GB" smtClean="0"/>
              <a:t>sense</a:t>
            </a:r>
          </a:p>
          <a:p>
            <a:r>
              <a:rPr b="1" dirty="0" i="1" lang="en-US" smtClean="0"/>
              <a:t>Overexposed Network</a:t>
            </a:r>
          </a:p>
          <a:p>
            <a:pPr lvl="1"/>
            <a:r>
              <a:rPr dirty="0" sz="2000" lang="en-US" smtClean="0"/>
              <a:t>Security Solutions not </a:t>
            </a:r>
            <a:r>
              <a:rPr dirty="0" sz="2000" lang="en-GB" smtClean="0"/>
              <a:t>address </a:t>
            </a:r>
            <a:r>
              <a:rPr dirty="0" sz="2000" lang="en-GB"/>
              <a:t>all of the potential attacks from </a:t>
            </a:r>
            <a:r>
              <a:rPr dirty="0" sz="2000" lang="en-GB" smtClean="0"/>
              <a:t>every vector</a:t>
            </a:r>
          </a:p>
          <a:p>
            <a:pPr lvl="1"/>
            <a:r>
              <a:rPr dirty="0" sz="2000" lang="en-US" smtClean="0"/>
              <a:t> </a:t>
            </a:r>
            <a:r>
              <a:rPr dirty="0" sz="2000" lang="en-GB" smtClean="0"/>
              <a:t>Not </a:t>
            </a:r>
            <a:r>
              <a:rPr dirty="0" sz="2000" lang="en-GB"/>
              <a:t>financially practical to put intrusion protection, antivirus, content </a:t>
            </a:r>
            <a:r>
              <a:rPr dirty="0" sz="2000" lang="en-GB" smtClean="0"/>
              <a:t>filtering, traffic </a:t>
            </a:r>
            <a:r>
              <a:rPr dirty="0" sz="2000" lang="en-GB"/>
              <a:t>analysis, and application </a:t>
            </a:r>
            <a:r>
              <a:rPr dirty="0" sz="2000" lang="en-GB" smtClean="0"/>
              <a:t>behaviour </a:t>
            </a:r>
            <a:r>
              <a:rPr dirty="0" sz="2000" lang="en-GB"/>
              <a:t>analysis on every single port on a network of 50,000 </a:t>
            </a:r>
            <a:r>
              <a:rPr dirty="0" sz="2000" lang="en-GB" smtClean="0"/>
              <a:t>nodes</a:t>
            </a:r>
          </a:p>
          <a:p>
            <a:pPr lvl="1"/>
            <a:r>
              <a:rPr dirty="0" sz="2000" lang="en-GB"/>
              <a:t>The only way to address these weaknesses is a basic </a:t>
            </a:r>
            <a:r>
              <a:rPr dirty="0" sz="2000" lang="en-GB" smtClean="0"/>
              <a:t>defence-in-depth strategy that </a:t>
            </a:r>
            <a:r>
              <a:rPr dirty="0" sz="2000" lang="en-GB"/>
              <a:t>removes single points of </a:t>
            </a:r>
            <a:r>
              <a:rPr dirty="0" sz="2000" lang="en-GB" smtClean="0"/>
              <a:t>failure</a:t>
            </a:r>
          </a:p>
          <a:p>
            <a:pPr lvl="1"/>
            <a:r>
              <a:rPr dirty="0" sz="2000" lang="en-GB"/>
              <a:t>Most network security strategies rely </a:t>
            </a:r>
            <a:r>
              <a:rPr dirty="0" sz="2000" lang="en-GB" smtClean="0"/>
              <a:t>on perimeter , </a:t>
            </a:r>
            <a:r>
              <a:rPr dirty="0" sz="2000" lang="en-GB"/>
              <a:t>if they fail, will leave a vulnerable </a:t>
            </a:r>
            <a:r>
              <a:rPr dirty="0" sz="2000" lang="en-GB" smtClean="0"/>
              <a:t>host wide </a:t>
            </a:r>
            <a:r>
              <a:rPr dirty="0" sz="2000" lang="en-GB"/>
              <a:t>open to </a:t>
            </a:r>
            <a:r>
              <a:rPr dirty="0" sz="2000" lang="en-GB" smtClean="0"/>
              <a:t>exploitation</a:t>
            </a:r>
          </a:p>
          <a:p>
            <a:pPr lvl="1"/>
            <a:r>
              <a:rPr dirty="0" sz="2000" lang="en-GB" smtClean="0"/>
              <a:t>This </a:t>
            </a:r>
            <a:r>
              <a:rPr dirty="0" sz="2000" lang="en-GB"/>
              <a:t>is overexposure at its worst</a:t>
            </a:r>
          </a:p>
        </p:txBody>
      </p:sp>
    </p:spTree>
  </p:cSld>
  <p:clrMapOvr>
    <a:masterClrMapping/>
  </p:clrMapOvr>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6" name=""/>
        <p:cNvGrpSpPr/>
        <p:nvPr/>
      </p:nvGrpSpPr>
      <p:grpSpPr>
        <a:xfrm>
          <a:off x="0" y="0"/>
          <a:ext cx="0" cy="0"/>
          <a:chOff x="0" y="0"/>
          <a:chExt cx="0" cy="0"/>
        </a:xfrm>
      </p:grpSpPr>
      <p:sp>
        <p:nvSpPr>
          <p:cNvPr id="1048638" name="Title 1"/>
          <p:cNvSpPr>
            <a:spLocks noGrp="1"/>
          </p:cNvSpPr>
          <p:nvPr>
            <p:ph type="title"/>
          </p:nvPr>
        </p:nvSpPr>
        <p:spPr>
          <a:xfrm>
            <a:off x="107505" y="39688"/>
            <a:ext cx="9036495" cy="1412875"/>
          </a:xfrm>
        </p:spPr>
        <p:txBody>
          <a:bodyPr/>
          <a:p>
            <a:r>
              <a:rPr dirty="0" lang="en-US" smtClean="0"/>
              <a:t>Rationale </a:t>
            </a:r>
            <a:r>
              <a:rPr dirty="0" lang="en-US"/>
              <a:t>for a VM Program</a:t>
            </a:r>
          </a:p>
        </p:txBody>
      </p:sp>
      <p:sp>
        <p:nvSpPr>
          <p:cNvPr id="1048639" name="Content Placeholder 2"/>
          <p:cNvSpPr>
            <a:spLocks noGrp="1"/>
          </p:cNvSpPr>
          <p:nvPr>
            <p:ph idx="1"/>
          </p:nvPr>
        </p:nvSpPr>
        <p:spPr>
          <a:xfrm>
            <a:off x="107505" y="1452563"/>
            <a:ext cx="9036496" cy="5360814"/>
          </a:xfrm>
        </p:spPr>
        <p:txBody>
          <a:bodyPr>
            <a:normAutofit/>
          </a:bodyPr>
          <a:p>
            <a:r>
              <a:rPr b="1" dirty="0" i="1" lang="en-GB" smtClean="0"/>
              <a:t>No </a:t>
            </a:r>
            <a:r>
              <a:rPr b="1" dirty="0" i="1" lang="en-GB"/>
              <a:t>Standard for Secure Systems Configuration</a:t>
            </a:r>
            <a:endParaRPr b="1" dirty="0" i="1" lang="en-US" smtClean="0"/>
          </a:p>
          <a:p>
            <a:pPr lvl="1"/>
            <a:r>
              <a:rPr dirty="0" sz="2000" lang="en-GB"/>
              <a:t>Large companies typically develop one or more standard configurations for </a:t>
            </a:r>
            <a:r>
              <a:rPr dirty="0" sz="2000" lang="en-GB" smtClean="0"/>
              <a:t>systems connected </a:t>
            </a:r>
            <a:r>
              <a:rPr dirty="0" sz="2000" lang="en-GB"/>
              <a:t>to a </a:t>
            </a:r>
            <a:r>
              <a:rPr dirty="0" sz="2000" lang="en-GB" smtClean="0"/>
              <a:t>network</a:t>
            </a:r>
          </a:p>
          <a:p>
            <a:pPr lvl="1"/>
            <a:r>
              <a:rPr dirty="0" sz="2000" lang="en-GB" smtClean="0"/>
              <a:t>This </a:t>
            </a:r>
            <a:r>
              <a:rPr dirty="0" sz="2000" lang="en-GB"/>
              <a:t>includes standards for desktop and server </a:t>
            </a:r>
            <a:r>
              <a:rPr dirty="0" sz="2000" lang="en-GB" smtClean="0"/>
              <a:t>operating systems</a:t>
            </a:r>
            <a:r>
              <a:rPr dirty="0" sz="2000" lang="en-GB"/>
              <a:t>, network devices, and even printer configurations. These standards </a:t>
            </a:r>
            <a:r>
              <a:rPr dirty="0" sz="2000" lang="en-GB" smtClean="0"/>
              <a:t>often have </a:t>
            </a:r>
            <a:r>
              <a:rPr dirty="0" sz="2000" lang="en-GB"/>
              <a:t>security practices built </a:t>
            </a:r>
            <a:r>
              <a:rPr dirty="0" sz="2000" lang="en-GB" smtClean="0"/>
              <a:t>in</a:t>
            </a:r>
          </a:p>
          <a:p>
            <a:pPr lvl="1"/>
            <a:r>
              <a:rPr dirty="0" sz="2000" lang="en-GB" smtClean="0"/>
              <a:t>When </a:t>
            </a:r>
            <a:r>
              <a:rPr dirty="0" sz="2000" lang="en-GB"/>
              <a:t>these standards are absent, more </a:t>
            </a:r>
            <a:r>
              <a:rPr dirty="0" sz="2000" lang="en-GB" smtClean="0"/>
              <a:t>vulnerabilities are </a:t>
            </a:r>
            <a:r>
              <a:rPr dirty="0" sz="2000" lang="en-GB"/>
              <a:t>likely to exist than when the standards do not </a:t>
            </a:r>
            <a:r>
              <a:rPr dirty="0" sz="2000" lang="en-GB" smtClean="0"/>
              <a:t>exist</a:t>
            </a:r>
          </a:p>
          <a:p>
            <a:pPr lvl="1"/>
            <a:r>
              <a:rPr dirty="0" sz="2000" lang="en-GB" smtClean="0"/>
              <a:t>Even if </a:t>
            </a:r>
            <a:r>
              <a:rPr dirty="0" sz="2000" lang="en-GB"/>
              <a:t>there is a patch management system in place, those configurations cannot </a:t>
            </a:r>
            <a:r>
              <a:rPr dirty="0" sz="2000" lang="en-GB" smtClean="0"/>
              <a:t>be fully </a:t>
            </a:r>
            <a:r>
              <a:rPr dirty="0" sz="2000" lang="en-GB"/>
              <a:t>addressed by </a:t>
            </a:r>
            <a:r>
              <a:rPr dirty="0" sz="2000" lang="en-GB" smtClean="0"/>
              <a:t>patches</a:t>
            </a:r>
          </a:p>
          <a:p>
            <a:pPr lvl="1"/>
            <a:r>
              <a:rPr dirty="0" sz="2000" lang="en-GB" smtClean="0"/>
              <a:t>In </a:t>
            </a:r>
            <a:r>
              <a:rPr dirty="0" sz="2000" lang="en-GB"/>
              <a:t>most cases, patch management systems will not </a:t>
            </a:r>
            <a:r>
              <a:rPr dirty="0" sz="2000" lang="en-GB" smtClean="0"/>
              <a:t>find everything </a:t>
            </a:r>
            <a:r>
              <a:rPr dirty="0" sz="2000" lang="en-GB"/>
              <a:t>requiring </a:t>
            </a:r>
            <a:r>
              <a:rPr dirty="0" sz="2000" lang="en-GB" smtClean="0"/>
              <a:t>remediation, It </a:t>
            </a:r>
            <a:r>
              <a:rPr dirty="0" sz="2000" lang="en-GB"/>
              <a:t>is no substitute for </a:t>
            </a:r>
            <a:r>
              <a:rPr dirty="0" sz="2000" lang="en-GB" smtClean="0"/>
              <a:t>VM</a:t>
            </a:r>
          </a:p>
          <a:p>
            <a:pPr lvl="1"/>
            <a:r>
              <a:rPr dirty="0" sz="2000" lang="en-GB"/>
              <a:t>The negative side of standardization is the ubiquity of vulnerabilities. If a </a:t>
            </a:r>
            <a:r>
              <a:rPr dirty="0" sz="2000" lang="en-GB" smtClean="0"/>
              <a:t>standard configuration </a:t>
            </a:r>
            <a:r>
              <a:rPr dirty="0" sz="2000" lang="en-GB"/>
              <a:t>is deployed globally and has a vulnerability, then the </a:t>
            </a:r>
            <a:r>
              <a:rPr dirty="0" sz="2000" lang="en-GB" smtClean="0"/>
              <a:t>vulnerability is </a:t>
            </a:r>
            <a:r>
              <a:rPr dirty="0" sz="2000" lang="en-GB"/>
              <a:t>everywhere</a:t>
            </a:r>
          </a:p>
        </p:txBody>
      </p:sp>
    </p:spTree>
  </p:cSld>
  <p:clrMapOvr>
    <a:masterClrMapping/>
  </p:clrMapOvr>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642" name="Title 1"/>
          <p:cNvSpPr>
            <a:spLocks noGrp="1"/>
          </p:cNvSpPr>
          <p:nvPr>
            <p:ph type="title"/>
          </p:nvPr>
        </p:nvSpPr>
        <p:spPr>
          <a:xfrm>
            <a:off x="107505" y="39688"/>
            <a:ext cx="9036495" cy="1412875"/>
          </a:xfrm>
        </p:spPr>
        <p:txBody>
          <a:bodyPr/>
          <a:p>
            <a:r>
              <a:rPr dirty="0" lang="en-US" smtClean="0"/>
              <a:t>Rationale </a:t>
            </a:r>
            <a:r>
              <a:rPr dirty="0" lang="en-US"/>
              <a:t>for a VM Program</a:t>
            </a:r>
          </a:p>
        </p:txBody>
      </p:sp>
      <p:sp>
        <p:nvSpPr>
          <p:cNvPr id="1048643" name="Content Placeholder 2"/>
          <p:cNvSpPr>
            <a:spLocks noGrp="1"/>
          </p:cNvSpPr>
          <p:nvPr>
            <p:ph idx="1"/>
          </p:nvPr>
        </p:nvSpPr>
        <p:spPr>
          <a:xfrm>
            <a:off x="107505" y="1556791"/>
            <a:ext cx="9036496" cy="5256585"/>
          </a:xfrm>
        </p:spPr>
        <p:txBody>
          <a:bodyPr>
            <a:normAutofit/>
          </a:bodyPr>
          <a:p>
            <a:r>
              <a:rPr b="1" dirty="0" i="1" lang="en-GB" smtClean="0"/>
              <a:t>Risk </a:t>
            </a:r>
            <a:r>
              <a:rPr b="1" dirty="0" i="1" lang="en-GB"/>
              <a:t>of Major </a:t>
            </a:r>
            <a:r>
              <a:rPr b="1" dirty="0" i="1" lang="en-GB" smtClean="0"/>
              <a:t>Revenue or Financial </a:t>
            </a:r>
            <a:r>
              <a:rPr b="1" dirty="0" i="1" lang="en-GB"/>
              <a:t>Loss</a:t>
            </a:r>
            <a:endParaRPr b="1" dirty="0" i="1" lang="en-US" smtClean="0"/>
          </a:p>
          <a:p>
            <a:pPr lvl="1"/>
            <a:r>
              <a:rPr dirty="0" sz="2000" lang="en-GB"/>
              <a:t>When the risk of a breach is high, concerns of management naturally turn </a:t>
            </a:r>
            <a:r>
              <a:rPr dirty="0" sz="2000" lang="en-GB" smtClean="0"/>
              <a:t>toward the </a:t>
            </a:r>
            <a:r>
              <a:rPr dirty="0" sz="2000" lang="en-GB"/>
              <a:t>impact of realizing the risk; </a:t>
            </a:r>
            <a:endParaRPr dirty="0" sz="2000" lang="en-GB" smtClean="0"/>
          </a:p>
          <a:p>
            <a:pPr lvl="1"/>
            <a:r>
              <a:rPr dirty="0" sz="2000" lang="en-GB" smtClean="0"/>
              <a:t>That </a:t>
            </a:r>
            <a:r>
              <a:rPr dirty="0" sz="2000" lang="en-GB"/>
              <a:t>is, with increasing regulation from </a:t>
            </a:r>
            <a:r>
              <a:rPr dirty="0" sz="2000" lang="en-GB" smtClean="0"/>
              <a:t>government, the </a:t>
            </a:r>
            <a:r>
              <a:rPr dirty="0" sz="2000" lang="en-GB"/>
              <a:t>potential for financial loss greatly </a:t>
            </a:r>
            <a:r>
              <a:rPr dirty="0" sz="2000" lang="en-GB" smtClean="0"/>
              <a:t>increases</a:t>
            </a:r>
          </a:p>
          <a:p>
            <a:pPr lvl="1"/>
            <a:r>
              <a:rPr dirty="0" sz="2000" lang="en-GB" smtClean="0"/>
              <a:t>These losses </a:t>
            </a:r>
            <a:r>
              <a:rPr dirty="0" sz="2000" lang="en-GB"/>
              <a:t>can come from litigation and/or civil </a:t>
            </a:r>
            <a:r>
              <a:rPr dirty="0" sz="2000" lang="en-GB" smtClean="0"/>
              <a:t>penalties</a:t>
            </a:r>
          </a:p>
          <a:p>
            <a:pPr lvl="1"/>
            <a:r>
              <a:rPr dirty="0" sz="2000" lang="en-GB" smtClean="0"/>
              <a:t>Imagine </a:t>
            </a:r>
            <a:r>
              <a:rPr dirty="0" sz="2000" lang="en-GB"/>
              <a:t>losing a client’s </a:t>
            </a:r>
            <a:r>
              <a:rPr dirty="0" sz="2000" lang="en-GB" smtClean="0"/>
              <a:t>confidential data </a:t>
            </a:r>
            <a:r>
              <a:rPr dirty="0" sz="2000" lang="en-GB"/>
              <a:t>due to failure to remediate a critical, published </a:t>
            </a:r>
            <a:r>
              <a:rPr dirty="0" sz="2000" lang="en-GB" smtClean="0"/>
              <a:t>vulnerability</a:t>
            </a:r>
          </a:p>
          <a:p>
            <a:pPr lvl="1"/>
            <a:r>
              <a:rPr dirty="0" sz="2000" lang="en-GB"/>
              <a:t>When a client is lost, the business suffers not only the loss of </a:t>
            </a:r>
            <a:r>
              <a:rPr dirty="0" sz="2000" lang="en-GB" smtClean="0"/>
              <a:t>revenue but </a:t>
            </a:r>
            <a:r>
              <a:rPr dirty="0" sz="2000" lang="en-GB"/>
              <a:t>also the damage to its </a:t>
            </a:r>
            <a:r>
              <a:rPr dirty="0" sz="2000" lang="en-GB" smtClean="0"/>
              <a:t>reputation</a:t>
            </a:r>
          </a:p>
          <a:p>
            <a:pPr lvl="1"/>
            <a:r>
              <a:rPr dirty="0" sz="2000" lang="en-GB"/>
              <a:t>It is ten times harder to recover </a:t>
            </a:r>
            <a:r>
              <a:rPr dirty="0" sz="2000" lang="en-GB" smtClean="0"/>
              <a:t>from this </a:t>
            </a:r>
            <a:r>
              <a:rPr dirty="0" sz="2000" lang="en-GB"/>
              <a:t>than any other kind of </a:t>
            </a:r>
            <a:r>
              <a:rPr dirty="0" sz="2000" lang="en-GB" smtClean="0"/>
              <a:t>loss</a:t>
            </a:r>
          </a:p>
          <a:p>
            <a:pPr lvl="1"/>
            <a:r>
              <a:rPr dirty="0" sz="2000" lang="en-GB"/>
              <a:t>Businesses can do everyone a </a:t>
            </a:r>
            <a:r>
              <a:rPr dirty="0" sz="2000" lang="en-GB" smtClean="0"/>
              <a:t>favour </a:t>
            </a:r>
            <a:r>
              <a:rPr dirty="0" sz="2000" lang="en-GB"/>
              <a:t>by being more diligent in </a:t>
            </a:r>
            <a:r>
              <a:rPr dirty="0" sz="2000" lang="en-GB" smtClean="0"/>
              <a:t>managing vulnerabilities</a:t>
            </a:r>
          </a:p>
          <a:p>
            <a:pPr lvl="1"/>
            <a:endParaRPr dirty="0" sz="2000" lang="en-GB"/>
          </a:p>
        </p:txBody>
      </p:sp>
    </p:spTree>
  </p:cSld>
  <p:clrMapOvr>
    <a:masterClrMapping/>
  </p:clrMapOvr>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46" name="Title 1"/>
          <p:cNvSpPr>
            <a:spLocks noGrp="1"/>
          </p:cNvSpPr>
          <p:nvPr>
            <p:ph type="title"/>
          </p:nvPr>
        </p:nvSpPr>
        <p:spPr>
          <a:xfrm>
            <a:off x="107505" y="39688"/>
            <a:ext cx="9036495" cy="1412875"/>
          </a:xfrm>
        </p:spPr>
        <p:txBody>
          <a:bodyPr/>
          <a:p>
            <a:r>
              <a:rPr dirty="0" lang="en-US" smtClean="0"/>
              <a:t>Rationale </a:t>
            </a:r>
            <a:r>
              <a:rPr dirty="0" lang="en-US"/>
              <a:t>for a VM Program</a:t>
            </a:r>
          </a:p>
        </p:txBody>
      </p:sp>
      <p:sp>
        <p:nvSpPr>
          <p:cNvPr id="1048647" name="Content Placeholder 2"/>
          <p:cNvSpPr>
            <a:spLocks noGrp="1"/>
          </p:cNvSpPr>
          <p:nvPr>
            <p:ph idx="1"/>
          </p:nvPr>
        </p:nvSpPr>
        <p:spPr>
          <a:xfrm>
            <a:off x="107505" y="1556791"/>
            <a:ext cx="9036496" cy="5256585"/>
          </a:xfrm>
        </p:spPr>
        <p:txBody>
          <a:bodyPr>
            <a:normAutofit/>
          </a:bodyPr>
          <a:p>
            <a:r>
              <a:rPr b="1" dirty="0" i="1" lang="en-GB" smtClean="0"/>
              <a:t>Lost </a:t>
            </a:r>
            <a:r>
              <a:rPr b="1" dirty="0" i="1" lang="en-GB"/>
              <a:t>Productivity</a:t>
            </a:r>
            <a:endParaRPr b="1" dirty="0" i="1" lang="en-US" smtClean="0"/>
          </a:p>
          <a:p>
            <a:pPr lvl="1"/>
            <a:r>
              <a:rPr dirty="0" sz="2000" lang="en-GB"/>
              <a:t>When systems are compromised, they often become unusable for a period of </a:t>
            </a:r>
            <a:r>
              <a:rPr dirty="0" sz="2000" lang="en-GB" smtClean="0"/>
              <a:t>time</a:t>
            </a:r>
          </a:p>
          <a:p>
            <a:pPr lvl="1"/>
            <a:r>
              <a:rPr dirty="0" sz="2000" lang="en-GB"/>
              <a:t>If these are critical systems, significant productivity is lost from employees </a:t>
            </a:r>
            <a:r>
              <a:rPr dirty="0" sz="2000" lang="en-GB" smtClean="0"/>
              <a:t>who cannot </a:t>
            </a:r>
            <a:r>
              <a:rPr dirty="0" sz="2000" lang="en-GB"/>
              <a:t>perform their </a:t>
            </a:r>
            <a:r>
              <a:rPr dirty="0" sz="2000" lang="en-GB" smtClean="0"/>
              <a:t>jobs</a:t>
            </a:r>
          </a:p>
          <a:p>
            <a:pPr lvl="1"/>
            <a:r>
              <a:rPr dirty="0" sz="2000" lang="en-GB"/>
              <a:t>It is also often the case that many time-consuming activities must take </a:t>
            </a:r>
            <a:r>
              <a:rPr dirty="0" sz="2000" lang="en-GB" smtClean="0"/>
              <a:t>place before </a:t>
            </a:r>
            <a:r>
              <a:rPr dirty="0" sz="2000" lang="en-GB"/>
              <a:t>a system is returned to </a:t>
            </a:r>
            <a:r>
              <a:rPr dirty="0" sz="2000" lang="en-GB" smtClean="0"/>
              <a:t>service</a:t>
            </a:r>
          </a:p>
          <a:p>
            <a:pPr lvl="1"/>
            <a:r>
              <a:rPr dirty="0" sz="2000" lang="en-GB"/>
              <a:t>The system must be </a:t>
            </a:r>
            <a:r>
              <a:rPr dirty="0" sz="2000" lang="en-GB" smtClean="0"/>
              <a:t>analysed </a:t>
            </a:r>
            <a:r>
              <a:rPr dirty="0" sz="2000" lang="en-GB"/>
              <a:t>for the </a:t>
            </a:r>
            <a:r>
              <a:rPr dirty="0" sz="2000" lang="en-GB" smtClean="0"/>
              <a:t>cause of </a:t>
            </a:r>
            <a:r>
              <a:rPr dirty="0" sz="2000" lang="en-GB"/>
              <a:t>the failure, rebuilt, patched, additional security considered, and closely </a:t>
            </a:r>
            <a:r>
              <a:rPr dirty="0" sz="2000" lang="en-GB" smtClean="0"/>
              <a:t>monitored for </a:t>
            </a:r>
            <a:r>
              <a:rPr dirty="0" sz="2000" lang="en-GB"/>
              <a:t>a secondary </a:t>
            </a:r>
            <a:r>
              <a:rPr dirty="0" sz="2000" lang="en-GB" smtClean="0"/>
              <a:t>attack</a:t>
            </a:r>
          </a:p>
          <a:p>
            <a:pPr lvl="1"/>
            <a:endParaRPr dirty="0" sz="2000" lang="en-GB"/>
          </a:p>
        </p:txBody>
      </p:sp>
    </p:spTree>
  </p:cSld>
  <p:clrMapOvr>
    <a:masterClrMapping/>
  </p:clrMapOvr>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5" name=""/>
        <p:cNvGrpSpPr/>
        <p:nvPr/>
      </p:nvGrpSpPr>
      <p:grpSpPr>
        <a:xfrm>
          <a:off x="0" y="0"/>
          <a:ext cx="0" cy="0"/>
          <a:chOff x="0" y="0"/>
          <a:chExt cx="0" cy="0"/>
        </a:xfrm>
      </p:grpSpPr>
      <p:sp>
        <p:nvSpPr>
          <p:cNvPr id="1048650"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51" name="Content Placeholder 2"/>
          <p:cNvSpPr>
            <a:spLocks noGrp="1"/>
          </p:cNvSpPr>
          <p:nvPr>
            <p:ph idx="1"/>
          </p:nvPr>
        </p:nvSpPr>
        <p:spPr>
          <a:xfrm>
            <a:off x="107505" y="1452563"/>
            <a:ext cx="9036496" cy="5360814"/>
          </a:xfrm>
        </p:spPr>
        <p:txBody>
          <a:bodyPr>
            <a:normAutofit/>
          </a:bodyPr>
          <a:p>
            <a:r>
              <a:rPr dirty="0" sz="2200" lang="en-GB" smtClean="0"/>
              <a:t>Structure </a:t>
            </a:r>
            <a:r>
              <a:rPr dirty="0" sz="2200" lang="en-GB"/>
              <a:t>and composition of an IT or compliance organization can have </a:t>
            </a:r>
            <a:r>
              <a:rPr dirty="0" sz="2200" lang="en-GB" smtClean="0"/>
              <a:t>a significant </a:t>
            </a:r>
            <a:r>
              <a:rPr dirty="0" sz="2200" lang="en-GB"/>
              <a:t>impact on the effectiveness of vulnerability </a:t>
            </a:r>
            <a:r>
              <a:rPr dirty="0" sz="2200" lang="en-GB" smtClean="0"/>
              <a:t>management</a:t>
            </a:r>
          </a:p>
          <a:p>
            <a:r>
              <a:rPr dirty="0" sz="2200" lang="en-GB" smtClean="0"/>
              <a:t>Understand </a:t>
            </a:r>
            <a:r>
              <a:rPr dirty="0" sz="2200" lang="en-GB"/>
              <a:t>the relationship between the business stakeholders and </a:t>
            </a:r>
            <a:r>
              <a:rPr dirty="0" sz="2200" lang="en-GB" smtClean="0"/>
              <a:t>the managers </a:t>
            </a:r>
            <a:r>
              <a:rPr dirty="0" sz="2200" lang="en-GB"/>
              <a:t>of underlying IT </a:t>
            </a:r>
            <a:r>
              <a:rPr dirty="0" sz="2200" lang="en-GB" smtClean="0"/>
              <a:t>assets</a:t>
            </a:r>
          </a:p>
          <a:p>
            <a:r>
              <a:rPr dirty="0" sz="2200" lang="en-GB"/>
              <a:t>If you can get the support of the business, </a:t>
            </a:r>
            <a:r>
              <a:rPr dirty="0" sz="2200" lang="en-GB" smtClean="0"/>
              <a:t>then IT </a:t>
            </a:r>
            <a:r>
              <a:rPr dirty="0" sz="2200" lang="en-GB"/>
              <a:t>will be driven to support a VM program and comply with supporting </a:t>
            </a:r>
            <a:r>
              <a:rPr dirty="0" sz="2200" lang="en-GB" smtClean="0"/>
              <a:t>policy</a:t>
            </a:r>
          </a:p>
          <a:p>
            <a:r>
              <a:rPr dirty="0" sz="2200" lang="en-GB" smtClean="0"/>
              <a:t>VM </a:t>
            </a:r>
            <a:r>
              <a:rPr dirty="0" sz="2200" lang="en-GB"/>
              <a:t>must be a business </a:t>
            </a:r>
            <a:r>
              <a:rPr dirty="0" sz="2200" lang="en-GB" smtClean="0"/>
              <a:t>priority, Otherwise</a:t>
            </a:r>
            <a:r>
              <a:rPr dirty="0" sz="2200" lang="en-GB"/>
              <a:t>, it is not worth </a:t>
            </a:r>
            <a:r>
              <a:rPr dirty="0" sz="2200" lang="en-GB" smtClean="0"/>
              <a:t>doing</a:t>
            </a:r>
          </a:p>
          <a:p>
            <a:r>
              <a:rPr dirty="0" sz="2200" lang="en-GB" smtClean="0"/>
              <a:t>VM Program encompasses all activities</a:t>
            </a:r>
            <a:r>
              <a:rPr dirty="0" sz="2200" lang="en-GB"/>
              <a:t>, technology, and personnel to specify, design, deploy, and operate </a:t>
            </a:r>
            <a:r>
              <a:rPr dirty="0" sz="2200" lang="en-GB" smtClean="0"/>
              <a:t>the VM function</a:t>
            </a:r>
          </a:p>
          <a:p>
            <a:r>
              <a:rPr dirty="0" sz="2200" lang="en-GB" smtClean="0"/>
              <a:t>Lays </a:t>
            </a:r>
            <a:r>
              <a:rPr dirty="0" sz="2200" lang="en-GB"/>
              <a:t>down the principles </a:t>
            </a:r>
            <a:r>
              <a:rPr dirty="0" sz="2200" lang="en-GB" smtClean="0"/>
              <a:t>under which </a:t>
            </a:r>
            <a:r>
              <a:rPr dirty="0" sz="2200" lang="en-GB"/>
              <a:t>activities </a:t>
            </a:r>
            <a:r>
              <a:rPr dirty="0" sz="2200" lang="en-GB" smtClean="0"/>
              <a:t>are conducted </a:t>
            </a:r>
          </a:p>
          <a:p>
            <a:endParaRPr dirty="0" sz="22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18" name=""/>
        <p:cNvGrpSpPr/>
        <p:nvPr/>
      </p:nvGrpSpPr>
      <p:grpSpPr>
        <a:xfrm>
          <a:off x="0" y="0"/>
          <a:ext cx="0" cy="0"/>
          <a:chOff x="0" y="0"/>
          <a:chExt cx="0" cy="0"/>
        </a:xfrm>
      </p:grpSpPr>
      <p:sp>
        <p:nvSpPr>
          <p:cNvPr id="1048654"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55" name="Content Placeholder 2"/>
          <p:cNvSpPr>
            <a:spLocks noGrp="1"/>
          </p:cNvSpPr>
          <p:nvPr>
            <p:ph idx="1"/>
          </p:nvPr>
        </p:nvSpPr>
        <p:spPr>
          <a:xfrm>
            <a:off x="107505" y="1452563"/>
            <a:ext cx="9036496" cy="5360814"/>
          </a:xfrm>
        </p:spPr>
        <p:txBody>
          <a:bodyPr>
            <a:normAutofit/>
          </a:bodyPr>
          <a:p>
            <a:r>
              <a:rPr dirty="0" sz="2600" lang="en-GB"/>
              <a:t>All activities, policies, procedures, and plans should be in furtherance of that charter, which functions like a constitution for the program</a:t>
            </a:r>
          </a:p>
          <a:p>
            <a:r>
              <a:rPr dirty="0" sz="2600" lang="en-GB"/>
              <a:t>It lays down the principles under which activities are conducted </a:t>
            </a:r>
          </a:p>
          <a:p>
            <a:pPr algn="just"/>
            <a:r>
              <a:rPr dirty="0" sz="2600" lang="en-GB"/>
              <a:t>When questions arise about policy, procedures, or </a:t>
            </a:r>
            <a:r>
              <a:rPr dirty="0" sz="2600" lang="en-GB" smtClean="0"/>
              <a:t>organization</a:t>
            </a:r>
          </a:p>
          <a:p>
            <a:pPr algn="just"/>
            <a:r>
              <a:rPr dirty="0" sz="2400" lang="en-GB" smtClean="0"/>
              <a:t>Charter </a:t>
            </a:r>
            <a:r>
              <a:rPr dirty="0" sz="2400" lang="en-GB"/>
              <a:t>can be consulted to determine whether decisions are being made in alignment with the business</a:t>
            </a:r>
          </a:p>
          <a:p>
            <a:pPr algn="just"/>
            <a:r>
              <a:rPr dirty="0" sz="2600" lang="en-GB"/>
              <a:t>The charter is not a lengthy document with a lot of </a:t>
            </a:r>
            <a:r>
              <a:rPr dirty="0" sz="2600" lang="en-GB" smtClean="0"/>
              <a:t>detail</a:t>
            </a:r>
          </a:p>
          <a:p>
            <a:pPr algn="just"/>
            <a:r>
              <a:rPr dirty="0" sz="2600" lang="en-GB"/>
              <a:t>B</a:t>
            </a:r>
            <a:r>
              <a:rPr dirty="0" sz="2600" lang="en-GB" smtClean="0"/>
              <a:t>ut </a:t>
            </a:r>
            <a:r>
              <a:rPr dirty="0" sz="2600" lang="en-GB"/>
              <a:t>rather a few carefully crafted sentences reflecting ethics, goals, and priorities of the company as they should be reflected in the VM function</a:t>
            </a:r>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21" name=""/>
        <p:cNvGrpSpPr/>
        <p:nvPr/>
      </p:nvGrpSpPr>
      <p:grpSpPr>
        <a:xfrm>
          <a:off x="0" y="0"/>
          <a:ext cx="0" cy="0"/>
          <a:chOff x="0" y="0"/>
          <a:chExt cx="0" cy="0"/>
        </a:xfrm>
      </p:grpSpPr>
      <p:sp>
        <p:nvSpPr>
          <p:cNvPr id="1048658"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59" name="Content Placeholder 2"/>
          <p:cNvSpPr>
            <a:spLocks noGrp="1"/>
          </p:cNvSpPr>
          <p:nvPr>
            <p:ph idx="1"/>
          </p:nvPr>
        </p:nvSpPr>
        <p:spPr>
          <a:xfrm>
            <a:off x="107505" y="1452563"/>
            <a:ext cx="9036496" cy="5360814"/>
          </a:xfrm>
        </p:spPr>
        <p:txBody>
          <a:bodyPr>
            <a:normAutofit/>
          </a:bodyPr>
          <a:p>
            <a:pPr algn="just"/>
            <a:r>
              <a:rPr dirty="0" sz="2600" lang="en-GB" smtClean="0"/>
              <a:t>For </a:t>
            </a:r>
            <a:r>
              <a:rPr dirty="0" sz="2600" lang="en-GB"/>
              <a:t>example, if the company is intensely focused on availability of computing services because it is the primary generator of </a:t>
            </a:r>
            <a:r>
              <a:rPr dirty="0" sz="2600" lang="en-GB" smtClean="0"/>
              <a:t>revenue</a:t>
            </a:r>
          </a:p>
          <a:p>
            <a:pPr algn="just"/>
            <a:r>
              <a:rPr dirty="0" sz="2600" lang="en-GB" smtClean="0"/>
              <a:t>T</a:t>
            </a:r>
            <a:r>
              <a:rPr dirty="0" sz="2400" lang="en-GB" smtClean="0"/>
              <a:t>hen </a:t>
            </a:r>
            <a:r>
              <a:rPr dirty="0" sz="2400" lang="en-GB"/>
              <a:t>a statement about not interfering with production computer operations should be included </a:t>
            </a:r>
          </a:p>
          <a:p>
            <a:pPr algn="just"/>
            <a:r>
              <a:rPr dirty="0" sz="2600" lang="en-GB"/>
              <a:t>If the firm is more interested in the loss of confidential </a:t>
            </a:r>
            <a:r>
              <a:rPr dirty="0" sz="2600" lang="en-GB" smtClean="0"/>
              <a:t>information</a:t>
            </a:r>
          </a:p>
          <a:p>
            <a:pPr algn="just"/>
            <a:r>
              <a:rPr dirty="0" sz="2600" lang="en-GB" smtClean="0"/>
              <a:t>Then </a:t>
            </a:r>
            <a:r>
              <a:rPr dirty="0" sz="2600" lang="en-GB"/>
              <a:t>a statement about identifying and remediating threats to confidentiality would be </a:t>
            </a:r>
            <a:r>
              <a:rPr dirty="0" sz="2600" lang="en-GB" smtClean="0"/>
              <a:t>first</a:t>
            </a:r>
          </a:p>
          <a:p>
            <a:pPr algn="just"/>
            <a:r>
              <a:rPr b="1" dirty="0" sz="2600" lang="en-GB"/>
              <a:t>In the latter example, this would tend to place </a:t>
            </a:r>
            <a:r>
              <a:rPr b="1" dirty="0" sz="2600" lang="en-GB" smtClean="0"/>
              <a:t>a higher </a:t>
            </a:r>
            <a:r>
              <a:rPr b="1" dirty="0" sz="2600" lang="en-GB"/>
              <a:t>priority on remediating vulnerabilities that might allow data to be </a:t>
            </a:r>
            <a:r>
              <a:rPr b="1" dirty="0" sz="2600" lang="en-GB" smtClean="0"/>
              <a:t>stolen</a:t>
            </a:r>
            <a:endParaRPr b="1" dirty="0" sz="2600" lang="en-GB"/>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24" name=""/>
        <p:cNvGrpSpPr/>
        <p:nvPr/>
      </p:nvGrpSpPr>
      <p:grpSpPr>
        <a:xfrm>
          <a:off x="0" y="0"/>
          <a:ext cx="0" cy="0"/>
          <a:chOff x="0" y="0"/>
          <a:chExt cx="0" cy="0"/>
        </a:xfrm>
      </p:grpSpPr>
      <p:sp>
        <p:nvSpPr>
          <p:cNvPr id="1048662"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63" name="Content Placeholder 2"/>
          <p:cNvSpPr>
            <a:spLocks noGrp="1"/>
          </p:cNvSpPr>
          <p:nvPr>
            <p:ph idx="1"/>
          </p:nvPr>
        </p:nvSpPr>
        <p:spPr>
          <a:xfrm>
            <a:off x="107505" y="1452563"/>
            <a:ext cx="9036496" cy="5360814"/>
          </a:xfrm>
        </p:spPr>
        <p:txBody>
          <a:bodyPr>
            <a:normAutofit/>
          </a:bodyPr>
          <a:p>
            <a:pPr algn="just"/>
            <a:r>
              <a:rPr dirty="0" sz="2600" lang="en-GB"/>
              <a:t>During development of policies, procedures, and organization structure, </a:t>
            </a:r>
            <a:r>
              <a:rPr dirty="0" sz="2600" lang="en-GB" smtClean="0"/>
              <a:t>new information </a:t>
            </a:r>
            <a:r>
              <a:rPr dirty="0" sz="2600" lang="en-GB"/>
              <a:t>is discovered that provides feedback into the overall program </a:t>
            </a:r>
            <a:r>
              <a:rPr dirty="0" sz="2600" lang="en-GB" smtClean="0"/>
              <a:t>design</a:t>
            </a:r>
            <a:endParaRPr dirty="0" sz="2600" lang="en-GB"/>
          </a:p>
          <a:p>
            <a:pPr algn="just"/>
            <a:r>
              <a:rPr dirty="0" sz="2600" lang="en-GB"/>
              <a:t>That feedback loop may affect the organization structure or </a:t>
            </a:r>
            <a:r>
              <a:rPr dirty="0" sz="2600" lang="en-GB" smtClean="0"/>
              <a:t>policies</a:t>
            </a:r>
          </a:p>
          <a:p>
            <a:pPr algn="just"/>
            <a:r>
              <a:rPr dirty="0" sz="2600" lang="en-GB" smtClean="0"/>
              <a:t>Figure in next slide illustrates the </a:t>
            </a:r>
            <a:r>
              <a:rPr dirty="0" sz="2600" lang="en-GB"/>
              <a:t>relationship among the program phases during the development </a:t>
            </a:r>
            <a:r>
              <a:rPr dirty="0" sz="2600" lang="en-GB" smtClean="0"/>
              <a:t>cycle</a:t>
            </a:r>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666"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67" name="Content Placeholder 2"/>
          <p:cNvSpPr>
            <a:spLocks noGrp="1"/>
          </p:cNvSpPr>
          <p:nvPr>
            <p:ph idx="1"/>
          </p:nvPr>
        </p:nvSpPr>
        <p:spPr>
          <a:xfrm>
            <a:off x="107505" y="1452563"/>
            <a:ext cx="9036496" cy="5360814"/>
          </a:xfrm>
        </p:spPr>
        <p:txBody>
          <a:bodyPr>
            <a:normAutofit/>
          </a:bodyPr>
          <a:p>
            <a:r>
              <a:rPr dirty="0" sz="2200" lang="en-GB" smtClean="0"/>
              <a:t>.</a:t>
            </a:r>
          </a:p>
          <a:p>
            <a:endParaRPr dirty="0" sz="2200" lang="en-GB" smtClean="0"/>
          </a:p>
          <a:p>
            <a:endParaRPr dirty="0" sz="2200" lang="en-GB" smtClean="0"/>
          </a:p>
        </p:txBody>
      </p:sp>
      <p:pic>
        <p:nvPicPr>
          <p:cNvPr id="2097155" name="Picture 3"/>
          <p:cNvPicPr>
            <a:picLocks noChangeAspect="1"/>
          </p:cNvPicPr>
          <p:nvPr/>
        </p:nvPicPr>
        <p:blipFill>
          <a:blip xmlns:r="http://schemas.openxmlformats.org/officeDocument/2006/relationships" r:embed="rId1"/>
          <a:stretch>
            <a:fillRect/>
          </a:stretch>
        </p:blipFill>
        <p:spPr>
          <a:xfrm>
            <a:off x="3419873" y="1452563"/>
            <a:ext cx="2592288" cy="5400951"/>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30" name=""/>
        <p:cNvGrpSpPr/>
        <p:nvPr/>
      </p:nvGrpSpPr>
      <p:grpSpPr>
        <a:xfrm>
          <a:off x="0" y="0"/>
          <a:ext cx="0" cy="0"/>
          <a:chOff x="0" y="0"/>
          <a:chExt cx="0" cy="0"/>
        </a:xfrm>
      </p:grpSpPr>
      <p:sp>
        <p:nvSpPr>
          <p:cNvPr id="1048670"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71" name="Content Placeholder 2"/>
          <p:cNvSpPr>
            <a:spLocks noGrp="1"/>
          </p:cNvSpPr>
          <p:nvPr>
            <p:ph idx="1"/>
          </p:nvPr>
        </p:nvSpPr>
        <p:spPr>
          <a:xfrm>
            <a:off x="107505" y="1452563"/>
            <a:ext cx="9036496" cy="5360814"/>
          </a:xfrm>
        </p:spPr>
        <p:txBody>
          <a:bodyPr>
            <a:normAutofit/>
          </a:bodyPr>
          <a:p>
            <a:r>
              <a:rPr dirty="0" sz="2200" lang="en-GB"/>
              <a:t>Concept and </a:t>
            </a:r>
            <a:r>
              <a:rPr dirty="0" sz="2200" lang="en-GB" smtClean="0"/>
              <a:t>proposal</a:t>
            </a:r>
          </a:p>
          <a:p>
            <a:pPr lvl="1"/>
            <a:r>
              <a:rPr dirty="0" sz="2200" lang="en-GB"/>
              <a:t>Defines the business value that is to be provided to the business</a:t>
            </a:r>
          </a:p>
          <a:p>
            <a:pPr lvl="1"/>
            <a:r>
              <a:rPr dirty="0" sz="2200" lang="en-GB"/>
              <a:t>The general concept of VM, and</a:t>
            </a:r>
          </a:p>
          <a:p>
            <a:pPr lvl="1"/>
            <a:r>
              <a:rPr dirty="0" sz="2200" lang="en-GB"/>
              <a:t>At a high level, how one plans to achieve the results </a:t>
            </a:r>
          </a:p>
          <a:p>
            <a:pPr lvl="1"/>
            <a:r>
              <a:rPr dirty="0" sz="2200" lang="en-GB"/>
              <a:t>This activity is primarily the responsibility of the program manager</a:t>
            </a:r>
          </a:p>
          <a:p>
            <a:r>
              <a:rPr dirty="0" sz="2200" lang="en-GB"/>
              <a:t>Charter </a:t>
            </a:r>
            <a:r>
              <a:rPr dirty="0" sz="2200" lang="en-GB" smtClean="0"/>
              <a:t>development</a:t>
            </a:r>
          </a:p>
          <a:p>
            <a:pPr lvl="1"/>
            <a:r>
              <a:rPr dirty="0" sz="2200" lang="en-GB" smtClean="0"/>
              <a:t>The </a:t>
            </a:r>
            <a:r>
              <a:rPr dirty="0" sz="2200" lang="en-GB"/>
              <a:t>construction of a </a:t>
            </a:r>
            <a:r>
              <a:rPr dirty="0" sz="2200" lang="en-GB" smtClean="0"/>
              <a:t>charter</a:t>
            </a:r>
          </a:p>
          <a:p>
            <a:pPr lvl="1"/>
            <a:r>
              <a:rPr dirty="0" sz="2200" lang="en-GB" smtClean="0"/>
              <a:t>These are the </a:t>
            </a:r>
            <a:r>
              <a:rPr dirty="0" sz="2200" lang="en-GB"/>
              <a:t>guiding principles and goals of the </a:t>
            </a:r>
            <a:r>
              <a:rPr dirty="0" sz="2200" lang="en-GB" smtClean="0"/>
              <a:t>program</a:t>
            </a:r>
          </a:p>
          <a:p>
            <a:pPr lvl="1"/>
            <a:r>
              <a:rPr dirty="0" sz="2200" lang="en-GB" smtClean="0"/>
              <a:t>The </a:t>
            </a:r>
            <a:r>
              <a:rPr dirty="0" sz="2200" lang="en-GB"/>
              <a:t>charter is authored by the program </a:t>
            </a:r>
            <a:r>
              <a:rPr dirty="0" sz="2200" lang="en-GB" smtClean="0"/>
              <a:t>manager and/or </a:t>
            </a:r>
            <a:r>
              <a:rPr dirty="0" sz="2200" lang="en-GB"/>
              <a:t>the executive </a:t>
            </a:r>
            <a:r>
              <a:rPr dirty="0" sz="2200" lang="en-GB" smtClean="0"/>
              <a:t>sponsor</a:t>
            </a:r>
          </a:p>
          <a:p>
            <a:endParaRPr dirty="0" sz="22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33" name=""/>
        <p:cNvGrpSpPr/>
        <p:nvPr/>
      </p:nvGrpSpPr>
      <p:grpSpPr>
        <a:xfrm>
          <a:off x="0" y="0"/>
          <a:ext cx="0" cy="0"/>
          <a:chOff x="0" y="0"/>
          <a:chExt cx="0" cy="0"/>
        </a:xfrm>
      </p:grpSpPr>
      <p:sp>
        <p:nvSpPr>
          <p:cNvPr id="1048674" name="Title 1"/>
          <p:cNvSpPr>
            <a:spLocks noGrp="1"/>
          </p:cNvSpPr>
          <p:nvPr>
            <p:ph type="title"/>
          </p:nvPr>
        </p:nvSpPr>
        <p:spPr>
          <a:xfrm>
            <a:off x="107505" y="39688"/>
            <a:ext cx="9036495" cy="1412875"/>
          </a:xfrm>
        </p:spPr>
        <p:txBody>
          <a:bodyPr/>
          <a:p>
            <a:r>
              <a:rPr dirty="0" lang="en-US"/>
              <a:t>Program </a:t>
            </a:r>
            <a:r>
              <a:rPr dirty="0" lang="en-US" smtClean="0"/>
              <a:t>Structure</a:t>
            </a:r>
            <a:endParaRPr dirty="0" lang="en-US"/>
          </a:p>
        </p:txBody>
      </p:sp>
      <p:sp>
        <p:nvSpPr>
          <p:cNvPr id="1048675" name="Content Placeholder 2"/>
          <p:cNvSpPr>
            <a:spLocks noGrp="1"/>
          </p:cNvSpPr>
          <p:nvPr>
            <p:ph idx="1"/>
          </p:nvPr>
        </p:nvSpPr>
        <p:spPr>
          <a:xfrm>
            <a:off x="107505" y="1452563"/>
            <a:ext cx="9036496" cy="5360814"/>
          </a:xfrm>
        </p:spPr>
        <p:txBody>
          <a:bodyPr>
            <a:normAutofit/>
          </a:bodyPr>
          <a:p>
            <a:r>
              <a:rPr dirty="0" sz="2200" lang="en-GB" smtClean="0"/>
              <a:t>Policy</a:t>
            </a:r>
            <a:endParaRPr dirty="0" sz="2200" lang="en-GB"/>
          </a:p>
          <a:p>
            <a:pPr lvl="1"/>
            <a:r>
              <a:rPr dirty="0" sz="2200" lang="en-GB" smtClean="0"/>
              <a:t>Policies </a:t>
            </a:r>
            <a:r>
              <a:rPr dirty="0" sz="2200" lang="en-GB"/>
              <a:t>that support underlying business objectives, </a:t>
            </a:r>
            <a:r>
              <a:rPr dirty="0" sz="2200" lang="en-GB" smtClean="0"/>
              <a:t>including any </a:t>
            </a:r>
            <a:r>
              <a:rPr dirty="0" sz="2200" lang="en-GB"/>
              <a:t>code of ethics that might </a:t>
            </a:r>
            <a:r>
              <a:rPr dirty="0" sz="2200" lang="en-GB" smtClean="0"/>
              <a:t>exist</a:t>
            </a:r>
            <a:endParaRPr dirty="0" sz="2200" lang="en-GB"/>
          </a:p>
          <a:p>
            <a:r>
              <a:rPr dirty="0" sz="2200" lang="en-GB"/>
              <a:t>Organization </a:t>
            </a:r>
            <a:r>
              <a:rPr dirty="0" sz="2200" lang="en-GB" smtClean="0"/>
              <a:t>structure</a:t>
            </a:r>
          </a:p>
          <a:p>
            <a:pPr lvl="1"/>
            <a:r>
              <a:rPr dirty="0" sz="2200" lang="en-GB"/>
              <a:t>An organization or combination of several organizations will fit together in a loosely coupled fashion to support the VM program</a:t>
            </a:r>
          </a:p>
          <a:p>
            <a:r>
              <a:rPr dirty="0" sz="2200" lang="en-GB" smtClean="0"/>
              <a:t>Procedures</a:t>
            </a:r>
          </a:p>
          <a:p>
            <a:pPr lvl="1"/>
            <a:r>
              <a:rPr dirty="0" sz="2200" lang="en-GB"/>
              <a:t>These are the detailed procedures that must be followed to support the VM program on a daily basis</a:t>
            </a:r>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36" name=""/>
        <p:cNvGrpSpPr/>
        <p:nvPr/>
      </p:nvGrpSpPr>
      <p:grpSpPr>
        <a:xfrm>
          <a:off x="0" y="0"/>
          <a:ext cx="0" cy="0"/>
          <a:chOff x="0" y="0"/>
          <a:chExt cx="0" cy="0"/>
        </a:xfrm>
      </p:grpSpPr>
      <p:sp>
        <p:nvSpPr>
          <p:cNvPr id="1048678" name="Title 1"/>
          <p:cNvSpPr>
            <a:spLocks noGrp="1"/>
          </p:cNvSpPr>
          <p:nvPr>
            <p:ph type="title"/>
          </p:nvPr>
        </p:nvSpPr>
        <p:spPr>
          <a:xfrm>
            <a:off x="107505" y="39688"/>
            <a:ext cx="9036495" cy="1412875"/>
          </a:xfrm>
        </p:spPr>
        <p:txBody>
          <a:bodyPr/>
          <a:p>
            <a:r>
              <a:rPr dirty="0" lang="en-GB" smtClean="0"/>
              <a:t>The </a:t>
            </a:r>
            <a:r>
              <a:rPr dirty="0" lang="en-GB"/>
              <a:t>VM Program and Technology Development</a:t>
            </a:r>
            <a:endParaRPr dirty="0" lang="en-US"/>
          </a:p>
        </p:txBody>
      </p:sp>
      <p:sp>
        <p:nvSpPr>
          <p:cNvPr id="1048679" name="Content Placeholder 2"/>
          <p:cNvSpPr>
            <a:spLocks noGrp="1"/>
          </p:cNvSpPr>
          <p:nvPr>
            <p:ph idx="1"/>
          </p:nvPr>
        </p:nvSpPr>
        <p:spPr>
          <a:xfrm>
            <a:off x="107505" y="1452563"/>
            <a:ext cx="9036496" cy="5360814"/>
          </a:xfrm>
        </p:spPr>
        <p:txBody>
          <a:bodyPr>
            <a:normAutofit/>
          </a:bodyPr>
          <a:p>
            <a:r>
              <a:rPr dirty="0" sz="2200" lang="en-GB"/>
              <a:t>When the development of technology takes place in parallel with the </a:t>
            </a:r>
            <a:r>
              <a:rPr dirty="0" sz="2200" lang="en-GB" smtClean="0"/>
              <a:t>organizational and </a:t>
            </a:r>
            <a:r>
              <a:rPr dirty="0" sz="2200" lang="en-GB"/>
              <a:t>procedural phases of the </a:t>
            </a:r>
            <a:r>
              <a:rPr dirty="0" sz="2200" lang="en-GB" smtClean="0"/>
              <a:t>program</a:t>
            </a:r>
          </a:p>
          <a:p>
            <a:r>
              <a:rPr dirty="0" sz="2200" lang="en-GB"/>
              <a:t>F</a:t>
            </a:r>
            <a:r>
              <a:rPr dirty="0" sz="2200" lang="en-GB" smtClean="0"/>
              <a:t>eedback </a:t>
            </a:r>
            <a:r>
              <a:rPr dirty="0" sz="2200" lang="en-GB"/>
              <a:t>must also inform </a:t>
            </a:r>
            <a:r>
              <a:rPr dirty="0" sz="2200" lang="en-GB" smtClean="0"/>
              <a:t>upwardly, adjacently</a:t>
            </a:r>
            <a:r>
              <a:rPr dirty="0" sz="2200" lang="en-GB"/>
              <a:t>, and </a:t>
            </a:r>
            <a:r>
              <a:rPr dirty="0" sz="2200" lang="en-GB" smtClean="0"/>
              <a:t>downwardly</a:t>
            </a:r>
          </a:p>
          <a:p>
            <a:r>
              <a:rPr dirty="0" sz="2200" lang="en-GB" smtClean="0"/>
              <a:t>Adjacently</a:t>
            </a:r>
            <a:r>
              <a:rPr dirty="0" sz="2200" lang="en-GB"/>
              <a:t>, policy development may inform </a:t>
            </a:r>
            <a:r>
              <a:rPr dirty="0" sz="2200" lang="en-GB" smtClean="0"/>
              <a:t>engineers on </a:t>
            </a:r>
            <a:r>
              <a:rPr dirty="0" sz="2200" lang="en-GB"/>
              <a:t>how to design a </a:t>
            </a:r>
            <a:r>
              <a:rPr dirty="0" sz="2200" lang="en-GB" smtClean="0"/>
              <a:t>system </a:t>
            </a:r>
          </a:p>
          <a:p>
            <a:r>
              <a:rPr dirty="0" sz="2200" lang="en-GB" smtClean="0"/>
              <a:t>Or</a:t>
            </a:r>
            <a:r>
              <a:rPr dirty="0" sz="2200" lang="en-GB"/>
              <a:t>, innovative design of the system may provide </a:t>
            </a:r>
            <a:r>
              <a:rPr dirty="0" sz="2200" lang="en-GB" smtClean="0"/>
              <a:t>the ability </a:t>
            </a:r>
            <a:r>
              <a:rPr dirty="0" sz="2200" lang="en-GB"/>
              <a:t>to simplify </a:t>
            </a:r>
            <a:r>
              <a:rPr dirty="0" sz="2200" lang="en-GB" smtClean="0"/>
              <a:t>procedures</a:t>
            </a:r>
          </a:p>
          <a:p>
            <a:r>
              <a:rPr dirty="0" sz="2200" lang="en-GB" smtClean="0"/>
              <a:t>Downwardly</a:t>
            </a:r>
            <a:r>
              <a:rPr dirty="0" sz="2200" lang="en-GB"/>
              <a:t>, a subtle policy change may make coding </a:t>
            </a:r>
            <a:r>
              <a:rPr dirty="0" sz="2200" lang="en-GB" smtClean="0"/>
              <a:t>of the </a:t>
            </a:r>
            <a:r>
              <a:rPr dirty="0" sz="2200" lang="en-GB"/>
              <a:t>system much simpler by removing an unnecessarily onerous internal audit </a:t>
            </a:r>
            <a:r>
              <a:rPr dirty="0" sz="2200" lang="en-GB" smtClean="0"/>
              <a:t>capability</a:t>
            </a:r>
          </a:p>
          <a:p>
            <a:endParaRPr dirty="0" sz="22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39" name=""/>
        <p:cNvGrpSpPr/>
        <p:nvPr/>
      </p:nvGrpSpPr>
      <p:grpSpPr>
        <a:xfrm>
          <a:off x="0" y="0"/>
          <a:ext cx="0" cy="0"/>
          <a:chOff x="0" y="0"/>
          <a:chExt cx="0" cy="0"/>
        </a:xfrm>
      </p:grpSpPr>
      <p:sp>
        <p:nvSpPr>
          <p:cNvPr id="1048682" name="Title 1"/>
          <p:cNvSpPr>
            <a:spLocks noGrp="1"/>
          </p:cNvSpPr>
          <p:nvPr>
            <p:ph type="title"/>
          </p:nvPr>
        </p:nvSpPr>
        <p:spPr>
          <a:xfrm>
            <a:off x="107505" y="39688"/>
            <a:ext cx="9036495" cy="1412875"/>
          </a:xfrm>
        </p:spPr>
        <p:txBody>
          <a:bodyPr/>
          <a:p>
            <a:r>
              <a:rPr dirty="0" lang="en-GB" smtClean="0"/>
              <a:t>The </a:t>
            </a:r>
            <a:r>
              <a:rPr dirty="0" lang="en-GB"/>
              <a:t>VM Program and Technology Development</a:t>
            </a:r>
            <a:endParaRPr dirty="0" lang="en-US"/>
          </a:p>
        </p:txBody>
      </p:sp>
      <p:sp>
        <p:nvSpPr>
          <p:cNvPr id="1048683" name="Content Placeholder 2"/>
          <p:cNvSpPr>
            <a:spLocks noGrp="1"/>
          </p:cNvSpPr>
          <p:nvPr>
            <p:ph idx="1"/>
          </p:nvPr>
        </p:nvSpPr>
        <p:spPr>
          <a:xfrm>
            <a:off x="107505" y="1556791"/>
            <a:ext cx="9036496" cy="5256585"/>
          </a:xfrm>
        </p:spPr>
        <p:txBody>
          <a:bodyPr>
            <a:normAutofit/>
          </a:bodyPr>
          <a:p>
            <a:r>
              <a:rPr dirty="0" sz="2200" lang="en-GB"/>
              <a:t>A good example of this would be if the audit function required that </a:t>
            </a:r>
            <a:r>
              <a:rPr dirty="0" sz="2200" lang="en-GB" smtClean="0"/>
              <a:t>every scan </a:t>
            </a:r>
            <a:r>
              <a:rPr dirty="0" sz="2200" lang="en-GB"/>
              <a:t>track each action taken by the system to detect </a:t>
            </a:r>
            <a:r>
              <a:rPr dirty="0" sz="2200" lang="en-GB" smtClean="0"/>
              <a:t>vulnerabilities</a:t>
            </a:r>
          </a:p>
          <a:p>
            <a:r>
              <a:rPr dirty="0" sz="2200" lang="en-GB" smtClean="0"/>
              <a:t>This </a:t>
            </a:r>
            <a:r>
              <a:rPr dirty="0" sz="2200" lang="en-GB"/>
              <a:t>would be an ill-informed policy because such recording activity would overwhelm any </a:t>
            </a:r>
            <a:r>
              <a:rPr dirty="0" sz="2200" lang="en-GB" smtClean="0"/>
              <a:t>scanning software</a:t>
            </a:r>
            <a:r>
              <a:rPr dirty="0" sz="2200" lang="en-GB"/>
              <a:t>, hardware, or supporting network with audit information that </a:t>
            </a:r>
            <a:r>
              <a:rPr dirty="0" sz="2200" lang="en-GB" smtClean="0"/>
              <a:t>would equal </a:t>
            </a:r>
            <a:r>
              <a:rPr dirty="0" sz="2200" lang="en-GB"/>
              <a:t>or exceed the actual vulnerability information </a:t>
            </a:r>
            <a:r>
              <a:rPr dirty="0" sz="2200" lang="en-GB" smtClean="0"/>
              <a:t>discovered</a:t>
            </a:r>
          </a:p>
          <a:p>
            <a:r>
              <a:rPr dirty="0" sz="2200" lang="en-GB" smtClean="0"/>
              <a:t>It </a:t>
            </a:r>
            <a:r>
              <a:rPr dirty="0" sz="2200" lang="en-GB"/>
              <a:t>would be </a:t>
            </a:r>
            <a:r>
              <a:rPr dirty="0" sz="2200" lang="en-GB" smtClean="0"/>
              <a:t>more effective </a:t>
            </a:r>
            <a:r>
              <a:rPr dirty="0" sz="2200" lang="en-GB"/>
              <a:t>to consider the vulnerability result data as audit information </a:t>
            </a:r>
            <a:r>
              <a:rPr dirty="0" sz="2200" lang="en-GB" smtClean="0"/>
              <a:t>itself</a:t>
            </a:r>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42" name=""/>
        <p:cNvGrpSpPr/>
        <p:nvPr/>
      </p:nvGrpSpPr>
      <p:grpSpPr>
        <a:xfrm>
          <a:off x="0" y="0"/>
          <a:ext cx="0" cy="0"/>
          <a:chOff x="0" y="0"/>
          <a:chExt cx="0" cy="0"/>
        </a:xfrm>
      </p:grpSpPr>
      <p:sp>
        <p:nvSpPr>
          <p:cNvPr id="1048686" name="Title 1"/>
          <p:cNvSpPr>
            <a:spLocks noGrp="1"/>
          </p:cNvSpPr>
          <p:nvPr>
            <p:ph type="title"/>
          </p:nvPr>
        </p:nvSpPr>
        <p:spPr>
          <a:xfrm>
            <a:off x="107505" y="39688"/>
            <a:ext cx="9036495" cy="1412875"/>
          </a:xfrm>
        </p:spPr>
        <p:txBody>
          <a:bodyPr/>
          <a:p>
            <a:r>
              <a:rPr dirty="0" lang="en-GB" smtClean="0"/>
              <a:t>The </a:t>
            </a:r>
            <a:r>
              <a:rPr dirty="0" lang="en-GB"/>
              <a:t>VM Program and Technology Development</a:t>
            </a:r>
            <a:endParaRPr dirty="0" lang="en-US"/>
          </a:p>
        </p:txBody>
      </p:sp>
      <p:sp>
        <p:nvSpPr>
          <p:cNvPr id="1048687" name="Content Placeholder 2"/>
          <p:cNvSpPr>
            <a:spLocks noGrp="1"/>
          </p:cNvSpPr>
          <p:nvPr>
            <p:ph idx="1"/>
          </p:nvPr>
        </p:nvSpPr>
        <p:spPr>
          <a:xfrm>
            <a:off x="107505" y="1452563"/>
            <a:ext cx="9036496" cy="5360814"/>
          </a:xfrm>
        </p:spPr>
        <p:txBody>
          <a:bodyPr>
            <a:normAutofit/>
          </a:bodyPr>
          <a:p>
            <a:r>
              <a:rPr dirty="0" sz="2200" lang="en-GB" smtClean="0"/>
              <a:t>.</a:t>
            </a:r>
          </a:p>
          <a:p>
            <a:endParaRPr dirty="0" sz="2200" lang="en-GB" smtClean="0"/>
          </a:p>
          <a:p>
            <a:endParaRPr dirty="0" sz="2200" lang="en-GB" smtClean="0"/>
          </a:p>
        </p:txBody>
      </p:sp>
      <p:pic>
        <p:nvPicPr>
          <p:cNvPr id="2097156" name="Picture 3"/>
          <p:cNvPicPr>
            <a:picLocks noChangeAspect="1"/>
          </p:cNvPicPr>
          <p:nvPr/>
        </p:nvPicPr>
        <p:blipFill>
          <a:blip xmlns:r="http://schemas.openxmlformats.org/officeDocument/2006/relationships" r:embed="rId1"/>
          <a:stretch>
            <a:fillRect/>
          </a:stretch>
        </p:blipFill>
        <p:spPr>
          <a:xfrm>
            <a:off x="1547665" y="1452562"/>
            <a:ext cx="6048672" cy="5405437"/>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sp>
        <p:nvSpPr>
          <p:cNvPr id="1048690" name="Title 1"/>
          <p:cNvSpPr>
            <a:spLocks noGrp="1"/>
          </p:cNvSpPr>
          <p:nvPr>
            <p:ph type="title"/>
          </p:nvPr>
        </p:nvSpPr>
        <p:spPr>
          <a:xfrm>
            <a:off x="107505" y="39688"/>
            <a:ext cx="9036495" cy="1412875"/>
          </a:xfrm>
        </p:spPr>
        <p:txBody>
          <a:bodyPr/>
          <a:p>
            <a:r>
              <a:rPr dirty="0" lang="en-GB" smtClean="0"/>
              <a:t>Who </a:t>
            </a:r>
            <a:r>
              <a:rPr dirty="0" lang="en-GB"/>
              <a:t>Gets Involved?</a:t>
            </a:r>
            <a:endParaRPr dirty="0" lang="en-US"/>
          </a:p>
        </p:txBody>
      </p:sp>
      <p:sp>
        <p:nvSpPr>
          <p:cNvPr id="1048691" name="Content Placeholder 2"/>
          <p:cNvSpPr>
            <a:spLocks noGrp="1"/>
          </p:cNvSpPr>
          <p:nvPr>
            <p:ph idx="1"/>
          </p:nvPr>
        </p:nvSpPr>
        <p:spPr>
          <a:xfrm>
            <a:off x="107505" y="1452563"/>
            <a:ext cx="9036496" cy="5360814"/>
          </a:xfrm>
        </p:spPr>
        <p:txBody>
          <a:bodyPr>
            <a:normAutofit/>
          </a:bodyPr>
          <a:p>
            <a:r>
              <a:rPr dirty="0" sz="2200" lang="en-GB" smtClean="0"/>
              <a:t>The </a:t>
            </a:r>
            <a:r>
              <a:rPr dirty="0" sz="2200" lang="en-GB"/>
              <a:t>support of senior management is important </a:t>
            </a:r>
            <a:r>
              <a:rPr dirty="0" sz="2200" lang="en-GB" smtClean="0"/>
              <a:t>to drive </a:t>
            </a:r>
            <a:r>
              <a:rPr dirty="0" sz="2200" lang="en-GB"/>
              <a:t>a VM program from the top </a:t>
            </a:r>
            <a:r>
              <a:rPr dirty="0" sz="2200" lang="en-GB" smtClean="0"/>
              <a:t>down</a:t>
            </a:r>
          </a:p>
          <a:p>
            <a:r>
              <a:rPr dirty="0" sz="2200" lang="en-GB" smtClean="0"/>
              <a:t>There </a:t>
            </a:r>
            <a:r>
              <a:rPr dirty="0" sz="2200" lang="en-GB"/>
              <a:t>are other participants </a:t>
            </a:r>
            <a:r>
              <a:rPr dirty="0" sz="2200" lang="en-GB" smtClean="0"/>
              <a:t>whose roles </a:t>
            </a:r>
            <a:r>
              <a:rPr dirty="0" sz="2200" lang="en-GB"/>
              <a:t>should not be </a:t>
            </a:r>
            <a:r>
              <a:rPr dirty="0" sz="2200" lang="en-GB" smtClean="0"/>
              <a:t>overlooked</a:t>
            </a:r>
          </a:p>
          <a:p>
            <a:r>
              <a:rPr dirty="0" sz="2200" lang="en-GB" smtClean="0"/>
              <a:t>A </a:t>
            </a:r>
            <a:r>
              <a:rPr dirty="0" sz="2200" lang="en-GB"/>
              <a:t>clear definition of these roles can prevent </a:t>
            </a:r>
            <a:endParaRPr dirty="0" sz="2200" lang="en-GB" smtClean="0"/>
          </a:p>
          <a:p>
            <a:pPr lvl="1"/>
            <a:r>
              <a:rPr dirty="0" sz="2000" lang="en-GB"/>
              <a:t>C</a:t>
            </a:r>
            <a:r>
              <a:rPr dirty="0" sz="2000" lang="en-GB" smtClean="0"/>
              <a:t>onsiderable political strife</a:t>
            </a:r>
          </a:p>
          <a:p>
            <a:pPr lvl="1"/>
            <a:r>
              <a:rPr dirty="0" sz="2000" lang="en-GB"/>
              <a:t>S</a:t>
            </a:r>
            <a:r>
              <a:rPr dirty="0" sz="2000" lang="en-GB" smtClean="0"/>
              <a:t>treamline </a:t>
            </a:r>
            <a:r>
              <a:rPr dirty="0" sz="2000" lang="en-GB"/>
              <a:t>the development of </a:t>
            </a:r>
            <a:r>
              <a:rPr dirty="0" sz="2000" lang="en-GB" smtClean="0"/>
              <a:t>process</a:t>
            </a:r>
          </a:p>
          <a:p>
            <a:pPr lvl="1"/>
            <a:r>
              <a:rPr dirty="0" sz="2000" lang="en-GB"/>
              <a:t>F</a:t>
            </a:r>
            <a:r>
              <a:rPr dirty="0" sz="2000" lang="en-GB" smtClean="0"/>
              <a:t>acilitate </a:t>
            </a:r>
            <a:r>
              <a:rPr dirty="0" sz="2000" lang="en-GB"/>
              <a:t>the </a:t>
            </a:r>
            <a:r>
              <a:rPr dirty="0" sz="2000" lang="en-GB" smtClean="0"/>
              <a:t>deployment of </a:t>
            </a:r>
            <a:r>
              <a:rPr dirty="0" sz="2000" lang="en-GB"/>
              <a:t>technology, and </a:t>
            </a:r>
            <a:endParaRPr dirty="0" sz="2000" lang="en-GB" smtClean="0"/>
          </a:p>
          <a:p>
            <a:pPr lvl="1"/>
            <a:r>
              <a:rPr dirty="0" sz="2000" lang="en-GB" smtClean="0"/>
              <a:t>Encourage </a:t>
            </a:r>
            <a:r>
              <a:rPr dirty="0" sz="2000" lang="en-GB"/>
              <a:t>the assignment of individuals and groups to </a:t>
            </a:r>
            <a:r>
              <a:rPr dirty="0" sz="2000" lang="en-GB" smtClean="0"/>
              <a:t>the VM effort</a:t>
            </a:r>
          </a:p>
          <a:p>
            <a:pPr lvl="1"/>
            <a:endParaRPr dirty="0" sz="2000" lang="en-GB" smtClean="0"/>
          </a:p>
          <a:p>
            <a:pPr lvl="1"/>
            <a:endParaRPr dirty="0" sz="2000" lang="en-GB" smtClean="0"/>
          </a:p>
          <a:p>
            <a:pPr lvl="1"/>
            <a:endParaRPr dirty="0" sz="2000" lang="en-GB"/>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48" name=""/>
        <p:cNvGrpSpPr/>
        <p:nvPr/>
      </p:nvGrpSpPr>
      <p:grpSpPr>
        <a:xfrm>
          <a:off x="0" y="0"/>
          <a:ext cx="0" cy="0"/>
          <a:chOff x="0" y="0"/>
          <a:chExt cx="0" cy="0"/>
        </a:xfrm>
      </p:grpSpPr>
      <p:sp>
        <p:nvSpPr>
          <p:cNvPr id="1048694" name="Title 1"/>
          <p:cNvSpPr>
            <a:spLocks noGrp="1"/>
          </p:cNvSpPr>
          <p:nvPr>
            <p:ph type="title"/>
          </p:nvPr>
        </p:nvSpPr>
        <p:spPr>
          <a:xfrm>
            <a:off x="107505" y="39688"/>
            <a:ext cx="9036495" cy="1412875"/>
          </a:xfrm>
        </p:spPr>
        <p:txBody>
          <a:bodyPr/>
          <a:p>
            <a:r>
              <a:rPr dirty="0" lang="en-GB" smtClean="0"/>
              <a:t>Who </a:t>
            </a:r>
            <a:r>
              <a:rPr dirty="0" lang="en-GB"/>
              <a:t>Gets Involved?</a:t>
            </a:r>
            <a:endParaRPr dirty="0" lang="en-US"/>
          </a:p>
        </p:txBody>
      </p:sp>
      <p:sp>
        <p:nvSpPr>
          <p:cNvPr id="1048695" name="Content Placeholder 2"/>
          <p:cNvSpPr>
            <a:spLocks noGrp="1"/>
          </p:cNvSpPr>
          <p:nvPr>
            <p:ph idx="1"/>
          </p:nvPr>
        </p:nvSpPr>
        <p:spPr>
          <a:xfrm>
            <a:off x="107505" y="1452563"/>
            <a:ext cx="9036496" cy="5360814"/>
          </a:xfrm>
        </p:spPr>
        <p:txBody>
          <a:bodyPr>
            <a:normAutofit/>
          </a:bodyPr>
          <a:p>
            <a:r>
              <a:rPr b="1" dirty="0" sz="2200" lang="en-GB" smtClean="0"/>
              <a:t>Contributing role </a:t>
            </a:r>
            <a:r>
              <a:rPr dirty="0" sz="2200" lang="en-GB"/>
              <a:t>that helps the </a:t>
            </a:r>
            <a:r>
              <a:rPr dirty="0" sz="2200" lang="en-GB" smtClean="0"/>
              <a:t>VM program </a:t>
            </a:r>
            <a:r>
              <a:rPr dirty="0" sz="2200" lang="en-GB"/>
              <a:t>get started and </a:t>
            </a:r>
            <a:r>
              <a:rPr dirty="0" sz="2200" lang="en-GB" smtClean="0"/>
              <a:t>operate</a:t>
            </a:r>
          </a:p>
          <a:p>
            <a:r>
              <a:rPr dirty="0" sz="2200" lang="en-GB" smtClean="0"/>
              <a:t>These </a:t>
            </a:r>
            <a:r>
              <a:rPr dirty="0" sz="2200" lang="en-GB"/>
              <a:t>participants are </a:t>
            </a:r>
            <a:r>
              <a:rPr dirty="0" sz="2200" lang="en-GB" smtClean="0"/>
              <a:t>not directly </a:t>
            </a:r>
            <a:r>
              <a:rPr dirty="0" sz="2200" lang="en-GB"/>
              <a:t>involved in performing vulnerability assessments, but the process </a:t>
            </a:r>
            <a:r>
              <a:rPr dirty="0" sz="2200" lang="en-GB" smtClean="0"/>
              <a:t>cannot proceed </a:t>
            </a:r>
            <a:r>
              <a:rPr dirty="0" sz="2200" lang="en-GB"/>
              <a:t>without their </a:t>
            </a:r>
            <a:r>
              <a:rPr dirty="0" sz="2200" lang="en-GB" smtClean="0"/>
              <a:t>help</a:t>
            </a:r>
          </a:p>
          <a:p>
            <a:r>
              <a:rPr dirty="0" sz="2200" lang="en-GB" smtClean="0"/>
              <a:t>Then</a:t>
            </a:r>
            <a:r>
              <a:rPr dirty="0" sz="2200" lang="en-GB"/>
              <a:t>, there is the </a:t>
            </a:r>
            <a:r>
              <a:rPr b="1" dirty="0" sz="2200" lang="en-GB" smtClean="0"/>
              <a:t>operational role</a:t>
            </a:r>
          </a:p>
          <a:p>
            <a:r>
              <a:rPr dirty="0" sz="2200" lang="en-GB" smtClean="0"/>
              <a:t>These participants are </a:t>
            </a:r>
            <a:r>
              <a:rPr dirty="0" sz="2200" lang="en-GB"/>
              <a:t>direct actors in the day-to-day operation of the VM </a:t>
            </a:r>
            <a:r>
              <a:rPr dirty="0" sz="2200" lang="en-GB" smtClean="0"/>
              <a:t>technology</a:t>
            </a:r>
          </a:p>
          <a:p>
            <a:r>
              <a:rPr dirty="0" sz="2200" lang="en-GB" smtClean="0"/>
              <a:t>They perform the </a:t>
            </a:r>
            <a:r>
              <a:rPr dirty="0" sz="2200" lang="en-GB"/>
              <a:t>scans, assess the vulnerabilities, and make sure that the priorities are raised </a:t>
            </a:r>
            <a:r>
              <a:rPr dirty="0" sz="2200" lang="en-GB" smtClean="0"/>
              <a:t>to the </a:t>
            </a:r>
            <a:r>
              <a:rPr dirty="0" sz="2200" lang="en-GB"/>
              <a:t>right </a:t>
            </a:r>
            <a:r>
              <a:rPr dirty="0" sz="2200" lang="en-GB" smtClean="0"/>
              <a:t>constituencies</a:t>
            </a:r>
            <a:endParaRPr dirty="0" sz="2000" lang="en-GB"/>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51" name=""/>
        <p:cNvGrpSpPr/>
        <p:nvPr/>
      </p:nvGrpSpPr>
      <p:grpSpPr>
        <a:xfrm>
          <a:off x="0" y="0"/>
          <a:ext cx="0" cy="0"/>
          <a:chOff x="0" y="0"/>
          <a:chExt cx="0" cy="0"/>
        </a:xfrm>
      </p:grpSpPr>
      <p:sp>
        <p:nvSpPr>
          <p:cNvPr id="1048698" name="Title 1"/>
          <p:cNvSpPr>
            <a:spLocks noGrp="1"/>
          </p:cNvSpPr>
          <p:nvPr>
            <p:ph type="title"/>
          </p:nvPr>
        </p:nvSpPr>
        <p:spPr>
          <a:xfrm>
            <a:off x="107505" y="39688"/>
            <a:ext cx="9036495" cy="1412875"/>
          </a:xfrm>
        </p:spPr>
        <p:txBody>
          <a:bodyPr/>
          <a:p>
            <a:r>
              <a:rPr dirty="0" lang="en-GB" smtClean="0"/>
              <a:t>Who </a:t>
            </a:r>
            <a:r>
              <a:rPr dirty="0" lang="en-GB"/>
              <a:t>Gets Involved?</a:t>
            </a:r>
            <a:endParaRPr dirty="0" lang="en-US"/>
          </a:p>
        </p:txBody>
      </p:sp>
      <p:sp>
        <p:nvSpPr>
          <p:cNvPr id="1048699" name="Content Placeholder 2"/>
          <p:cNvSpPr>
            <a:spLocks noGrp="1"/>
          </p:cNvSpPr>
          <p:nvPr>
            <p:ph idx="1"/>
          </p:nvPr>
        </p:nvSpPr>
        <p:spPr>
          <a:xfrm>
            <a:off x="107505" y="1452563"/>
            <a:ext cx="9036496" cy="5360814"/>
          </a:xfrm>
        </p:spPr>
        <p:txBody>
          <a:bodyPr>
            <a:normAutofit/>
          </a:bodyPr>
          <a:p>
            <a:r>
              <a:rPr dirty="0" sz="2200" lang="en-GB" smtClean="0"/>
              <a:t>They </a:t>
            </a:r>
            <a:r>
              <a:rPr dirty="0" sz="2200" lang="en-GB"/>
              <a:t>also ensure that the VM technology continues </a:t>
            </a:r>
            <a:r>
              <a:rPr dirty="0" sz="2200" lang="en-GB" smtClean="0"/>
              <a:t>to function </a:t>
            </a:r>
            <a:r>
              <a:rPr dirty="0" sz="2200" lang="en-GB"/>
              <a:t>optimally in a dynamic </a:t>
            </a:r>
            <a:r>
              <a:rPr dirty="0" sz="2200" lang="en-GB" smtClean="0"/>
              <a:t>environment</a:t>
            </a:r>
          </a:p>
          <a:p>
            <a:r>
              <a:rPr dirty="0" sz="2200" lang="en-GB" smtClean="0"/>
              <a:t>Some </a:t>
            </a:r>
            <a:r>
              <a:rPr dirty="0" sz="2200" lang="en-GB"/>
              <a:t>of the key groups involved in the VM process are </a:t>
            </a:r>
            <a:endParaRPr dirty="0" sz="2200" lang="en-GB" smtClean="0"/>
          </a:p>
          <a:p>
            <a:pPr lvl="1"/>
            <a:r>
              <a:rPr dirty="0" sz="2000" lang="en-GB"/>
              <a:t>A</a:t>
            </a:r>
            <a:r>
              <a:rPr dirty="0" sz="2000" lang="en-GB" smtClean="0"/>
              <a:t>sset </a:t>
            </a:r>
            <a:r>
              <a:rPr dirty="0" sz="2000" lang="en-GB"/>
              <a:t>O</a:t>
            </a:r>
            <a:r>
              <a:rPr dirty="0" sz="2000" lang="en-GB" smtClean="0"/>
              <a:t>wners</a:t>
            </a:r>
            <a:r>
              <a:rPr dirty="0" sz="2000" lang="en-GB"/>
              <a:t>, </a:t>
            </a:r>
            <a:r>
              <a:rPr dirty="0" sz="2000" lang="en-GB" smtClean="0"/>
              <a:t>Security, Human </a:t>
            </a:r>
            <a:r>
              <a:rPr dirty="0" sz="2000" lang="en-GB"/>
              <a:t>Resources, IT, </a:t>
            </a:r>
            <a:r>
              <a:rPr dirty="0" sz="2000" lang="en-GB" smtClean="0"/>
              <a:t>Vulnerability </a:t>
            </a:r>
            <a:r>
              <a:rPr dirty="0" sz="2000" lang="en-GB"/>
              <a:t>M</a:t>
            </a:r>
            <a:r>
              <a:rPr dirty="0" sz="2000" lang="en-GB" smtClean="0"/>
              <a:t>anagers</a:t>
            </a:r>
            <a:r>
              <a:rPr dirty="0" sz="2000" lang="en-GB"/>
              <a:t>, </a:t>
            </a:r>
            <a:r>
              <a:rPr dirty="0" sz="2000" lang="en-GB" smtClean="0"/>
              <a:t>Incident </a:t>
            </a:r>
            <a:r>
              <a:rPr dirty="0" sz="2000" lang="en-GB"/>
              <a:t>M</a:t>
            </a:r>
            <a:r>
              <a:rPr dirty="0" sz="2000" lang="en-GB" smtClean="0"/>
              <a:t>anagers</a:t>
            </a:r>
            <a:r>
              <a:rPr dirty="0" sz="2000" lang="en-GB"/>
              <a:t>, </a:t>
            </a:r>
            <a:r>
              <a:rPr dirty="0" sz="2000" lang="en-GB" smtClean="0"/>
              <a:t>Change </a:t>
            </a:r>
            <a:r>
              <a:rPr dirty="0" sz="2000" lang="en-GB"/>
              <a:t>M</a:t>
            </a:r>
            <a:r>
              <a:rPr dirty="0" sz="2000" lang="en-GB" smtClean="0"/>
              <a:t>anagement, and </a:t>
            </a:r>
            <a:r>
              <a:rPr dirty="0" sz="2000" lang="en-GB"/>
              <a:t>C</a:t>
            </a:r>
            <a:r>
              <a:rPr dirty="0" sz="2000" lang="en-GB" smtClean="0"/>
              <a:t>ompliance Management </a:t>
            </a:r>
          </a:p>
          <a:p>
            <a:pPr indent="-342900" lvl="1" marL="342900">
              <a:spcBef>
                <a:spcPts val="2400"/>
              </a:spcBef>
              <a:buClr>
                <a:srgbClr val="BAABE3"/>
              </a:buClr>
            </a:pPr>
            <a:r>
              <a:rPr dirty="0" sz="2200" lang="en-GB">
                <a:cs typeface="ＭＳ Ｐゴシック" pitchFamily="-84" charset="-128"/>
              </a:rPr>
              <a:t>Each of these roles is either directly involved in the VM process or is at least affected significantly by </a:t>
            </a:r>
            <a:r>
              <a:rPr dirty="0" sz="2200" lang="en-GB" smtClean="0">
                <a:cs typeface="ＭＳ Ｐゴシック" pitchFamily="-84" charset="-128"/>
              </a:rPr>
              <a:t>it</a:t>
            </a:r>
          </a:p>
          <a:p>
            <a:pPr indent="-342900" lvl="1" marL="342900">
              <a:spcBef>
                <a:spcPts val="2400"/>
              </a:spcBef>
              <a:buClr>
                <a:srgbClr val="BAABE3"/>
              </a:buClr>
            </a:pPr>
            <a:endParaRPr dirty="0" sz="2200" lang="en-GB">
              <a:cs typeface="ＭＳ Ｐゴシック" pitchFamily="-84" charset="-128"/>
            </a:endParaRPr>
          </a:p>
          <a:p>
            <a:pPr lvl="1"/>
            <a:endParaRPr dirty="0" sz="2000" lang="en-GB" smtClean="0"/>
          </a:p>
          <a:p>
            <a:pPr lvl="1"/>
            <a:endParaRPr dirty="0" sz="2000" lang="en-GB"/>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8702" name="Title 1"/>
          <p:cNvSpPr>
            <a:spLocks noGrp="1"/>
          </p:cNvSpPr>
          <p:nvPr>
            <p:ph type="title"/>
          </p:nvPr>
        </p:nvSpPr>
        <p:spPr>
          <a:xfrm>
            <a:off x="107505" y="39688"/>
            <a:ext cx="9036495" cy="1412875"/>
          </a:xfrm>
        </p:spPr>
        <p:txBody>
          <a:bodyPr/>
          <a:p>
            <a:r>
              <a:rPr dirty="0" lang="en-GB"/>
              <a:t>Operational Roles</a:t>
            </a:r>
            <a:endParaRPr dirty="0" lang="en-US"/>
          </a:p>
        </p:txBody>
      </p:sp>
      <p:sp>
        <p:nvSpPr>
          <p:cNvPr id="1048703" name="Content Placeholder 2"/>
          <p:cNvSpPr>
            <a:spLocks noGrp="1"/>
          </p:cNvSpPr>
          <p:nvPr>
            <p:ph idx="1"/>
          </p:nvPr>
        </p:nvSpPr>
        <p:spPr>
          <a:xfrm>
            <a:off x="107505" y="1452563"/>
            <a:ext cx="9036496" cy="5360814"/>
          </a:xfrm>
        </p:spPr>
        <p:txBody>
          <a:bodyPr>
            <a:normAutofit/>
          </a:bodyPr>
          <a:p>
            <a:r>
              <a:rPr dirty="0" sz="2200" lang="en-GB"/>
              <a:t>Vulnerability </a:t>
            </a:r>
            <a:r>
              <a:rPr dirty="0" sz="2200" lang="en-GB" smtClean="0"/>
              <a:t>Manager</a:t>
            </a:r>
          </a:p>
          <a:p>
            <a:pPr lvl="1"/>
            <a:r>
              <a:rPr dirty="0" sz="2000" lang="en-GB">
                <a:cs typeface="ＭＳ Ｐゴシック" pitchFamily="-84" charset="-128"/>
              </a:rPr>
              <a:t>This role is responsible for ensuring the correct configuration and operation of </a:t>
            </a:r>
            <a:r>
              <a:rPr dirty="0" sz="2000" lang="en-GB" smtClean="0">
                <a:cs typeface="ＭＳ Ｐゴシック" pitchFamily="-84" charset="-128"/>
              </a:rPr>
              <a:t>the technology</a:t>
            </a:r>
          </a:p>
          <a:p>
            <a:pPr lvl="1"/>
            <a:r>
              <a:rPr dirty="0" sz="2000" lang="en-GB" smtClean="0">
                <a:cs typeface="ＭＳ Ｐゴシック" pitchFamily="-84" charset="-128"/>
              </a:rPr>
              <a:t>Also </a:t>
            </a:r>
            <a:r>
              <a:rPr dirty="0" sz="2000" lang="en-GB">
                <a:cs typeface="ＭＳ Ｐゴシック" pitchFamily="-84" charset="-128"/>
              </a:rPr>
              <a:t>creating, monitoring, and distributing reports as </a:t>
            </a:r>
            <a:r>
              <a:rPr dirty="0" sz="2000" lang="en-GB" smtClean="0">
                <a:cs typeface="ＭＳ Ｐゴシック" pitchFamily="-84" charset="-128"/>
              </a:rPr>
              <a:t>needed</a:t>
            </a:r>
          </a:p>
          <a:p>
            <a:pPr lvl="1"/>
            <a:r>
              <a:rPr dirty="0" sz="2000" lang="en-GB" smtClean="0">
                <a:cs typeface="ＭＳ Ｐゴシック" pitchFamily="-84" charset="-128"/>
              </a:rPr>
              <a:t>It is by </a:t>
            </a:r>
            <a:r>
              <a:rPr dirty="0" sz="2000" lang="en-GB">
                <a:cs typeface="ＭＳ Ｐゴシック" pitchFamily="-84" charset="-128"/>
              </a:rPr>
              <a:t>no means a simple administrator </a:t>
            </a:r>
            <a:r>
              <a:rPr dirty="0" sz="2000" lang="en-GB" smtClean="0">
                <a:cs typeface="ＭＳ Ｐゴシック" pitchFamily="-84" charset="-128"/>
              </a:rPr>
              <a:t>role</a:t>
            </a:r>
          </a:p>
          <a:p>
            <a:pPr lvl="1"/>
            <a:r>
              <a:rPr dirty="0" sz="2000" lang="en-GB" smtClean="0">
                <a:cs typeface="ＭＳ Ｐゴシック" pitchFamily="-84" charset="-128"/>
              </a:rPr>
              <a:t>The </a:t>
            </a:r>
            <a:r>
              <a:rPr dirty="0" sz="2000" lang="en-GB">
                <a:cs typeface="ＭＳ Ｐゴシック" pitchFamily="-84" charset="-128"/>
              </a:rPr>
              <a:t>individual must be able to </a:t>
            </a:r>
            <a:r>
              <a:rPr dirty="0" sz="2000" lang="en-GB" smtClean="0">
                <a:cs typeface="ＭＳ Ｐゴシック" pitchFamily="-84" charset="-128"/>
              </a:rPr>
              <a:t>interpret technical </a:t>
            </a:r>
            <a:r>
              <a:rPr dirty="0" sz="2000" lang="en-GB">
                <a:cs typeface="ＭＳ Ｐゴシック" pitchFamily="-84" charset="-128"/>
              </a:rPr>
              <a:t>reports produced by the system and to explain the cause and </a:t>
            </a:r>
            <a:r>
              <a:rPr dirty="0" sz="2000" lang="en-GB" smtClean="0">
                <a:cs typeface="ＭＳ Ｐゴシック" pitchFamily="-84" charset="-128"/>
              </a:rPr>
              <a:t>remediation for </a:t>
            </a:r>
            <a:r>
              <a:rPr dirty="0" sz="2000" lang="en-GB">
                <a:cs typeface="ＭＳ Ｐゴシック" pitchFamily="-84" charset="-128"/>
              </a:rPr>
              <a:t>a V</a:t>
            </a:r>
            <a:r>
              <a:rPr dirty="0" sz="2000" lang="en-GB" smtClean="0">
                <a:cs typeface="ＭＳ Ｐゴシック" pitchFamily="-84" charset="-128"/>
              </a:rPr>
              <a:t>ulnerability</a:t>
            </a:r>
          </a:p>
          <a:p>
            <a:pPr lvl="1"/>
            <a:r>
              <a:rPr dirty="0" sz="2000" lang="en-GB" smtClean="0">
                <a:cs typeface="ＭＳ Ｐゴシック" pitchFamily="-84" charset="-128"/>
              </a:rPr>
              <a:t>Knowledge </a:t>
            </a:r>
            <a:r>
              <a:rPr dirty="0" sz="2000" lang="en-GB">
                <a:cs typeface="ＭＳ Ｐゴシック" pitchFamily="-84" charset="-128"/>
              </a:rPr>
              <a:t>of operating systems, networks, and </a:t>
            </a:r>
            <a:r>
              <a:rPr dirty="0" sz="2000" lang="en-GB" smtClean="0">
                <a:cs typeface="ＭＳ Ｐゴシック" pitchFamily="-84" charset="-128"/>
              </a:rPr>
              <a:t>security practices </a:t>
            </a:r>
            <a:r>
              <a:rPr dirty="0" sz="2000" lang="en-GB">
                <a:cs typeface="ＭＳ Ｐゴシック" pitchFamily="-84" charset="-128"/>
              </a:rPr>
              <a:t>is </a:t>
            </a:r>
            <a:r>
              <a:rPr dirty="0" sz="2000" lang="en-GB" smtClean="0">
                <a:cs typeface="ＭＳ Ｐゴシック" pitchFamily="-84" charset="-128"/>
              </a:rPr>
              <a:t>required</a:t>
            </a:r>
          </a:p>
          <a:p>
            <a:pPr lvl="1"/>
            <a:r>
              <a:rPr dirty="0" sz="2000" lang="en-GB" smtClean="0">
                <a:cs typeface="ＭＳ Ｐゴシック" pitchFamily="-84" charset="-128"/>
              </a:rPr>
              <a:t>This </a:t>
            </a:r>
            <a:r>
              <a:rPr dirty="0" sz="2000" lang="en-GB">
                <a:cs typeface="ＭＳ Ｐゴシック" pitchFamily="-84" charset="-128"/>
              </a:rPr>
              <a:t>individual will interact with system administrators </a:t>
            </a:r>
            <a:r>
              <a:rPr dirty="0" sz="2000" lang="en-GB" smtClean="0">
                <a:cs typeface="ＭＳ Ｐゴシック" pitchFamily="-84" charset="-128"/>
              </a:rPr>
              <a:t>and network </a:t>
            </a:r>
            <a:r>
              <a:rPr dirty="0" sz="2000" lang="en-GB">
                <a:cs typeface="ＭＳ Ｐゴシック" pitchFamily="-84" charset="-128"/>
              </a:rPr>
              <a:t>managers to ensure that the vulnerability identification and </a:t>
            </a:r>
            <a:r>
              <a:rPr dirty="0" sz="2000" lang="en-GB" smtClean="0">
                <a:cs typeface="ＭＳ Ｐゴシック" pitchFamily="-84" charset="-128"/>
              </a:rPr>
              <a:t>remediation processes </a:t>
            </a:r>
            <a:r>
              <a:rPr dirty="0" sz="2000" lang="en-GB">
                <a:cs typeface="ＭＳ Ｐゴシック" pitchFamily="-84" charset="-128"/>
              </a:rPr>
              <a:t>meet </a:t>
            </a:r>
            <a:r>
              <a:rPr dirty="0" sz="2000" lang="en-GB" smtClean="0">
                <a:cs typeface="ＭＳ Ｐゴシック" pitchFamily="-84" charset="-128"/>
              </a:rPr>
              <a:t>goals</a:t>
            </a:r>
            <a:endParaRPr dirty="0" sz="2000" lang="en-GB">
              <a:cs typeface="ＭＳ Ｐゴシック" pitchFamily="-84" charset="-128"/>
            </a:endParaRPr>
          </a:p>
          <a:p>
            <a:pPr lvl="1"/>
            <a:endParaRPr dirty="0" sz="2000" lang="en-GB" smtClean="0"/>
          </a:p>
          <a:p>
            <a:pPr lvl="1"/>
            <a:endParaRPr dirty="0" sz="2000" lang="en-GB"/>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57" name=""/>
        <p:cNvGrpSpPr/>
        <p:nvPr/>
      </p:nvGrpSpPr>
      <p:grpSpPr>
        <a:xfrm>
          <a:off x="0" y="0"/>
          <a:ext cx="0" cy="0"/>
          <a:chOff x="0" y="0"/>
          <a:chExt cx="0" cy="0"/>
        </a:xfrm>
      </p:grpSpPr>
      <p:sp>
        <p:nvSpPr>
          <p:cNvPr id="1048706" name="Title 1"/>
          <p:cNvSpPr>
            <a:spLocks noGrp="1"/>
          </p:cNvSpPr>
          <p:nvPr>
            <p:ph type="title"/>
          </p:nvPr>
        </p:nvSpPr>
        <p:spPr>
          <a:xfrm>
            <a:off x="107505" y="39688"/>
            <a:ext cx="9036495" cy="1412875"/>
          </a:xfrm>
        </p:spPr>
        <p:txBody>
          <a:bodyPr/>
          <a:p>
            <a:r>
              <a:rPr dirty="0" lang="en-GB"/>
              <a:t>Operational Roles</a:t>
            </a:r>
            <a:endParaRPr dirty="0" lang="en-US"/>
          </a:p>
        </p:txBody>
      </p:sp>
      <p:sp>
        <p:nvSpPr>
          <p:cNvPr id="1048707" name="Content Placeholder 2"/>
          <p:cNvSpPr>
            <a:spLocks noGrp="1"/>
          </p:cNvSpPr>
          <p:nvPr>
            <p:ph idx="1"/>
          </p:nvPr>
        </p:nvSpPr>
        <p:spPr>
          <a:xfrm>
            <a:off x="107505" y="1452563"/>
            <a:ext cx="9036496" cy="5360814"/>
          </a:xfrm>
        </p:spPr>
        <p:txBody>
          <a:bodyPr>
            <a:normAutofit/>
          </a:bodyPr>
          <a:p>
            <a:r>
              <a:rPr dirty="0" sz="2200" lang="en-GB" smtClean="0"/>
              <a:t>Incident Manager</a:t>
            </a:r>
          </a:p>
          <a:p>
            <a:pPr lvl="1"/>
            <a:r>
              <a:rPr dirty="0" sz="2000" lang="en-GB">
                <a:cs typeface="ＭＳ Ｐゴシック" pitchFamily="-84" charset="-128"/>
              </a:rPr>
              <a:t>When vulnerabilities require attention, one person must take responsibility </a:t>
            </a:r>
            <a:r>
              <a:rPr dirty="0" sz="2000" lang="en-GB" smtClean="0">
                <a:cs typeface="ＭＳ Ｐゴシック" pitchFamily="-84" charset="-128"/>
              </a:rPr>
              <a:t>for remediation</a:t>
            </a:r>
          </a:p>
          <a:p>
            <a:pPr lvl="1"/>
            <a:r>
              <a:rPr dirty="0" sz="2000" lang="en-GB" smtClean="0">
                <a:cs typeface="ＭＳ Ｐゴシック" pitchFamily="-84" charset="-128"/>
              </a:rPr>
              <a:t>It </a:t>
            </a:r>
            <a:r>
              <a:rPr dirty="0" sz="2000" lang="en-GB">
                <a:cs typeface="ＭＳ Ｐゴシック" pitchFamily="-84" charset="-128"/>
              </a:rPr>
              <a:t>is often the owner or administrator of the vulnerable </a:t>
            </a:r>
            <a:r>
              <a:rPr dirty="0" sz="2000" lang="en-GB" smtClean="0">
                <a:cs typeface="ＭＳ Ｐゴシック" pitchFamily="-84" charset="-128"/>
              </a:rPr>
              <a:t>target</a:t>
            </a:r>
          </a:p>
          <a:p>
            <a:pPr lvl="1"/>
            <a:r>
              <a:rPr dirty="0" sz="2000" lang="en-GB" smtClean="0">
                <a:cs typeface="ＭＳ Ｐゴシック" pitchFamily="-84" charset="-128"/>
              </a:rPr>
              <a:t>This individual </a:t>
            </a:r>
            <a:r>
              <a:rPr dirty="0" sz="2000" lang="en-GB">
                <a:cs typeface="ＭＳ Ｐゴシック" pitchFamily="-84" charset="-128"/>
              </a:rPr>
              <a:t>should have insight into the configuration and operation of the </a:t>
            </a:r>
            <a:r>
              <a:rPr dirty="0" sz="2000" lang="en-GB" smtClean="0">
                <a:cs typeface="ＭＳ Ｐゴシック" pitchFamily="-84" charset="-128"/>
              </a:rPr>
              <a:t>target and </a:t>
            </a:r>
            <a:r>
              <a:rPr dirty="0" sz="2000" lang="en-GB">
                <a:cs typeface="ＭＳ Ｐゴシック" pitchFamily="-84" charset="-128"/>
              </a:rPr>
              <a:t>be able to assess the impact of a change to that </a:t>
            </a:r>
            <a:r>
              <a:rPr dirty="0" sz="2000" lang="en-GB" smtClean="0">
                <a:cs typeface="ＭＳ Ｐゴシック" pitchFamily="-84" charset="-128"/>
              </a:rPr>
              <a:t>system</a:t>
            </a:r>
          </a:p>
          <a:p>
            <a:pPr lvl="1"/>
            <a:r>
              <a:rPr dirty="0" sz="2000" lang="en-GB" smtClean="0">
                <a:cs typeface="ＭＳ Ｐゴシック" pitchFamily="-84" charset="-128"/>
              </a:rPr>
              <a:t>This </a:t>
            </a:r>
            <a:r>
              <a:rPr dirty="0" sz="2000" lang="en-GB">
                <a:cs typeface="ＭＳ Ｐゴシック" pitchFamily="-84" charset="-128"/>
              </a:rPr>
              <a:t>person, </a:t>
            </a:r>
            <a:r>
              <a:rPr dirty="0" sz="2000" lang="en-GB" smtClean="0">
                <a:cs typeface="ＭＳ Ｐゴシック" pitchFamily="-84" charset="-128"/>
              </a:rPr>
              <a:t>known as </a:t>
            </a:r>
            <a:r>
              <a:rPr dirty="0" sz="2000" lang="en-GB">
                <a:cs typeface="ＭＳ Ｐゴシック" pitchFamily="-84" charset="-128"/>
              </a:rPr>
              <a:t>an incident manager, will work with the vulnerability manager to complete </a:t>
            </a:r>
            <a:r>
              <a:rPr dirty="0" sz="2000" lang="en-GB" smtClean="0">
                <a:cs typeface="ＭＳ Ｐゴシック" pitchFamily="-84" charset="-128"/>
              </a:rPr>
              <a:t>the required </a:t>
            </a:r>
            <a:r>
              <a:rPr dirty="0" sz="2000" lang="en-GB">
                <a:cs typeface="ＭＳ Ｐゴシック" pitchFamily="-84" charset="-128"/>
              </a:rPr>
              <a:t>remediation </a:t>
            </a:r>
            <a:r>
              <a:rPr dirty="0" sz="2000" lang="en-GB" smtClean="0">
                <a:cs typeface="ＭＳ Ｐゴシック" pitchFamily="-84" charset="-128"/>
              </a:rPr>
              <a:t>tasks</a:t>
            </a:r>
          </a:p>
          <a:p>
            <a:pPr lvl="1"/>
            <a:r>
              <a:rPr dirty="0" sz="2000" lang="en-GB" smtClean="0">
                <a:cs typeface="ＭＳ Ｐゴシック" pitchFamily="-84" charset="-128"/>
              </a:rPr>
              <a:t>It </a:t>
            </a:r>
            <a:r>
              <a:rPr dirty="0" sz="2000" lang="en-GB">
                <a:cs typeface="ＭＳ Ｐゴシック" pitchFamily="-84" charset="-128"/>
              </a:rPr>
              <a:t>is the responsibility of the incident manager to </a:t>
            </a:r>
            <a:r>
              <a:rPr dirty="0" sz="2000" lang="en-GB" smtClean="0">
                <a:cs typeface="ＭＳ Ｐゴシック" pitchFamily="-84" charset="-128"/>
              </a:rPr>
              <a:t>follow up </a:t>
            </a:r>
            <a:r>
              <a:rPr dirty="0" sz="2000" lang="en-GB">
                <a:cs typeface="ＭＳ Ｐゴシック" pitchFamily="-84" charset="-128"/>
              </a:rPr>
              <a:t>on the assigned remediation tasks until they are </a:t>
            </a:r>
            <a:r>
              <a:rPr dirty="0" sz="2000" lang="en-GB" smtClean="0">
                <a:cs typeface="ＭＳ Ｐゴシック" pitchFamily="-84" charset="-128"/>
              </a:rPr>
              <a:t>complete</a:t>
            </a:r>
          </a:p>
          <a:p>
            <a:pPr lvl="1"/>
            <a:r>
              <a:rPr dirty="0" sz="2000" lang="en-GB" smtClean="0">
                <a:cs typeface="ＭＳ Ｐゴシック" pitchFamily="-84" charset="-128"/>
              </a:rPr>
              <a:t>In </a:t>
            </a:r>
            <a:r>
              <a:rPr dirty="0" sz="2000" lang="en-GB">
                <a:cs typeface="ＭＳ Ｐゴシック" pitchFamily="-84" charset="-128"/>
              </a:rPr>
              <a:t>some cases, </a:t>
            </a:r>
            <a:r>
              <a:rPr dirty="0" sz="2000" lang="en-GB" smtClean="0">
                <a:cs typeface="ＭＳ Ｐゴシック" pitchFamily="-84" charset="-128"/>
              </a:rPr>
              <a:t>this role </a:t>
            </a:r>
            <a:r>
              <a:rPr dirty="0" sz="2000" lang="en-GB">
                <a:cs typeface="ＭＳ Ｐゴシック" pitchFamily="-84" charset="-128"/>
              </a:rPr>
              <a:t>is combined with the role of change </a:t>
            </a:r>
            <a:r>
              <a:rPr dirty="0" sz="2000" lang="en-GB" smtClean="0">
                <a:cs typeface="ＭＳ Ｐゴシック" pitchFamily="-84" charset="-128"/>
              </a:rPr>
              <a:t>manager</a:t>
            </a:r>
          </a:p>
          <a:p>
            <a:pPr lvl="1"/>
            <a:r>
              <a:rPr dirty="0" sz="2000" lang="en-GB" smtClean="0">
                <a:cs typeface="ＭＳ Ｐゴシック" pitchFamily="-84" charset="-128"/>
              </a:rPr>
              <a:t>For </a:t>
            </a:r>
            <a:r>
              <a:rPr dirty="0" sz="2000" lang="en-GB">
                <a:cs typeface="ＭＳ Ｐゴシック" pitchFamily="-84" charset="-128"/>
              </a:rPr>
              <a:t>example, smaller </a:t>
            </a:r>
            <a:r>
              <a:rPr dirty="0" sz="2000" lang="en-GB" smtClean="0">
                <a:cs typeface="ＭＳ Ｐゴシック" pitchFamily="-84" charset="-128"/>
              </a:rPr>
              <a:t>organizations may </a:t>
            </a:r>
            <a:r>
              <a:rPr dirty="0" sz="2000" lang="en-GB">
                <a:cs typeface="ＭＳ Ｐゴシック" pitchFamily="-84" charset="-128"/>
              </a:rPr>
              <a:t>have one person to field all work for engineers and </a:t>
            </a:r>
            <a:r>
              <a:rPr dirty="0" sz="2000" lang="en-GB" smtClean="0">
                <a:cs typeface="ＭＳ Ｐゴシック" pitchFamily="-84" charset="-128"/>
              </a:rPr>
              <a:t>administrators</a:t>
            </a:r>
          </a:p>
          <a:p>
            <a:pPr lvl="1"/>
            <a:r>
              <a:rPr dirty="0" sz="2000" lang="en-GB" smtClean="0">
                <a:cs typeface="ＭＳ Ｐゴシック" pitchFamily="-84" charset="-128"/>
              </a:rPr>
              <a:t>This person </a:t>
            </a:r>
            <a:r>
              <a:rPr dirty="0" sz="2000" lang="en-GB">
                <a:cs typeface="ＭＳ Ｐゴシック" pitchFamily="-84" charset="-128"/>
              </a:rPr>
              <a:t>could be responsible for receiving incidents, coordinating changes, and </a:t>
            </a:r>
            <a:r>
              <a:rPr dirty="0" sz="2000" lang="en-GB" smtClean="0">
                <a:cs typeface="ＭＳ Ｐゴシック" pitchFamily="-84" charset="-128"/>
              </a:rPr>
              <a:t>distributing remediation work</a:t>
            </a:r>
            <a:endParaRPr dirty="0" sz="2000" lang="en-GB" smtClean="0"/>
          </a:p>
          <a:p>
            <a:pPr lvl="1"/>
            <a:endParaRPr dirty="0" sz="2000" lang="en-GB"/>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60" name=""/>
        <p:cNvGrpSpPr/>
        <p:nvPr/>
      </p:nvGrpSpPr>
      <p:grpSpPr>
        <a:xfrm>
          <a:off x="0" y="0"/>
          <a:ext cx="0" cy="0"/>
          <a:chOff x="0" y="0"/>
          <a:chExt cx="0" cy="0"/>
        </a:xfrm>
      </p:grpSpPr>
      <p:sp>
        <p:nvSpPr>
          <p:cNvPr id="1048710" name="Title 1"/>
          <p:cNvSpPr>
            <a:spLocks noGrp="1"/>
          </p:cNvSpPr>
          <p:nvPr>
            <p:ph type="title"/>
          </p:nvPr>
        </p:nvSpPr>
        <p:spPr>
          <a:xfrm>
            <a:off x="107505" y="39688"/>
            <a:ext cx="9036495" cy="1412875"/>
          </a:xfrm>
        </p:spPr>
        <p:txBody>
          <a:bodyPr/>
          <a:p>
            <a:r>
              <a:rPr dirty="0" lang="en-GB"/>
              <a:t>Operational Roles</a:t>
            </a:r>
            <a:endParaRPr dirty="0" lang="en-US"/>
          </a:p>
        </p:txBody>
      </p:sp>
      <p:sp>
        <p:nvSpPr>
          <p:cNvPr id="1048711" name="Content Placeholder 2"/>
          <p:cNvSpPr>
            <a:spLocks noGrp="1"/>
          </p:cNvSpPr>
          <p:nvPr>
            <p:ph idx="1"/>
          </p:nvPr>
        </p:nvSpPr>
        <p:spPr>
          <a:xfrm>
            <a:off x="107505" y="1452563"/>
            <a:ext cx="9036496" cy="5360814"/>
          </a:xfrm>
        </p:spPr>
        <p:txBody>
          <a:bodyPr>
            <a:normAutofit lnSpcReduction="10000"/>
          </a:bodyPr>
          <a:p>
            <a:r>
              <a:rPr dirty="0" sz="2200" lang="en-GB"/>
              <a:t> Change </a:t>
            </a:r>
            <a:r>
              <a:rPr dirty="0" sz="2200" lang="en-GB" smtClean="0"/>
              <a:t>Manager</a:t>
            </a:r>
          </a:p>
          <a:p>
            <a:pPr lvl="1"/>
            <a:r>
              <a:rPr dirty="0" sz="2200" lang="en-GB">
                <a:cs typeface="ＭＳ Ｐゴシック" pitchFamily="-84" charset="-128"/>
              </a:rPr>
              <a:t>In a more complex remediation scenario where multiple systems or </a:t>
            </a:r>
            <a:r>
              <a:rPr dirty="0" sz="2200" lang="en-GB" smtClean="0">
                <a:cs typeface="ＭＳ Ｐゴシック" pitchFamily="-84" charset="-128"/>
              </a:rPr>
              <a:t>business functions </a:t>
            </a:r>
            <a:r>
              <a:rPr dirty="0" sz="2200" lang="en-GB">
                <a:cs typeface="ＭＳ Ｐゴシック" pitchFamily="-84" charset="-128"/>
              </a:rPr>
              <a:t>may be affected by a complex </a:t>
            </a:r>
            <a:r>
              <a:rPr dirty="0" sz="2200" lang="en-GB" smtClean="0">
                <a:cs typeface="ＭＳ Ｐゴシック" pitchFamily="-84" charset="-128"/>
              </a:rPr>
              <a:t>change</a:t>
            </a:r>
          </a:p>
          <a:p>
            <a:pPr lvl="1"/>
            <a:r>
              <a:rPr dirty="0" sz="2200" lang="en-GB">
                <a:cs typeface="ＭＳ Ｐゴシック" pitchFamily="-84" charset="-128"/>
              </a:rPr>
              <a:t>T</a:t>
            </a:r>
            <a:r>
              <a:rPr dirty="0" sz="2200" lang="en-GB" smtClean="0">
                <a:cs typeface="ＭＳ Ｐゴシック" pitchFamily="-84" charset="-128"/>
              </a:rPr>
              <a:t>he </a:t>
            </a:r>
            <a:r>
              <a:rPr dirty="0" sz="2200" lang="en-GB">
                <a:cs typeface="ＭＳ Ｐゴシック" pitchFamily="-84" charset="-128"/>
              </a:rPr>
              <a:t>change manager will </a:t>
            </a:r>
            <a:r>
              <a:rPr dirty="0" sz="2200" lang="en-GB" smtClean="0">
                <a:cs typeface="ＭＳ Ｐゴシック" pitchFamily="-84" charset="-128"/>
              </a:rPr>
              <a:t>act as </a:t>
            </a:r>
            <a:r>
              <a:rPr dirty="0" sz="2200" lang="en-GB">
                <a:cs typeface="ＭＳ Ｐゴシック" pitchFamily="-84" charset="-128"/>
              </a:rPr>
              <a:t>a project manager to oversee the full extent of the </a:t>
            </a:r>
            <a:r>
              <a:rPr dirty="0" sz="2200" lang="en-GB" smtClean="0">
                <a:cs typeface="ＭＳ Ｐゴシック" pitchFamily="-84" charset="-128"/>
              </a:rPr>
              <a:t>change</a:t>
            </a:r>
          </a:p>
          <a:p>
            <a:pPr lvl="1"/>
            <a:r>
              <a:rPr dirty="0" sz="2200" lang="en-GB" smtClean="0">
                <a:cs typeface="ＭＳ Ｐゴシック" pitchFamily="-84" charset="-128"/>
              </a:rPr>
              <a:t>This </a:t>
            </a:r>
            <a:r>
              <a:rPr dirty="0" sz="2200" lang="en-GB">
                <a:cs typeface="ＭＳ Ｐゴシック" pitchFamily="-84" charset="-128"/>
              </a:rPr>
              <a:t>manager </a:t>
            </a:r>
            <a:r>
              <a:rPr dirty="0" sz="2200" lang="en-GB" smtClean="0">
                <a:cs typeface="ＭＳ Ｐゴシック" pitchFamily="-84" charset="-128"/>
              </a:rPr>
              <a:t>will inform </a:t>
            </a:r>
            <a:r>
              <a:rPr dirty="0" sz="2200" lang="en-GB">
                <a:cs typeface="ＭＳ Ｐゴシック" pitchFamily="-84" charset="-128"/>
              </a:rPr>
              <a:t>the affected parties, coordinate activities, perform testing or ensure </a:t>
            </a:r>
            <a:r>
              <a:rPr dirty="0" sz="2200" lang="en-GB" smtClean="0">
                <a:cs typeface="ＭＳ Ｐゴシック" pitchFamily="-84" charset="-128"/>
              </a:rPr>
              <a:t>that proper </a:t>
            </a:r>
            <a:r>
              <a:rPr dirty="0" sz="2200" lang="en-GB">
                <a:cs typeface="ＭＳ Ｐゴシック" pitchFamily="-84" charset="-128"/>
              </a:rPr>
              <a:t>testing is </a:t>
            </a:r>
            <a:r>
              <a:rPr dirty="0" sz="2200" lang="en-GB" smtClean="0">
                <a:cs typeface="ＭＳ Ｐゴシック" pitchFamily="-84" charset="-128"/>
              </a:rPr>
              <a:t>completed</a:t>
            </a:r>
          </a:p>
          <a:p>
            <a:pPr lvl="1"/>
            <a:r>
              <a:rPr dirty="0" sz="2200" lang="en-GB">
                <a:cs typeface="ＭＳ Ｐゴシック" pitchFamily="-84" charset="-128"/>
              </a:rPr>
              <a:t>W</a:t>
            </a:r>
            <a:r>
              <a:rPr dirty="0" sz="2200" lang="en-GB" smtClean="0">
                <a:cs typeface="ＭＳ Ｐゴシック" pitchFamily="-84" charset="-128"/>
              </a:rPr>
              <a:t>ork </a:t>
            </a:r>
            <a:r>
              <a:rPr dirty="0" sz="2200" lang="en-GB">
                <a:cs typeface="ＭＳ Ｐゴシック" pitchFamily="-84" charset="-128"/>
              </a:rPr>
              <a:t>with the vulnerability manager to </a:t>
            </a:r>
            <a:r>
              <a:rPr dirty="0" sz="2200" lang="en-GB" smtClean="0">
                <a:cs typeface="ＭＳ Ｐゴシック" pitchFamily="-84" charset="-128"/>
              </a:rPr>
              <a:t>verify compliance</a:t>
            </a:r>
            <a:endParaRPr dirty="0" sz="2200" lang="en-GB"/>
          </a:p>
          <a:p>
            <a:pPr indent="-342900" lvl="1" marL="342900">
              <a:spcBef>
                <a:spcPts val="2400"/>
              </a:spcBef>
              <a:buClr>
                <a:srgbClr val="BAABE3"/>
              </a:buClr>
            </a:pPr>
            <a:r>
              <a:rPr dirty="0" sz="2200" lang="en-US">
                <a:cs typeface="ＭＳ Ｐゴシック" pitchFamily="-84" charset="-128"/>
              </a:rPr>
              <a:t>Compliance </a:t>
            </a:r>
            <a:r>
              <a:rPr dirty="0" sz="2200" lang="en-GB" smtClean="0">
                <a:cs typeface="ＭＳ Ｐゴシック" pitchFamily="-84" charset="-128"/>
              </a:rPr>
              <a:t>Manager</a:t>
            </a:r>
          </a:p>
          <a:p>
            <a:pPr lvl="1"/>
            <a:r>
              <a:rPr dirty="0" sz="2200" lang="en-GB">
                <a:cs typeface="ＭＳ Ｐゴシック" pitchFamily="-84" charset="-128"/>
              </a:rPr>
              <a:t>This role is primarily one of a recipient and end user of the VM system and also one of the principal beneficiaries</a:t>
            </a:r>
          </a:p>
          <a:p>
            <a:pPr lvl="1"/>
            <a:r>
              <a:rPr dirty="0" sz="2200" lang="en-GB">
                <a:cs typeface="ＭＳ Ｐゴシック" pitchFamily="-84" charset="-128"/>
              </a:rPr>
              <a:t>In a normal compliance function, the compliance manager is tasked with ensuring that the systems in use by the company adhere to policies and standards</a:t>
            </a:r>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63" name=""/>
        <p:cNvGrpSpPr/>
        <p:nvPr/>
      </p:nvGrpSpPr>
      <p:grpSpPr>
        <a:xfrm>
          <a:off x="0" y="0"/>
          <a:ext cx="0" cy="0"/>
          <a:chOff x="0" y="0"/>
          <a:chExt cx="0" cy="0"/>
        </a:xfrm>
      </p:grpSpPr>
      <p:sp>
        <p:nvSpPr>
          <p:cNvPr id="1048714" name="Title 1"/>
          <p:cNvSpPr>
            <a:spLocks noGrp="1"/>
          </p:cNvSpPr>
          <p:nvPr>
            <p:ph type="title"/>
          </p:nvPr>
        </p:nvSpPr>
        <p:spPr>
          <a:xfrm>
            <a:off x="107505" y="39688"/>
            <a:ext cx="9036495" cy="1412875"/>
          </a:xfrm>
        </p:spPr>
        <p:txBody>
          <a:bodyPr/>
          <a:p>
            <a:r>
              <a:rPr dirty="0" lang="en-GB"/>
              <a:t>Operational Roles</a:t>
            </a:r>
            <a:endParaRPr dirty="0" lang="en-US"/>
          </a:p>
        </p:txBody>
      </p:sp>
      <p:sp>
        <p:nvSpPr>
          <p:cNvPr id="1048715" name="Content Placeholder 2"/>
          <p:cNvSpPr>
            <a:spLocks noGrp="1"/>
          </p:cNvSpPr>
          <p:nvPr>
            <p:ph idx="1"/>
          </p:nvPr>
        </p:nvSpPr>
        <p:spPr>
          <a:xfrm>
            <a:off x="107505" y="1452563"/>
            <a:ext cx="9036496" cy="5360814"/>
          </a:xfrm>
        </p:spPr>
        <p:txBody>
          <a:bodyPr>
            <a:normAutofit/>
          </a:bodyPr>
          <a:p>
            <a:pPr lvl="1"/>
            <a:r>
              <a:rPr dirty="0" lang="en-GB">
                <a:cs typeface="ＭＳ Ｐゴシック" pitchFamily="-84" charset="-128"/>
              </a:rPr>
              <a:t>This manager is generally a recipient or consumer of reports from the VM system</a:t>
            </a:r>
          </a:p>
          <a:p>
            <a:pPr lvl="1"/>
            <a:r>
              <a:rPr b="1" dirty="0" lang="en-GB">
                <a:cs typeface="ＭＳ Ｐゴシック" pitchFamily="-84" charset="-128"/>
              </a:rPr>
              <a:t>The compliance manager will review trend reports to determine whether there is a continuous or repeating activity that results in a system being out of compliance</a:t>
            </a:r>
          </a:p>
          <a:p>
            <a:pPr lvl="1"/>
            <a:r>
              <a:rPr b="1" dirty="0" lang="en-GB">
                <a:cs typeface="ＭＳ Ｐゴシック" pitchFamily="-84" charset="-128"/>
              </a:rPr>
              <a:t>This allows the compliance manager to discover processes in the organization that may be flawed in a way that leads to repeat policy deviations</a:t>
            </a:r>
          </a:p>
          <a:p>
            <a:pPr lvl="1"/>
            <a:r>
              <a:rPr dirty="0" lang="en-GB">
                <a:cs typeface="ＭＳ Ｐゴシック" pitchFamily="-84" charset="-128"/>
              </a:rPr>
              <a:t>In an environment where service level agreements (SLAs) are used to establish service levels</a:t>
            </a:r>
          </a:p>
          <a:p>
            <a:pPr lvl="1"/>
            <a:r>
              <a:rPr dirty="0" lang="en-GB">
                <a:cs typeface="ＭＳ Ｐゴシック" pitchFamily="-84" charset="-128"/>
              </a:rPr>
              <a:t>The VM program manager may create an SLA for the compliance manager to ensure that audits take place at the required frequency and the appropriate checks are run on each target</a:t>
            </a:r>
          </a:p>
          <a:p>
            <a:pPr lvl="1"/>
            <a:r>
              <a:rPr dirty="0" lang="en-GB">
                <a:cs typeface="ＭＳ Ｐゴシック" pitchFamily="-84" charset="-128"/>
              </a:rPr>
              <a:t> Metrics for this are simple and easily derived from the vulnerability scan results</a:t>
            </a:r>
          </a:p>
          <a:p>
            <a:pPr lvl="1"/>
            <a:endParaRPr dirty="0" sz="2000" lang="en-GB" smtClean="0"/>
          </a:p>
          <a:p>
            <a:endParaRPr dirty="0" sz="2200" lang="en-GB" smtClean="0"/>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66" name=""/>
        <p:cNvGrpSpPr/>
        <p:nvPr/>
      </p:nvGrpSpPr>
      <p:grpSpPr>
        <a:xfrm>
          <a:off x="0" y="0"/>
          <a:ext cx="0" cy="0"/>
          <a:chOff x="0" y="0"/>
          <a:chExt cx="0" cy="0"/>
        </a:xfrm>
      </p:grpSpPr>
      <p:sp>
        <p:nvSpPr>
          <p:cNvPr id="1048718" name="Title 1"/>
          <p:cNvSpPr>
            <a:spLocks noGrp="1"/>
          </p:cNvSpPr>
          <p:nvPr>
            <p:ph type="title"/>
          </p:nvPr>
        </p:nvSpPr>
        <p:spPr>
          <a:xfrm>
            <a:off x="107505" y="39688"/>
            <a:ext cx="9036495" cy="1412875"/>
          </a:xfrm>
        </p:spPr>
        <p:txBody>
          <a:bodyPr/>
          <a:p>
            <a:r>
              <a:rPr dirty="0" lang="en-GB" smtClean="0"/>
              <a:t>Contributing </a:t>
            </a:r>
            <a:r>
              <a:rPr dirty="0" lang="en-GB"/>
              <a:t>Roles</a:t>
            </a:r>
            <a:endParaRPr dirty="0" lang="en-US"/>
          </a:p>
        </p:txBody>
      </p:sp>
      <p:sp>
        <p:nvSpPr>
          <p:cNvPr id="1048719" name="Content Placeholder 2"/>
          <p:cNvSpPr>
            <a:spLocks noGrp="1"/>
          </p:cNvSpPr>
          <p:nvPr>
            <p:ph idx="1"/>
          </p:nvPr>
        </p:nvSpPr>
        <p:spPr>
          <a:xfrm>
            <a:off x="107505" y="1452563"/>
            <a:ext cx="9036496" cy="5360814"/>
          </a:xfrm>
        </p:spPr>
        <p:txBody>
          <a:bodyPr>
            <a:normAutofit/>
          </a:bodyPr>
          <a:p>
            <a:pPr lvl="1"/>
            <a:r>
              <a:rPr dirty="0" i="1" lang="en-GB" smtClean="0"/>
              <a:t>Asset Owners</a:t>
            </a:r>
          </a:p>
          <a:p>
            <a:pPr indent="-342900" lvl="3" marL="1028700">
              <a:lnSpc>
                <a:spcPct val="80000"/>
              </a:lnSpc>
              <a:spcBef>
                <a:spcPts val="2400"/>
              </a:spcBef>
            </a:pPr>
            <a:r>
              <a:rPr dirty="0" sz="2600" lang="en-GB">
                <a:cs typeface="ＭＳ Ｐゴシック" pitchFamily="-84" charset="-128"/>
              </a:rPr>
              <a:t>Asset owners are those who ultimately pay for things and derive the most benefit</a:t>
            </a:r>
          </a:p>
          <a:p>
            <a:pPr indent="-342900" lvl="3" marL="1028700">
              <a:lnSpc>
                <a:spcPct val="80000"/>
              </a:lnSpc>
              <a:spcBef>
                <a:spcPts val="2400"/>
              </a:spcBef>
            </a:pPr>
            <a:r>
              <a:rPr dirty="0" sz="2600" lang="en-GB">
                <a:cs typeface="ＭＳ Ｐゴシック" pitchFamily="-84" charset="-128"/>
              </a:rPr>
              <a:t>They control the purse strings and therefore have considerable say over what gets </a:t>
            </a:r>
            <a:r>
              <a:rPr dirty="0" sz="2600" lang="en-GB" smtClean="0">
                <a:cs typeface="ＭＳ Ｐゴシック" pitchFamily="-84" charset="-128"/>
              </a:rPr>
              <a:t>done</a:t>
            </a:r>
          </a:p>
          <a:p>
            <a:pPr indent="-342900" lvl="3" marL="1028700">
              <a:lnSpc>
                <a:spcPct val="80000"/>
              </a:lnSpc>
              <a:spcBef>
                <a:spcPts val="2400"/>
              </a:spcBef>
            </a:pPr>
            <a:r>
              <a:rPr dirty="0" sz="2600" lang="en-GB" smtClean="0">
                <a:cs typeface="ＭＳ Ｐゴシック" pitchFamily="-84" charset="-128"/>
              </a:rPr>
              <a:t>In </a:t>
            </a:r>
            <a:r>
              <a:rPr dirty="0" sz="2600" lang="en-GB">
                <a:cs typeface="ＭＳ Ｐゴシック" pitchFamily="-84" charset="-128"/>
              </a:rPr>
              <a:t>many organizations, the asset owner is the line of </a:t>
            </a:r>
            <a:r>
              <a:rPr dirty="0" sz="2600" lang="en-GB" smtClean="0">
                <a:cs typeface="ＭＳ Ｐゴシック" pitchFamily="-84" charset="-128"/>
              </a:rPr>
              <a:t>business</a:t>
            </a:r>
          </a:p>
          <a:p>
            <a:pPr indent="-342900" lvl="3" marL="1028700">
              <a:lnSpc>
                <a:spcPct val="80000"/>
              </a:lnSpc>
              <a:spcBef>
                <a:spcPts val="2400"/>
              </a:spcBef>
            </a:pPr>
            <a:r>
              <a:rPr dirty="0" sz="2600" lang="en-GB" smtClean="0">
                <a:cs typeface="ＭＳ Ｐゴシック" pitchFamily="-84" charset="-128"/>
              </a:rPr>
              <a:t>Better cooperation </a:t>
            </a:r>
            <a:r>
              <a:rPr dirty="0" sz="2600" lang="en-GB">
                <a:cs typeface="ＭＳ Ｐゴシック" pitchFamily="-84" charset="-128"/>
              </a:rPr>
              <a:t>in a large organization when making plans to assess the </a:t>
            </a:r>
            <a:r>
              <a:rPr dirty="0" sz="2600" lang="en-GB" smtClean="0">
                <a:cs typeface="ＭＳ Ｐゴシック" pitchFamily="-84" charset="-128"/>
              </a:rPr>
              <a:t>security posture </a:t>
            </a:r>
            <a:r>
              <a:rPr dirty="0" sz="2600" lang="en-GB">
                <a:cs typeface="ＭＳ Ｐゴシック" pitchFamily="-84" charset="-128"/>
              </a:rPr>
              <a:t>of an </a:t>
            </a:r>
            <a:r>
              <a:rPr dirty="0" sz="2600" lang="en-GB" smtClean="0">
                <a:cs typeface="ＭＳ Ｐゴシック" pitchFamily="-84" charset="-128"/>
              </a:rPr>
              <a:t>asset</a:t>
            </a:r>
            <a:endParaRPr dirty="0" sz="2600" lang="en-GB">
              <a:cs typeface="ＭＳ Ｐゴシック" pitchFamily="-84" charset="-128"/>
            </a:endParaRPr>
          </a:p>
          <a:p>
            <a:pPr indent="-342900" lvl="3" marL="1028700">
              <a:lnSpc>
                <a:spcPct val="80000"/>
              </a:lnSpc>
              <a:spcBef>
                <a:spcPts val="2400"/>
              </a:spcBef>
            </a:pPr>
            <a:r>
              <a:rPr dirty="0" sz="2600" lang="en-GB">
                <a:cs typeface="ＭＳ Ｐゴシック" pitchFamily="-84" charset="-128"/>
              </a:rPr>
              <a:t>Two </a:t>
            </a:r>
            <a:r>
              <a:rPr dirty="0" sz="2600" lang="en-GB" smtClean="0">
                <a:cs typeface="ＭＳ Ｐゴシック" pitchFamily="-84" charset="-128"/>
              </a:rPr>
              <a:t>very important </a:t>
            </a:r>
            <a:r>
              <a:rPr dirty="0" sz="2600" lang="en-GB">
                <a:cs typeface="ＭＳ Ｐゴシック" pitchFamily="-84" charset="-128"/>
              </a:rPr>
              <a:t>contributions of an asset owner are </a:t>
            </a:r>
            <a:r>
              <a:rPr dirty="0" sz="2600" lang="en-GB" smtClean="0">
                <a:cs typeface="ＭＳ Ｐゴシック" pitchFamily="-84" charset="-128"/>
              </a:rPr>
              <a:t>the</a:t>
            </a:r>
          </a:p>
          <a:p>
            <a:pPr indent="-342900" lvl="4" marL="1377950">
              <a:lnSpc>
                <a:spcPct val="80000"/>
              </a:lnSpc>
              <a:spcBef>
                <a:spcPts val="2400"/>
              </a:spcBef>
            </a:pPr>
            <a:r>
              <a:rPr dirty="0" sz="2600" lang="en-GB">
                <a:cs typeface="ＭＳ Ｐゴシック" pitchFamily="-84" charset="-128"/>
              </a:rPr>
              <a:t>Asset classification and</a:t>
            </a:r>
          </a:p>
          <a:p>
            <a:pPr indent="-342900" lvl="4" marL="1377950">
              <a:lnSpc>
                <a:spcPct val="80000"/>
              </a:lnSpc>
              <a:spcBef>
                <a:spcPts val="2400"/>
              </a:spcBef>
            </a:pPr>
            <a:r>
              <a:rPr dirty="0" sz="2600" lang="en-GB">
                <a:cs typeface="ＭＳ Ｐゴシック" pitchFamily="-84" charset="-128"/>
              </a:rPr>
              <a:t>valuation </a:t>
            </a:r>
            <a:r>
              <a:rPr dirty="0" sz="2600" lang="en-GB" smtClean="0">
                <a:cs typeface="ＭＳ Ｐゴシック" pitchFamily="-84" charset="-128"/>
              </a:rPr>
              <a:t>functions</a:t>
            </a:r>
          </a:p>
          <a:p>
            <a:pPr indent="-342900" lvl="3" marL="1028700">
              <a:lnSpc>
                <a:spcPct val="80000"/>
              </a:lnSpc>
              <a:spcBef>
                <a:spcPts val="2400"/>
              </a:spcBef>
            </a:pPr>
            <a:r>
              <a:rPr dirty="0" sz="2600" lang="en-GB">
                <a:cs typeface="ＭＳ Ｐゴシック" pitchFamily="-84" charset="-128"/>
              </a:rPr>
              <a:t>W</a:t>
            </a:r>
            <a:r>
              <a:rPr dirty="0" sz="2600" lang="en-GB" smtClean="0">
                <a:cs typeface="ＭＳ Ｐゴシック" pitchFamily="-84" charset="-128"/>
              </a:rPr>
              <a:t>hich </a:t>
            </a:r>
            <a:r>
              <a:rPr dirty="0" sz="2600" lang="en-GB">
                <a:cs typeface="ＭＳ Ｐゴシック" pitchFamily="-84" charset="-128"/>
              </a:rPr>
              <a:t>cannot and should not be performed by the administrator of </a:t>
            </a:r>
            <a:r>
              <a:rPr dirty="0" sz="2600" lang="en-GB" smtClean="0">
                <a:cs typeface="ＭＳ Ｐゴシック" pitchFamily="-84" charset="-128"/>
              </a:rPr>
              <a:t>a system</a:t>
            </a:r>
            <a:endParaRPr dirty="0" sz="2600" lang="en-GB">
              <a:cs typeface="ＭＳ Ｐゴシック" pitchFamily="-84" charset="-128"/>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69" name=""/>
        <p:cNvGrpSpPr/>
        <p:nvPr/>
      </p:nvGrpSpPr>
      <p:grpSpPr>
        <a:xfrm>
          <a:off x="0" y="0"/>
          <a:ext cx="0" cy="0"/>
          <a:chOff x="0" y="0"/>
          <a:chExt cx="0" cy="0"/>
        </a:xfrm>
      </p:grpSpPr>
      <p:sp>
        <p:nvSpPr>
          <p:cNvPr id="1048722" name="Title 1"/>
          <p:cNvSpPr>
            <a:spLocks noGrp="1"/>
          </p:cNvSpPr>
          <p:nvPr>
            <p:ph type="title"/>
          </p:nvPr>
        </p:nvSpPr>
        <p:spPr>
          <a:xfrm>
            <a:off x="107505" y="39688"/>
            <a:ext cx="9036495" cy="1412875"/>
          </a:xfrm>
        </p:spPr>
        <p:txBody>
          <a:bodyPr/>
          <a:p>
            <a:r>
              <a:rPr dirty="0" lang="en-GB" smtClean="0"/>
              <a:t>Contributing </a:t>
            </a:r>
            <a:r>
              <a:rPr dirty="0" lang="en-GB"/>
              <a:t>Roles</a:t>
            </a:r>
            <a:endParaRPr dirty="0" lang="en-US"/>
          </a:p>
        </p:txBody>
      </p:sp>
      <p:sp>
        <p:nvSpPr>
          <p:cNvPr id="1048723" name="Content Placeholder 2"/>
          <p:cNvSpPr>
            <a:spLocks noGrp="1"/>
          </p:cNvSpPr>
          <p:nvPr>
            <p:ph idx="1"/>
          </p:nvPr>
        </p:nvSpPr>
        <p:spPr>
          <a:xfrm>
            <a:off x="-396552" y="1452562"/>
            <a:ext cx="9540553" cy="5576837"/>
          </a:xfrm>
        </p:spPr>
        <p:txBody>
          <a:bodyPr>
            <a:normAutofit/>
          </a:bodyPr>
          <a:p>
            <a:pPr lvl="1"/>
            <a:r>
              <a:rPr dirty="0" sz="3400" i="1" lang="en-GB" smtClean="0"/>
              <a:t>Security</a:t>
            </a:r>
          </a:p>
          <a:p>
            <a:pPr lvl="2"/>
            <a:r>
              <a:rPr dirty="0" sz="3000" lang="en-GB">
                <a:cs typeface="ＭＳ Ｐゴシック" pitchFamily="-84" charset="-128"/>
              </a:rPr>
              <a:t>Security departments are often the groups dealing directly with </a:t>
            </a:r>
            <a:r>
              <a:rPr dirty="0" sz="3000" lang="en-GB" smtClean="0">
                <a:cs typeface="ＭＳ Ｐゴシック" pitchFamily="-84" charset="-128"/>
              </a:rPr>
              <a:t>VM</a:t>
            </a:r>
          </a:p>
          <a:p>
            <a:pPr lvl="2"/>
            <a:r>
              <a:rPr dirty="0" sz="3000" lang="en-GB" smtClean="0">
                <a:cs typeface="ＭＳ Ｐゴシック" pitchFamily="-84" charset="-128"/>
              </a:rPr>
              <a:t>However, organizations </a:t>
            </a:r>
            <a:r>
              <a:rPr dirty="0" sz="3000" lang="en-GB">
                <a:cs typeface="ＭＳ Ｐゴシック" pitchFamily="-84" charset="-128"/>
              </a:rPr>
              <a:t>with a strong focus on service management, as described in </a:t>
            </a:r>
            <a:r>
              <a:rPr dirty="0" sz="3000" lang="en-GB" smtClean="0">
                <a:cs typeface="ＭＳ Ｐゴシック" pitchFamily="-84" charset="-128"/>
              </a:rPr>
              <a:t>the Information </a:t>
            </a:r>
            <a:r>
              <a:rPr dirty="0" sz="3000" lang="en-GB">
                <a:cs typeface="ＭＳ Ｐゴシック" pitchFamily="-84" charset="-128"/>
              </a:rPr>
              <a:t>Technology Infrastructure Library (ITIL) service management </a:t>
            </a:r>
            <a:r>
              <a:rPr dirty="0" sz="3000" lang="en-GB" smtClean="0">
                <a:cs typeface="ＭＳ Ｐゴシック" pitchFamily="-84" charset="-128"/>
              </a:rPr>
              <a:t>framework</a:t>
            </a:r>
          </a:p>
          <a:p>
            <a:pPr lvl="2"/>
            <a:r>
              <a:rPr dirty="0" sz="3000" lang="en-GB" smtClean="0">
                <a:cs typeface="ＭＳ Ｐゴシック" pitchFamily="-84" charset="-128"/>
              </a:rPr>
              <a:t>May </a:t>
            </a:r>
            <a:r>
              <a:rPr dirty="0" sz="3000" lang="en-GB">
                <a:cs typeface="ＭＳ Ｐゴシック" pitchFamily="-84" charset="-128"/>
              </a:rPr>
              <a:t>consider this a subset of the existing </a:t>
            </a:r>
            <a:r>
              <a:rPr dirty="0" sz="3000" lang="en-GB" smtClean="0">
                <a:cs typeface="ＭＳ Ｐゴシック" pitchFamily="-84" charset="-128"/>
              </a:rPr>
              <a:t>framework</a:t>
            </a:r>
          </a:p>
          <a:p>
            <a:pPr lvl="2"/>
            <a:r>
              <a:rPr dirty="0" sz="3000" lang="en-GB" smtClean="0">
                <a:cs typeface="ＭＳ Ｐゴシック" pitchFamily="-84" charset="-128"/>
              </a:rPr>
              <a:t>In </a:t>
            </a:r>
            <a:r>
              <a:rPr dirty="0" sz="3000" lang="en-GB">
                <a:cs typeface="ＭＳ Ｐゴシック" pitchFamily="-84" charset="-128"/>
              </a:rPr>
              <a:t>either case, a </a:t>
            </a:r>
            <a:r>
              <a:rPr dirty="0" sz="3000" lang="en-GB" smtClean="0">
                <a:cs typeface="ＭＳ Ｐゴシック" pitchFamily="-84" charset="-128"/>
              </a:rPr>
              <a:t>close and </a:t>
            </a:r>
            <a:r>
              <a:rPr dirty="0" sz="3000" lang="en-GB">
                <a:cs typeface="ＭＳ Ｐゴシック" pitchFamily="-84" charset="-128"/>
              </a:rPr>
              <a:t>cooperative relationship between the security function and IT should </a:t>
            </a:r>
            <a:r>
              <a:rPr dirty="0" sz="3000" lang="en-GB" smtClean="0">
                <a:cs typeface="ＭＳ Ｐゴシック" pitchFamily="-84" charset="-128"/>
              </a:rPr>
              <a:t>exist</a:t>
            </a:r>
          </a:p>
          <a:p>
            <a:pPr lvl="2"/>
            <a:r>
              <a:rPr dirty="0" sz="3000" lang="en-GB" smtClean="0">
                <a:cs typeface="ＭＳ Ｐゴシック" pitchFamily="-84" charset="-128"/>
              </a:rPr>
              <a:t>A </a:t>
            </a:r>
            <a:r>
              <a:rPr dirty="0" sz="3000" lang="en-GB">
                <a:cs typeface="ＭＳ Ｐゴシック" pitchFamily="-84" charset="-128"/>
              </a:rPr>
              <a:t>partnership will make VM implementation easier, and you will likely </a:t>
            </a:r>
            <a:r>
              <a:rPr dirty="0" sz="3000" lang="en-GB" smtClean="0">
                <a:cs typeface="ＭＳ Ｐゴシック" pitchFamily="-84" charset="-128"/>
              </a:rPr>
              <a:t>receive better </a:t>
            </a:r>
            <a:r>
              <a:rPr dirty="0" sz="3000" lang="en-GB">
                <a:cs typeface="ＭＳ Ｐゴシック" pitchFamily="-84" charset="-128"/>
              </a:rPr>
              <a:t>internal support </a:t>
            </a:r>
            <a:endParaRPr dirty="0" sz="3000" lang="en-GB" smtClean="0">
              <a:cs typeface="ＭＳ Ｐゴシック" pitchFamily="-84" charset="-128"/>
            </a:endParaRPr>
          </a:p>
          <a:p>
            <a:pPr lvl="1"/>
            <a:r>
              <a:rPr dirty="0" sz="3400" i="1" lang="en-US"/>
              <a:t>HR</a:t>
            </a:r>
          </a:p>
          <a:p>
            <a:pPr lvl="2"/>
            <a:r>
              <a:rPr dirty="0" sz="3000" lang="en-GB">
                <a:cs typeface="ＭＳ Ｐゴシック" pitchFamily="-84" charset="-128"/>
              </a:rPr>
              <a:t>O</a:t>
            </a:r>
            <a:r>
              <a:rPr dirty="0" sz="3000" lang="en-GB" smtClean="0">
                <a:cs typeface="ＭＳ Ｐゴシック" pitchFamily="-84" charset="-128"/>
              </a:rPr>
              <a:t>ne </a:t>
            </a:r>
            <a:r>
              <a:rPr dirty="0" sz="3000" lang="en-GB">
                <a:cs typeface="ＭＳ Ｐゴシック" pitchFamily="-84" charset="-128"/>
              </a:rPr>
              <a:t>of the most overlooked </a:t>
            </a:r>
            <a:r>
              <a:rPr dirty="0" sz="3000" lang="en-GB" smtClean="0">
                <a:cs typeface="ＭＳ Ｐゴシック" pitchFamily="-84" charset="-128"/>
              </a:rPr>
              <a:t>groups</a:t>
            </a:r>
          </a:p>
          <a:p>
            <a:pPr lvl="2"/>
            <a:r>
              <a:rPr dirty="0" sz="3000" lang="en-GB">
                <a:cs typeface="ＭＳ Ｐゴシック" pitchFamily="-84" charset="-128"/>
              </a:rPr>
              <a:t>VM systems </a:t>
            </a:r>
            <a:r>
              <a:rPr dirty="0" sz="3000" lang="en-GB" smtClean="0">
                <a:cs typeface="ＭＳ Ｐゴシック" pitchFamily="-84" charset="-128"/>
              </a:rPr>
              <a:t>often find </a:t>
            </a:r>
            <a:r>
              <a:rPr dirty="0" sz="3000" lang="en-GB">
                <a:cs typeface="ＭＳ Ｐゴシック" pitchFamily="-84" charset="-128"/>
              </a:rPr>
              <a:t>critical compliance problems, which can expand into evidence of </a:t>
            </a:r>
            <a:r>
              <a:rPr dirty="0" sz="3000" lang="en-GB" smtClean="0">
                <a:cs typeface="ＭＳ Ｐゴシック" pitchFamily="-84" charset="-128"/>
              </a:rPr>
              <a:t>security incidents </a:t>
            </a:r>
            <a:r>
              <a:rPr dirty="0" sz="3000" lang="en-GB">
                <a:cs typeface="ＭＳ Ｐゴシック" pitchFamily="-84" charset="-128"/>
              </a:rPr>
              <a:t>perpetrated by an </a:t>
            </a:r>
            <a:r>
              <a:rPr dirty="0" sz="3000" lang="en-GB" smtClean="0">
                <a:cs typeface="ＭＳ Ｐゴシック" pitchFamily="-84" charset="-128"/>
              </a:rPr>
              <a:t>employee</a:t>
            </a:r>
          </a:p>
          <a:p>
            <a:pPr lvl="2"/>
            <a:r>
              <a:rPr dirty="0" sz="3000" lang="en-GB">
                <a:cs typeface="ＭＳ Ｐゴシック" pitchFamily="-84" charset="-128"/>
              </a:rPr>
              <a:t>HR is an instrumental part of the </a:t>
            </a:r>
            <a:r>
              <a:rPr dirty="0" sz="3000" lang="en-GB" smtClean="0">
                <a:cs typeface="ＭＳ Ｐゴシック" pitchFamily="-84" charset="-128"/>
              </a:rPr>
              <a:t>reporting process </a:t>
            </a:r>
            <a:r>
              <a:rPr dirty="0" sz="3000" lang="en-GB">
                <a:cs typeface="ＭＳ Ｐゴシック" pitchFamily="-84" charset="-128"/>
              </a:rPr>
              <a:t>as well as the “stick” part of security </a:t>
            </a:r>
            <a:r>
              <a:rPr dirty="0" sz="3000" lang="en-GB" smtClean="0">
                <a:cs typeface="ＭＳ Ｐゴシック" pitchFamily="-84" charset="-128"/>
              </a:rPr>
              <a:t>policy</a:t>
            </a:r>
            <a:endParaRPr dirty="0" sz="3000" lang="en-GB">
              <a:cs typeface="ＭＳ Ｐゴシック" pitchFamily="-84" charset="-128"/>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72" name=""/>
        <p:cNvGrpSpPr/>
        <p:nvPr/>
      </p:nvGrpSpPr>
      <p:grpSpPr>
        <a:xfrm>
          <a:off x="0" y="0"/>
          <a:ext cx="0" cy="0"/>
          <a:chOff x="0" y="0"/>
          <a:chExt cx="0" cy="0"/>
        </a:xfrm>
      </p:grpSpPr>
      <p:sp>
        <p:nvSpPr>
          <p:cNvPr id="1048726" name="Title 1"/>
          <p:cNvSpPr>
            <a:spLocks noGrp="1"/>
          </p:cNvSpPr>
          <p:nvPr>
            <p:ph type="title"/>
          </p:nvPr>
        </p:nvSpPr>
        <p:spPr>
          <a:xfrm>
            <a:off x="107505" y="39688"/>
            <a:ext cx="9036495" cy="1412875"/>
          </a:xfrm>
        </p:spPr>
        <p:txBody>
          <a:bodyPr/>
          <a:p>
            <a:r>
              <a:rPr dirty="0" lang="en-GB" smtClean="0"/>
              <a:t>Contributing </a:t>
            </a:r>
            <a:r>
              <a:rPr dirty="0" lang="en-GB"/>
              <a:t>Roles</a:t>
            </a:r>
            <a:endParaRPr dirty="0" lang="en-US"/>
          </a:p>
        </p:txBody>
      </p:sp>
      <p:sp>
        <p:nvSpPr>
          <p:cNvPr id="1048727" name="Content Placeholder 2"/>
          <p:cNvSpPr>
            <a:spLocks noGrp="1"/>
          </p:cNvSpPr>
          <p:nvPr>
            <p:ph idx="1"/>
          </p:nvPr>
        </p:nvSpPr>
        <p:spPr>
          <a:xfrm>
            <a:off x="107505" y="1452563"/>
            <a:ext cx="9036496" cy="5360814"/>
          </a:xfrm>
        </p:spPr>
        <p:txBody>
          <a:bodyPr>
            <a:normAutofit/>
          </a:bodyPr>
          <a:p>
            <a:pPr lvl="2"/>
            <a:r>
              <a:rPr dirty="0" sz="7800" lang="en-GB">
                <a:cs typeface="ＭＳ Ｐゴシック" pitchFamily="-84" charset="-128"/>
              </a:rPr>
              <a:t>HR is there to help manage the risk to the company from things that employees do</a:t>
            </a:r>
          </a:p>
          <a:p>
            <a:pPr lvl="2"/>
            <a:r>
              <a:rPr dirty="0" sz="7800" lang="en-GB">
                <a:cs typeface="ＭＳ Ｐゴシック" pitchFamily="-84" charset="-128"/>
              </a:rPr>
              <a:t>HR is also involved in the creation and maintenance of performance management programs</a:t>
            </a:r>
          </a:p>
          <a:p>
            <a:pPr lvl="2"/>
            <a:r>
              <a:rPr dirty="0" sz="7800" lang="en-GB">
                <a:cs typeface="ＭＳ Ｐゴシック" pitchFamily="-84" charset="-128"/>
              </a:rPr>
              <a:t>With careful planning, it is possible to tie vulnerability remediation performance to employee performance objectives</a:t>
            </a:r>
          </a:p>
          <a:p>
            <a:pPr lvl="2"/>
            <a:r>
              <a:rPr dirty="0" sz="7800" lang="en-GB">
                <a:cs typeface="ＭＳ Ｐゴシック" pitchFamily="-84" charset="-128"/>
              </a:rPr>
              <a:t>To achieve this, it may be necessary to give HR a clear understanding of how the VM program and support systems work</a:t>
            </a:r>
          </a:p>
          <a:p>
            <a:pPr lvl="2"/>
            <a:r>
              <a:rPr dirty="0" sz="7800" lang="en-GB">
                <a:cs typeface="ＭＳ Ｐゴシック" pitchFamily="-84" charset="-128"/>
              </a:rPr>
              <a:t>HR can then work with the VM program manager to determine what their role will be in mediating any potential conflicts that may arise with managing an </a:t>
            </a:r>
            <a:r>
              <a:rPr dirty="0" sz="7800" lang="en-GB" smtClean="0">
                <a:cs typeface="ＭＳ Ｐゴシック" pitchFamily="-84" charset="-128"/>
              </a:rPr>
              <a:t>employee</a:t>
            </a:r>
            <a:endParaRPr dirty="0" sz="7800" lang="en-GB">
              <a:cs typeface="ＭＳ Ｐゴシック" pitchFamily="-84" charset="-128"/>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75" name=""/>
        <p:cNvGrpSpPr/>
        <p:nvPr/>
      </p:nvGrpSpPr>
      <p:grpSpPr>
        <a:xfrm>
          <a:off x="0" y="0"/>
          <a:ext cx="0" cy="0"/>
          <a:chOff x="0" y="0"/>
          <a:chExt cx="0" cy="0"/>
        </a:xfrm>
      </p:grpSpPr>
      <p:sp>
        <p:nvSpPr>
          <p:cNvPr id="1048730" name="Title 1"/>
          <p:cNvSpPr>
            <a:spLocks noGrp="1"/>
          </p:cNvSpPr>
          <p:nvPr>
            <p:ph type="title"/>
          </p:nvPr>
        </p:nvSpPr>
        <p:spPr>
          <a:xfrm>
            <a:off x="107505" y="39688"/>
            <a:ext cx="9036495" cy="1412875"/>
          </a:xfrm>
        </p:spPr>
        <p:txBody>
          <a:bodyPr/>
          <a:p>
            <a:r>
              <a:rPr dirty="0" lang="en-GB" smtClean="0"/>
              <a:t>Contributing </a:t>
            </a:r>
            <a:r>
              <a:rPr dirty="0" lang="en-GB"/>
              <a:t>Roles</a:t>
            </a:r>
            <a:endParaRPr dirty="0" lang="en-US"/>
          </a:p>
        </p:txBody>
      </p:sp>
      <p:sp>
        <p:nvSpPr>
          <p:cNvPr id="1048731" name="Content Placeholder 2"/>
          <p:cNvSpPr>
            <a:spLocks noGrp="1"/>
          </p:cNvSpPr>
          <p:nvPr>
            <p:ph idx="1"/>
          </p:nvPr>
        </p:nvSpPr>
        <p:spPr>
          <a:xfrm>
            <a:off x="107505" y="1452563"/>
            <a:ext cx="9036496" cy="5360814"/>
          </a:xfrm>
        </p:spPr>
        <p:txBody>
          <a:bodyPr>
            <a:normAutofit/>
          </a:bodyPr>
          <a:p>
            <a:pPr lvl="1"/>
            <a:r>
              <a:rPr dirty="0" sz="10400" i="1" lang="en-US" smtClean="0"/>
              <a:t>IT</a:t>
            </a:r>
            <a:endParaRPr dirty="0" sz="10400" i="1" lang="en-US"/>
          </a:p>
          <a:p>
            <a:pPr lvl="2"/>
            <a:r>
              <a:rPr dirty="0" sz="8000" lang="en-GB">
                <a:cs typeface="ＭＳ Ｐゴシック" pitchFamily="-84" charset="-128"/>
              </a:rPr>
              <a:t>Information technology is obviously heavily involved in technology and </a:t>
            </a:r>
            <a:r>
              <a:rPr dirty="0" sz="8000" lang="en-GB" smtClean="0">
                <a:cs typeface="ＭＳ Ｐゴシック" pitchFamily="-84" charset="-128"/>
              </a:rPr>
              <a:t>process</a:t>
            </a:r>
          </a:p>
          <a:p>
            <a:pPr lvl="2"/>
            <a:r>
              <a:rPr dirty="0" sz="8000" lang="en-GB" smtClean="0">
                <a:cs typeface="ＭＳ Ｐゴシック" pitchFamily="-84" charset="-128"/>
              </a:rPr>
              <a:t>A </a:t>
            </a:r>
            <a:r>
              <a:rPr dirty="0" sz="8000" lang="en-GB">
                <a:cs typeface="ＭＳ Ｐゴシック" pitchFamily="-84" charset="-128"/>
              </a:rPr>
              <a:t>senior IT manager would also be very helpful in getting systems and networks </a:t>
            </a:r>
            <a:r>
              <a:rPr dirty="0" sz="8000" lang="en-GB" smtClean="0">
                <a:cs typeface="ＭＳ Ｐゴシック" pitchFamily="-84" charset="-128"/>
              </a:rPr>
              <a:t>remediated</a:t>
            </a:r>
          </a:p>
          <a:p>
            <a:pPr lvl="2"/>
            <a:r>
              <a:rPr dirty="0" sz="8000" lang="en-GB" smtClean="0">
                <a:cs typeface="ＭＳ Ｐゴシック" pitchFamily="-84" charset="-128"/>
              </a:rPr>
              <a:t>The </a:t>
            </a:r>
            <a:r>
              <a:rPr dirty="0" sz="8000" lang="en-GB">
                <a:cs typeface="ＭＳ Ｐゴシック" pitchFamily="-84" charset="-128"/>
              </a:rPr>
              <a:t>VM program manager should work with senior IT managers to develop the process and identify the key individuals who will oversee the </a:t>
            </a:r>
            <a:r>
              <a:rPr dirty="0" sz="8000" lang="en-GB" smtClean="0">
                <a:cs typeface="ＭＳ Ｐゴシック" pitchFamily="-84" charset="-128"/>
              </a:rPr>
              <a:t>work</a:t>
            </a:r>
          </a:p>
          <a:p>
            <a:pPr lvl="2"/>
            <a:r>
              <a:rPr dirty="0" sz="8000" lang="en-GB" smtClean="0">
                <a:cs typeface="ＭＳ Ｐゴシック" pitchFamily="-84" charset="-128"/>
              </a:rPr>
              <a:t>In </a:t>
            </a:r>
            <a:r>
              <a:rPr dirty="0" sz="8000" lang="en-GB">
                <a:cs typeface="ＭＳ Ｐゴシック" pitchFamily="-84" charset="-128"/>
              </a:rPr>
              <a:t>all likelihood, you will have to get some initial guidance from managers and then propose a </a:t>
            </a:r>
            <a:r>
              <a:rPr dirty="0" sz="8000" lang="en-GB" smtClean="0">
                <a:cs typeface="ＭＳ Ｐゴシック" pitchFamily="-84" charset="-128"/>
              </a:rPr>
              <a:t>process</a:t>
            </a:r>
          </a:p>
          <a:p>
            <a:pPr lvl="2"/>
            <a:r>
              <a:rPr dirty="0" sz="8000" lang="en-GB" smtClean="0">
                <a:cs typeface="ＭＳ Ｐゴシック" pitchFamily="-84" charset="-128"/>
              </a:rPr>
              <a:t>Be </a:t>
            </a:r>
            <a:r>
              <a:rPr dirty="0" sz="8000" lang="en-GB">
                <a:cs typeface="ＭＳ Ｐゴシック" pitchFamily="-84" charset="-128"/>
              </a:rPr>
              <a:t>sure to furnish a </a:t>
            </a:r>
            <a:r>
              <a:rPr dirty="0" sz="8000" lang="en-GB" smtClean="0">
                <a:cs typeface="ＭＳ Ｐゴシック" pitchFamily="-84" charset="-128"/>
              </a:rPr>
              <a:t>diagram</a:t>
            </a:r>
          </a:p>
          <a:p>
            <a:pPr lvl="2"/>
            <a:r>
              <a:rPr dirty="0" sz="8000" lang="en-GB" smtClean="0">
                <a:cs typeface="ＭＳ Ｐゴシック" pitchFamily="-84" charset="-128"/>
              </a:rPr>
              <a:t>IT </a:t>
            </a:r>
            <a:r>
              <a:rPr dirty="0" sz="8000" lang="en-GB">
                <a:cs typeface="ＭＳ Ｐゴシック" pitchFamily="-84" charset="-128"/>
              </a:rPr>
              <a:t>people work well with drawings and seem to commonly prefer </a:t>
            </a:r>
            <a:r>
              <a:rPr dirty="0" sz="8000" lang="en-GB" smtClean="0">
                <a:cs typeface="ＭＳ Ｐゴシック" pitchFamily="-84" charset="-128"/>
              </a:rPr>
              <a:t>analysing </a:t>
            </a:r>
            <a:r>
              <a:rPr dirty="0" sz="8000" lang="en-GB">
                <a:cs typeface="ＭＳ Ｐゴシック" pitchFamily="-84" charset="-128"/>
              </a:rPr>
              <a:t>existing design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048734" name="Title 1"/>
          <p:cNvSpPr>
            <a:spLocks noGrp="1"/>
          </p:cNvSpPr>
          <p:nvPr>
            <p:ph type="title"/>
          </p:nvPr>
        </p:nvSpPr>
        <p:spPr>
          <a:xfrm>
            <a:off x="107505" y="39688"/>
            <a:ext cx="9036495" cy="1412875"/>
          </a:xfrm>
        </p:spPr>
        <p:txBody>
          <a:bodyPr/>
          <a:p>
            <a:r>
              <a:rPr dirty="0" lang="en-GB" smtClean="0"/>
              <a:t>Vulnerability Scanners</a:t>
            </a:r>
            <a:endParaRPr dirty="0" lang="en-US"/>
          </a:p>
        </p:txBody>
      </p:sp>
      <p:sp>
        <p:nvSpPr>
          <p:cNvPr id="1048735" name="Content Placeholder 2"/>
          <p:cNvSpPr>
            <a:spLocks noGrp="1"/>
          </p:cNvSpPr>
          <p:nvPr>
            <p:ph idx="1"/>
          </p:nvPr>
        </p:nvSpPr>
        <p:spPr>
          <a:xfrm>
            <a:off x="107505" y="1452563"/>
            <a:ext cx="9036496" cy="5360814"/>
          </a:xfrm>
        </p:spPr>
        <p:txBody>
          <a:bodyPr>
            <a:normAutofit/>
          </a:bodyPr>
          <a:p>
            <a:pPr algn="just" lvl="1"/>
            <a:r>
              <a:rPr dirty="0" sz="2400" i="1" lang="en-GB"/>
              <a:t>Although vulnerability management has several other </a:t>
            </a:r>
            <a:r>
              <a:rPr dirty="0" sz="2400" i="1" lang="en-GB" smtClean="0"/>
              <a:t>components</a:t>
            </a:r>
          </a:p>
          <a:p>
            <a:pPr algn="just" lvl="1"/>
            <a:r>
              <a:rPr dirty="0" sz="2400" i="1" lang="en-GB"/>
              <a:t>T</a:t>
            </a:r>
            <a:r>
              <a:rPr dirty="0" sz="2400" i="1" lang="en-GB" smtClean="0"/>
              <a:t>he </a:t>
            </a:r>
            <a:r>
              <a:rPr dirty="0" sz="2400" i="1" lang="en-GB"/>
              <a:t>raw data you collect from your vulnerability scanner is the most </a:t>
            </a:r>
            <a:r>
              <a:rPr dirty="0" sz="2400" i="1" lang="en-GB" smtClean="0"/>
              <a:t>important</a:t>
            </a:r>
          </a:p>
          <a:p>
            <a:pPr algn="just" lvl="1"/>
            <a:r>
              <a:rPr dirty="0" sz="2400" i="1" lang="en-GB" smtClean="0"/>
              <a:t>If </a:t>
            </a:r>
            <a:r>
              <a:rPr dirty="0" sz="2400" i="1" lang="en-GB"/>
              <a:t>the scanner isn’t configured correctly or if it’s located in the wrong </a:t>
            </a:r>
            <a:r>
              <a:rPr dirty="0" sz="2400" i="1" lang="en-GB" smtClean="0"/>
              <a:t>place</a:t>
            </a:r>
          </a:p>
          <a:p>
            <a:pPr algn="just" lvl="1"/>
            <a:r>
              <a:rPr dirty="0" sz="2400" i="1" lang="en-GB"/>
              <a:t>i</a:t>
            </a:r>
            <a:r>
              <a:rPr dirty="0" sz="2400" i="1" lang="en-GB" smtClean="0"/>
              <a:t>t </a:t>
            </a:r>
            <a:r>
              <a:rPr dirty="0" sz="2400" i="1" lang="en-GB"/>
              <a:t>won’t give you the data you need for the rest of your vulnerability management </a:t>
            </a:r>
            <a:r>
              <a:rPr dirty="0" sz="2400" i="1" lang="en-GB" smtClean="0"/>
              <a:t>process</a:t>
            </a:r>
          </a:p>
          <a:p>
            <a:pPr algn="just" lvl="1"/>
            <a:r>
              <a:rPr dirty="0" sz="2400" i="1" lang="en-GB"/>
              <a:t>A scanner discovers all it can about the OS and running services on every device you configure it to </a:t>
            </a:r>
            <a:r>
              <a:rPr dirty="0" sz="2400" i="1" lang="en-GB" smtClean="0"/>
              <a:t>scan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8738" name="Title 1"/>
          <p:cNvSpPr>
            <a:spLocks noGrp="1"/>
          </p:cNvSpPr>
          <p:nvPr>
            <p:ph type="title"/>
          </p:nvPr>
        </p:nvSpPr>
        <p:spPr>
          <a:xfrm>
            <a:off x="107505" y="39688"/>
            <a:ext cx="9036495" cy="1412875"/>
          </a:xfrm>
        </p:spPr>
        <p:txBody>
          <a:bodyPr/>
          <a:p>
            <a:r>
              <a:rPr dirty="0" lang="en-GB" smtClean="0"/>
              <a:t>Vulnerability Scanners</a:t>
            </a:r>
            <a:endParaRPr dirty="0" lang="en-US"/>
          </a:p>
        </p:txBody>
      </p:sp>
      <p:sp>
        <p:nvSpPr>
          <p:cNvPr id="1048739" name="Content Placeholder 2"/>
          <p:cNvSpPr>
            <a:spLocks noGrp="1"/>
          </p:cNvSpPr>
          <p:nvPr>
            <p:ph idx="1"/>
          </p:nvPr>
        </p:nvSpPr>
        <p:spPr>
          <a:xfrm>
            <a:off x="107505" y="1452563"/>
            <a:ext cx="9036496" cy="5360814"/>
          </a:xfrm>
        </p:spPr>
        <p:txBody>
          <a:bodyPr>
            <a:normAutofit/>
          </a:bodyPr>
          <a:p>
            <a:pPr algn="just" lvl="1"/>
            <a:r>
              <a:rPr dirty="0" sz="2400" i="1" lang="en-GB"/>
              <a:t>Based on the discovered information, the scanner determines whether the device is susceptible to any known vulnerabilities</a:t>
            </a:r>
            <a:endParaRPr dirty="0" sz="2400" i="1" lang="en-US"/>
          </a:p>
          <a:p>
            <a:pPr algn="just" lvl="1"/>
            <a:r>
              <a:rPr dirty="0" sz="2400" i="1" lang="en-GB" smtClean="0"/>
              <a:t>Once </a:t>
            </a:r>
            <a:r>
              <a:rPr dirty="0" sz="2400" i="1" lang="en-GB"/>
              <a:t>it finishes collecting a list of vulnerabilities on all the devices within the specified network </a:t>
            </a:r>
            <a:r>
              <a:rPr dirty="0" sz="2400" i="1" lang="en-GB" smtClean="0"/>
              <a:t>ranges</a:t>
            </a:r>
          </a:p>
          <a:p>
            <a:pPr algn="just" lvl="1"/>
            <a:r>
              <a:rPr dirty="0" sz="2400" i="1" lang="en-GB"/>
              <a:t>T</a:t>
            </a:r>
            <a:r>
              <a:rPr dirty="0" sz="2400" i="1" lang="en-GB" smtClean="0"/>
              <a:t>he </a:t>
            </a:r>
            <a:r>
              <a:rPr dirty="0" sz="2400" i="1" lang="en-GB"/>
              <a:t>scanner produces a </a:t>
            </a:r>
            <a:r>
              <a:rPr dirty="0" sz="2400" i="1" lang="en-GB" smtClean="0"/>
              <a:t>report</a:t>
            </a:r>
          </a:p>
          <a:p>
            <a:pPr algn="just" lvl="1"/>
            <a:r>
              <a:rPr dirty="0" sz="2400" i="1" lang="en-GB" smtClean="0"/>
              <a:t>The </a:t>
            </a:r>
            <a:r>
              <a:rPr dirty="0" sz="2400" i="1" lang="en-GB"/>
              <a:t>report consists of </a:t>
            </a:r>
            <a:endParaRPr dirty="0" sz="2400" i="1" lang="en-GB" smtClean="0"/>
          </a:p>
          <a:p>
            <a:pPr algn="just" lvl="2"/>
            <a:r>
              <a:rPr dirty="0" sz="2200" i="1" lang="en-GB"/>
              <a:t>A</a:t>
            </a:r>
            <a:r>
              <a:rPr dirty="0" sz="2200" i="1" lang="en-GB" smtClean="0"/>
              <a:t> </a:t>
            </a:r>
            <a:r>
              <a:rPr dirty="0" sz="2200" i="1" lang="en-GB"/>
              <a:t>list of hosts, </a:t>
            </a:r>
          </a:p>
          <a:p>
            <a:pPr algn="just" lvl="2"/>
            <a:r>
              <a:rPr dirty="0" sz="2200" i="1" lang="en-GB" smtClean="0"/>
              <a:t>Any </a:t>
            </a:r>
            <a:r>
              <a:rPr dirty="0" sz="2200" i="1" lang="en-GB"/>
              <a:t>information known about them, </a:t>
            </a:r>
          </a:p>
          <a:p>
            <a:pPr algn="just" lvl="2"/>
            <a:r>
              <a:rPr dirty="0" sz="2200" i="1" lang="en-GB" smtClean="0"/>
              <a:t>And </a:t>
            </a:r>
            <a:r>
              <a:rPr dirty="0" sz="2200" i="1" lang="en-GB"/>
              <a:t>which vulnerabilities exist on each host</a:t>
            </a:r>
          </a:p>
          <a:p>
            <a:pPr algn="just" lvl="1"/>
            <a:endParaRPr dirty="0" sz="2400" i="1" lang="en-GB"/>
          </a:p>
          <a:p>
            <a:pPr algn="just" lvl="1"/>
            <a:r>
              <a:rPr dirty="0" sz="2200" i="1" lang="en-GB" smtClean="0"/>
              <a:t>Use </a:t>
            </a:r>
            <a:r>
              <a:rPr dirty="0" sz="2200" i="1" lang="en-GB"/>
              <a:t>this report as a major component of your vulnerability </a:t>
            </a:r>
            <a:r>
              <a:rPr dirty="0" sz="2200" i="1" lang="en-GB" smtClean="0"/>
              <a:t>analysis</a:t>
            </a:r>
            <a:endParaRPr dirty="0" sz="2200" i="1"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84" name=""/>
        <p:cNvGrpSpPr/>
        <p:nvPr/>
      </p:nvGrpSpPr>
      <p:grpSpPr>
        <a:xfrm>
          <a:off x="0" y="0"/>
          <a:ext cx="0" cy="0"/>
          <a:chOff x="0" y="0"/>
          <a:chExt cx="0" cy="0"/>
        </a:xfrm>
      </p:grpSpPr>
      <p:sp>
        <p:nvSpPr>
          <p:cNvPr id="1048742" name="Title 1"/>
          <p:cNvSpPr>
            <a:spLocks noGrp="1"/>
          </p:cNvSpPr>
          <p:nvPr>
            <p:ph type="title"/>
          </p:nvPr>
        </p:nvSpPr>
        <p:spPr>
          <a:xfrm>
            <a:off x="107505" y="39688"/>
            <a:ext cx="9036495" cy="1412875"/>
          </a:xfrm>
        </p:spPr>
        <p:txBody>
          <a:bodyPr/>
          <a:p>
            <a:r>
              <a:rPr dirty="0" lang="en-GB" smtClean="0"/>
              <a:t>How Vulnerability </a:t>
            </a:r>
            <a:r>
              <a:rPr dirty="0" lang="en-GB"/>
              <a:t>Scanners Work</a:t>
            </a:r>
            <a:endParaRPr dirty="0" lang="en-US"/>
          </a:p>
        </p:txBody>
      </p:sp>
      <p:sp>
        <p:nvSpPr>
          <p:cNvPr id="1048743" name="Content Placeholder 2"/>
          <p:cNvSpPr>
            <a:spLocks noGrp="1"/>
          </p:cNvSpPr>
          <p:nvPr>
            <p:ph idx="1"/>
          </p:nvPr>
        </p:nvSpPr>
        <p:spPr>
          <a:xfrm>
            <a:off x="107505" y="1452563"/>
            <a:ext cx="9036496" cy="5360814"/>
          </a:xfrm>
        </p:spPr>
        <p:txBody>
          <a:bodyPr>
            <a:normAutofit/>
          </a:bodyPr>
          <a:p>
            <a:pPr algn="just" lvl="1"/>
            <a:r>
              <a:rPr dirty="0" sz="2400" i="1" lang="en-GB"/>
              <a:t>Security administrators configure scanners to scan specific network ranges or individual systems, or </a:t>
            </a:r>
            <a:r>
              <a:rPr dirty="0" sz="2400" i="1" lang="en-GB" smtClean="0"/>
              <a:t>targets</a:t>
            </a:r>
          </a:p>
          <a:p>
            <a:pPr algn="just" lvl="1"/>
            <a:r>
              <a:rPr dirty="0" sz="2200" i="1" lang="en-GB"/>
              <a:t>The scanner sends ping packets to all IP addresses in the given target—reaching out to hosts to determine what is active and </a:t>
            </a:r>
            <a:r>
              <a:rPr dirty="0" sz="2200" i="1" lang="en-GB" smtClean="0"/>
              <a:t>responding</a:t>
            </a:r>
          </a:p>
          <a:p>
            <a:pPr algn="just" lvl="1"/>
            <a:r>
              <a:rPr dirty="0" sz="2200" i="1" lang="en-GB" smtClean="0"/>
              <a:t>Once </a:t>
            </a:r>
            <a:r>
              <a:rPr dirty="0" sz="2200" i="1" lang="en-GB"/>
              <a:t>the scanner knows which IP addresses belong to live devices, it sends additional pings, connection requests to open ports, or packets crafted to elicit certain status messages or error </a:t>
            </a:r>
            <a:r>
              <a:rPr dirty="0" sz="2200" i="1" lang="en-GB" smtClean="0"/>
              <a:t>responses</a:t>
            </a:r>
          </a:p>
          <a:p>
            <a:pPr algn="just" lvl="1"/>
            <a:r>
              <a:rPr dirty="0" sz="2200" i="1" lang="en-GB"/>
              <a:t>Once the scanner recognizes what a device is and what services are running on </a:t>
            </a:r>
            <a:r>
              <a:rPr dirty="0" sz="2200" i="1" lang="en-GB" smtClean="0"/>
              <a:t>it</a:t>
            </a:r>
          </a:p>
          <a:p>
            <a:pPr algn="just" lvl="1"/>
            <a:r>
              <a:rPr dirty="0" sz="2200" i="1" lang="en-GB"/>
              <a:t>I</a:t>
            </a:r>
            <a:r>
              <a:rPr dirty="0" sz="2200" i="1" lang="en-GB" smtClean="0"/>
              <a:t>t </a:t>
            </a:r>
            <a:r>
              <a:rPr dirty="0" sz="2200" i="1" lang="en-GB"/>
              <a:t>sends probes to determine additional </a:t>
            </a:r>
            <a:r>
              <a:rPr dirty="0" sz="2200" i="1" lang="en-GB" smtClean="0"/>
              <a:t>information</a:t>
            </a:r>
          </a:p>
          <a:p>
            <a:pPr algn="just" lvl="1"/>
            <a:r>
              <a:rPr dirty="0" sz="2200" i="1" lang="en-GB" smtClean="0"/>
              <a:t>For </a:t>
            </a:r>
            <a:r>
              <a:rPr dirty="0" sz="2200" i="1" lang="en-GB"/>
              <a:t>instance, if it detects that the device is listening on port 80 (a typical web server port), it will try to connect to the web server to identify which server software is running (and which version is in use</a:t>
            </a:r>
            <a:r>
              <a:rPr dirty="0" sz="2200" i="1" lang="en-GB" smtClean="0"/>
              <a:t>)</a:t>
            </a:r>
            <a:endParaRPr dirty="0" sz="2200" i="1"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87" name=""/>
        <p:cNvGrpSpPr/>
        <p:nvPr/>
      </p:nvGrpSpPr>
      <p:grpSpPr>
        <a:xfrm>
          <a:off x="0" y="0"/>
          <a:ext cx="0" cy="0"/>
          <a:chOff x="0" y="0"/>
          <a:chExt cx="0" cy="0"/>
        </a:xfrm>
      </p:grpSpPr>
      <p:sp>
        <p:nvSpPr>
          <p:cNvPr id="1048746" name="Title 1"/>
          <p:cNvSpPr>
            <a:spLocks noGrp="1"/>
          </p:cNvSpPr>
          <p:nvPr>
            <p:ph type="title"/>
          </p:nvPr>
        </p:nvSpPr>
        <p:spPr>
          <a:xfrm>
            <a:off x="107505" y="39688"/>
            <a:ext cx="9036495" cy="1412875"/>
          </a:xfrm>
        </p:spPr>
        <p:txBody>
          <a:bodyPr/>
          <a:p>
            <a:r>
              <a:rPr dirty="0" lang="en-GB" smtClean="0"/>
              <a:t>How Vulnerability </a:t>
            </a:r>
            <a:r>
              <a:rPr dirty="0" lang="en-GB"/>
              <a:t>Scanners Work</a:t>
            </a:r>
            <a:endParaRPr dirty="0" lang="en-US"/>
          </a:p>
        </p:txBody>
      </p:sp>
      <p:sp>
        <p:nvSpPr>
          <p:cNvPr id="1048747" name="Content Placeholder 2"/>
          <p:cNvSpPr>
            <a:spLocks noGrp="1"/>
          </p:cNvSpPr>
          <p:nvPr>
            <p:ph idx="1"/>
          </p:nvPr>
        </p:nvSpPr>
        <p:spPr>
          <a:xfrm>
            <a:off x="107505" y="1452563"/>
            <a:ext cx="9036496" cy="5360814"/>
          </a:xfrm>
        </p:spPr>
        <p:txBody>
          <a:bodyPr>
            <a:normAutofit/>
          </a:bodyPr>
          <a:p>
            <a:pPr algn="just" lvl="1"/>
            <a:r>
              <a:rPr dirty="0" sz="2400" i="1" lang="en-GB"/>
              <a:t>Security administrators configure scanners to scan specific network ranges or individual systems, or </a:t>
            </a:r>
            <a:r>
              <a:rPr dirty="0" sz="2400" i="1" lang="en-GB" smtClean="0"/>
              <a:t>targets</a:t>
            </a:r>
          </a:p>
          <a:p>
            <a:pPr algn="just" lvl="1"/>
            <a:r>
              <a:rPr dirty="0" sz="2200" i="1" lang="en-GB"/>
              <a:t>The scanner sends ping packets to all IP addresses in the given target—reaching out to hosts to determine what is active and </a:t>
            </a:r>
            <a:r>
              <a:rPr dirty="0" sz="2200" i="1" lang="en-GB" smtClean="0"/>
              <a:t>responding</a:t>
            </a:r>
          </a:p>
          <a:p>
            <a:pPr algn="just" lvl="1"/>
            <a:r>
              <a:rPr dirty="0" sz="2200" i="1" lang="en-GB" smtClean="0"/>
              <a:t>Once </a:t>
            </a:r>
            <a:r>
              <a:rPr dirty="0" sz="2200" i="1" lang="en-GB"/>
              <a:t>the scanner knows which IP addresses belong to live devices, it sends additional pings, connection requests to open ports, or packets crafted to elicit certain status messages or error </a:t>
            </a:r>
            <a:r>
              <a:rPr dirty="0" sz="2200" i="1" lang="en-GB" smtClean="0"/>
              <a:t>responses</a:t>
            </a:r>
          </a:p>
          <a:p>
            <a:pPr algn="just" lvl="1"/>
            <a:r>
              <a:rPr dirty="0" sz="2200" i="1" lang="en-GB"/>
              <a:t>Once the scanner recognizes what a device is and what services are running on </a:t>
            </a:r>
            <a:r>
              <a:rPr dirty="0" sz="2200" i="1" lang="en-GB" smtClean="0"/>
              <a:t>it</a:t>
            </a:r>
          </a:p>
          <a:p>
            <a:pPr algn="just" lvl="1"/>
            <a:r>
              <a:rPr dirty="0" sz="2200" i="1" lang="en-GB"/>
              <a:t>I</a:t>
            </a:r>
            <a:r>
              <a:rPr dirty="0" sz="2200" i="1" lang="en-GB" smtClean="0"/>
              <a:t>t </a:t>
            </a:r>
            <a:r>
              <a:rPr dirty="0" sz="2200" i="1" lang="en-GB"/>
              <a:t>sends probes to determine additional </a:t>
            </a:r>
            <a:r>
              <a:rPr dirty="0" sz="2200" i="1" lang="en-GB" smtClean="0"/>
              <a:t>information</a:t>
            </a:r>
          </a:p>
          <a:p>
            <a:pPr algn="just" lvl="1"/>
            <a:r>
              <a:rPr dirty="0" sz="2200" i="1" lang="en-GB" smtClean="0"/>
              <a:t>For </a:t>
            </a:r>
            <a:r>
              <a:rPr dirty="0" sz="2200" i="1" lang="en-GB"/>
              <a:t>instance, if it detects that the device is listening on port 80 (a typical web server port), it will try to connect to the web server to identify which server software is running (and which version is in use</a:t>
            </a:r>
            <a:r>
              <a:rPr dirty="0" sz="2200" i="1" lang="en-GB" smtClean="0"/>
              <a:t>)</a:t>
            </a:r>
            <a:endParaRPr dirty="0" sz="2200" i="1"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90" name=""/>
        <p:cNvGrpSpPr/>
        <p:nvPr/>
      </p:nvGrpSpPr>
      <p:grpSpPr>
        <a:xfrm>
          <a:off x="0" y="0"/>
          <a:ext cx="0" cy="0"/>
          <a:chOff x="0" y="0"/>
          <a:chExt cx="0" cy="0"/>
        </a:xfrm>
      </p:grpSpPr>
      <p:sp>
        <p:nvSpPr>
          <p:cNvPr id="1048750" name="Title 1"/>
          <p:cNvSpPr>
            <a:spLocks noGrp="1"/>
          </p:cNvSpPr>
          <p:nvPr>
            <p:ph type="title"/>
          </p:nvPr>
        </p:nvSpPr>
        <p:spPr>
          <a:xfrm>
            <a:off x="107505" y="39688"/>
            <a:ext cx="9036495" cy="1412875"/>
          </a:xfrm>
        </p:spPr>
        <p:txBody>
          <a:bodyPr/>
          <a:p>
            <a:r>
              <a:rPr dirty="0" lang="en-GB" smtClean="0"/>
              <a:t>How Vulnerability </a:t>
            </a:r>
            <a:r>
              <a:rPr dirty="0" lang="en-GB"/>
              <a:t>Scanners Work</a:t>
            </a:r>
            <a:endParaRPr dirty="0" lang="en-US"/>
          </a:p>
        </p:txBody>
      </p:sp>
      <p:sp>
        <p:nvSpPr>
          <p:cNvPr id="1048751" name="Content Placeholder 2"/>
          <p:cNvSpPr>
            <a:spLocks noGrp="1"/>
          </p:cNvSpPr>
          <p:nvPr>
            <p:ph idx="1"/>
          </p:nvPr>
        </p:nvSpPr>
        <p:spPr>
          <a:xfrm>
            <a:off x="107505" y="1452563"/>
            <a:ext cx="9036496" cy="5360814"/>
          </a:xfrm>
        </p:spPr>
        <p:txBody>
          <a:bodyPr>
            <a:normAutofit/>
          </a:bodyPr>
          <a:p>
            <a:pPr algn="just" lvl="1"/>
            <a:r>
              <a:rPr dirty="0" sz="2400" i="1" lang="en-GB"/>
              <a:t>Although fingerprinting often discovers the OS running on a device, exceptional cases might throw it </a:t>
            </a:r>
            <a:r>
              <a:rPr dirty="0" sz="2400" i="1" lang="en-GB" smtClean="0"/>
              <a:t>off </a:t>
            </a:r>
          </a:p>
          <a:p>
            <a:pPr algn="just" lvl="2"/>
            <a:r>
              <a:rPr dirty="0" sz="2200" i="1" lang="en-GB"/>
              <a:t>For example, a customized network stack can make a machine appear to be running a different OS</a:t>
            </a:r>
          </a:p>
          <a:p>
            <a:pPr algn="just" lvl="2"/>
            <a:r>
              <a:rPr dirty="0" sz="2200" i="1" lang="en-GB"/>
              <a:t>Or a rare OS without a good fingerprint available might be </a:t>
            </a:r>
            <a:r>
              <a:rPr dirty="0" sz="2200" i="1" lang="en-GB" smtClean="0"/>
              <a:t>misidentified</a:t>
            </a:r>
            <a:endParaRPr dirty="0" sz="2400" i="1" lang="en-GB" smtClean="0"/>
          </a:p>
          <a:p>
            <a:pPr algn="just" lvl="1"/>
            <a:r>
              <a:rPr dirty="0" sz="2400" i="1" lang="en-GB"/>
              <a:t>A similar level of uncertainty exists with vulnerability </a:t>
            </a:r>
            <a:r>
              <a:rPr dirty="0" sz="2400" i="1" lang="en-GB" smtClean="0"/>
              <a:t>discovery</a:t>
            </a:r>
          </a:p>
          <a:p>
            <a:pPr algn="just" lvl="1"/>
            <a:r>
              <a:rPr dirty="0" sz="2400" i="1" lang="en-GB" smtClean="0"/>
              <a:t>For </a:t>
            </a:r>
            <a:r>
              <a:rPr dirty="0" sz="2400" i="1" lang="en-GB"/>
              <a:t>instance, an HTTP server reports that it’s running Apache </a:t>
            </a:r>
            <a:r>
              <a:rPr dirty="0" sz="2400" i="1" lang="en-GB" smtClean="0"/>
              <a:t>2.2.0, and </a:t>
            </a:r>
            <a:r>
              <a:rPr dirty="0" sz="2400" i="1" lang="en-GB"/>
              <a:t>the scanner infers that it’s vulnerable to specific issues that weren’t fixed until Apache </a:t>
            </a:r>
            <a:r>
              <a:rPr dirty="0" sz="2400" i="1" lang="en-GB" smtClean="0"/>
              <a:t>2.2.1</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sp>
        <p:nvSpPr>
          <p:cNvPr id="1048754" name="Title 1"/>
          <p:cNvSpPr>
            <a:spLocks noGrp="1"/>
          </p:cNvSpPr>
          <p:nvPr>
            <p:ph type="title"/>
          </p:nvPr>
        </p:nvSpPr>
        <p:spPr>
          <a:xfrm>
            <a:off x="107505" y="39688"/>
            <a:ext cx="9036495" cy="1412875"/>
          </a:xfrm>
        </p:spPr>
        <p:txBody>
          <a:bodyPr/>
          <a:p>
            <a:r>
              <a:rPr dirty="0" lang="en-GB" smtClean="0"/>
              <a:t>How Vulnerability </a:t>
            </a:r>
            <a:r>
              <a:rPr dirty="0" lang="en-GB"/>
              <a:t>Scanners Work</a:t>
            </a:r>
            <a:endParaRPr dirty="0" lang="en-US"/>
          </a:p>
        </p:txBody>
      </p:sp>
      <p:sp>
        <p:nvSpPr>
          <p:cNvPr id="1048755" name="Content Placeholder 2"/>
          <p:cNvSpPr>
            <a:spLocks noGrp="1"/>
          </p:cNvSpPr>
          <p:nvPr>
            <p:ph idx="1"/>
          </p:nvPr>
        </p:nvSpPr>
        <p:spPr>
          <a:xfrm>
            <a:off x="107505" y="1452563"/>
            <a:ext cx="9036496" cy="5360814"/>
          </a:xfrm>
        </p:spPr>
        <p:txBody>
          <a:bodyPr>
            <a:normAutofit/>
          </a:bodyPr>
          <a:p>
            <a:pPr algn="just" lvl="1"/>
            <a:r>
              <a:rPr dirty="0" sz="2400" i="1" lang="en-GB"/>
              <a:t>But that system’s vendor backported those fixes to its customized version of Apache 2.2.0, so in fact the system isn’t vulnerable</a:t>
            </a:r>
          </a:p>
          <a:p>
            <a:pPr algn="just" lvl="1"/>
            <a:r>
              <a:rPr dirty="0" sz="2400" i="1" lang="en-GB" smtClean="0"/>
              <a:t>The </a:t>
            </a:r>
            <a:r>
              <a:rPr dirty="0" sz="2400" i="1" lang="en-GB"/>
              <a:t>scanner has no way of knowing this, so it reports the false positive that the system is </a:t>
            </a:r>
            <a:r>
              <a:rPr dirty="0" sz="2400" i="1" lang="en-GB" smtClean="0"/>
              <a:t>vulnerable</a:t>
            </a:r>
          </a:p>
          <a:p>
            <a:pPr algn="just" lvl="1"/>
            <a:r>
              <a:rPr dirty="0" sz="2400" i="1" lang="en-GB" smtClean="0"/>
              <a:t>Although </a:t>
            </a:r>
            <a:r>
              <a:rPr dirty="0" sz="2400" i="1" lang="en-GB"/>
              <a:t>you can minimize these errors, false positives are part of network vulnerability </a:t>
            </a:r>
            <a:r>
              <a:rPr dirty="0" sz="2400" i="1" lang="en-GB" smtClean="0"/>
              <a:t>scanning</a:t>
            </a:r>
          </a:p>
          <a:p>
            <a:pPr algn="just" lvl="1"/>
            <a:endParaRPr dirty="0" sz="2400" i="1"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96" name=""/>
        <p:cNvGrpSpPr/>
        <p:nvPr/>
      </p:nvGrpSpPr>
      <p:grpSpPr>
        <a:xfrm>
          <a:off x="0" y="0"/>
          <a:ext cx="0" cy="0"/>
          <a:chOff x="0" y="0"/>
          <a:chExt cx="0" cy="0"/>
        </a:xfrm>
      </p:grpSpPr>
      <p:sp>
        <p:nvSpPr>
          <p:cNvPr id="1048758" name="Title 1"/>
          <p:cNvSpPr>
            <a:spLocks noGrp="1"/>
          </p:cNvSpPr>
          <p:nvPr>
            <p:ph type="title"/>
          </p:nvPr>
        </p:nvSpPr>
        <p:spPr>
          <a:xfrm>
            <a:off x="107505" y="39688"/>
            <a:ext cx="9036495" cy="1412875"/>
          </a:xfrm>
        </p:spPr>
        <p:txBody>
          <a:bodyPr/>
          <a:p>
            <a:r>
              <a:rPr dirty="0" lang="en-GB" smtClean="0"/>
              <a:t>How </a:t>
            </a:r>
            <a:r>
              <a:rPr dirty="0" lang="en-GB"/>
              <a:t>to Deploy Vulnerability Scanners</a:t>
            </a:r>
            <a:endParaRPr dirty="0" lang="en-US"/>
          </a:p>
        </p:txBody>
      </p:sp>
      <p:sp>
        <p:nvSpPr>
          <p:cNvPr id="1048759" name="Content Placeholder 2"/>
          <p:cNvSpPr>
            <a:spLocks noGrp="1"/>
          </p:cNvSpPr>
          <p:nvPr>
            <p:ph idx="1"/>
          </p:nvPr>
        </p:nvSpPr>
        <p:spPr>
          <a:xfrm>
            <a:off x="107505" y="1452563"/>
            <a:ext cx="9036496" cy="5360814"/>
          </a:xfrm>
        </p:spPr>
        <p:txBody>
          <a:bodyPr>
            <a:normAutofit/>
          </a:bodyPr>
          <a:p>
            <a:pPr algn="just" lvl="1"/>
            <a:r>
              <a:rPr dirty="0" sz="2400" i="1" lang="en-GB"/>
              <a:t>Ensuring the Scanner Has </a:t>
            </a:r>
            <a:r>
              <a:rPr dirty="0" sz="2400" i="1" lang="en-GB" smtClean="0"/>
              <a:t>Access:</a:t>
            </a:r>
          </a:p>
          <a:p>
            <a:pPr algn="just" lvl="2"/>
            <a:r>
              <a:rPr dirty="0" sz="2200" i="1" lang="en-GB"/>
              <a:t>Scanner placement within the network is </a:t>
            </a:r>
            <a:r>
              <a:rPr dirty="0" sz="2200" i="1" lang="en-GB" smtClean="0"/>
              <a:t>critical</a:t>
            </a:r>
          </a:p>
          <a:p>
            <a:pPr algn="just" lvl="2"/>
            <a:r>
              <a:rPr dirty="0" sz="2200" i="1" lang="en-GB" smtClean="0"/>
              <a:t>If </a:t>
            </a:r>
            <a:r>
              <a:rPr dirty="0" sz="2200" i="1" lang="en-GB"/>
              <a:t>you’re trying to scan any network segment other than the local network, the scanner will send packets through routers and maybe even </a:t>
            </a:r>
            <a:r>
              <a:rPr dirty="0" sz="2200" i="1" lang="en-GB" smtClean="0"/>
              <a:t>firewalls</a:t>
            </a:r>
          </a:p>
          <a:p>
            <a:pPr algn="just" lvl="2"/>
            <a:r>
              <a:rPr dirty="0" sz="2200" i="1" lang="en-GB" smtClean="0"/>
              <a:t>Those </a:t>
            </a:r>
            <a:r>
              <a:rPr dirty="0" sz="2200" i="1" lang="en-GB"/>
              <a:t>devices might have ACLs or firewall rules preventing certain sorts of traffic, both of which are likely to drop the scanner’s probe </a:t>
            </a:r>
            <a:r>
              <a:rPr dirty="0" sz="2200" i="1" lang="en-GB" smtClean="0"/>
              <a:t>packets</a:t>
            </a:r>
          </a:p>
          <a:p>
            <a:pPr algn="just" lvl="2"/>
            <a:r>
              <a:rPr dirty="0" sz="2200" i="1" lang="en-GB" smtClean="0"/>
              <a:t>As </a:t>
            </a:r>
            <a:r>
              <a:rPr dirty="0" sz="2200" i="1" lang="en-GB"/>
              <a:t>such, you can use two general methods for deploying </a:t>
            </a:r>
            <a:r>
              <a:rPr dirty="0" sz="2200" i="1" lang="en-GB" smtClean="0"/>
              <a:t>scanners</a:t>
            </a:r>
          </a:p>
          <a:p>
            <a:pPr algn="just" lvl="2"/>
            <a:r>
              <a:rPr dirty="0" sz="2200" i="1" lang="en-GB"/>
              <a:t>First, you can open full access through any intervening network devices from the scanner to any network ranges you intend to </a:t>
            </a:r>
            <a:r>
              <a:rPr dirty="0" sz="2200" i="1" lang="en-GB" smtClean="0"/>
              <a:t>scan</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99" name=""/>
        <p:cNvGrpSpPr/>
        <p:nvPr/>
      </p:nvGrpSpPr>
      <p:grpSpPr>
        <a:xfrm>
          <a:off x="0" y="0"/>
          <a:ext cx="0" cy="0"/>
          <a:chOff x="0" y="0"/>
          <a:chExt cx="0" cy="0"/>
        </a:xfrm>
      </p:grpSpPr>
      <p:sp>
        <p:nvSpPr>
          <p:cNvPr id="1048762" name="Title 1"/>
          <p:cNvSpPr>
            <a:spLocks noGrp="1"/>
          </p:cNvSpPr>
          <p:nvPr>
            <p:ph type="title"/>
          </p:nvPr>
        </p:nvSpPr>
        <p:spPr>
          <a:xfrm>
            <a:off x="107505" y="39688"/>
            <a:ext cx="9036495" cy="1412875"/>
          </a:xfrm>
        </p:spPr>
        <p:txBody>
          <a:bodyPr/>
          <a:p>
            <a:r>
              <a:rPr dirty="0" lang="en-GB" smtClean="0"/>
              <a:t>How </a:t>
            </a:r>
            <a:r>
              <a:rPr dirty="0" lang="en-GB"/>
              <a:t>to Deploy Vulnerability Scanners</a:t>
            </a:r>
            <a:endParaRPr dirty="0" lang="en-US"/>
          </a:p>
        </p:txBody>
      </p:sp>
      <p:sp>
        <p:nvSpPr>
          <p:cNvPr id="1048763" name="Content Placeholder 2"/>
          <p:cNvSpPr>
            <a:spLocks noGrp="1"/>
          </p:cNvSpPr>
          <p:nvPr>
            <p:ph idx="1"/>
          </p:nvPr>
        </p:nvSpPr>
        <p:spPr>
          <a:xfrm>
            <a:off x="107505" y="1452563"/>
            <a:ext cx="9036496" cy="5360814"/>
          </a:xfrm>
        </p:spPr>
        <p:txBody>
          <a:bodyPr>
            <a:normAutofit/>
          </a:bodyPr>
          <a:p>
            <a:pPr algn="just" lvl="2"/>
            <a:r>
              <a:rPr dirty="0" sz="2200" i="1" lang="en-GB" smtClean="0"/>
              <a:t>This </a:t>
            </a:r>
            <a:r>
              <a:rPr dirty="0" sz="2200" i="1" lang="en-GB"/>
              <a:t>might involve excluding the scanner’s traffic from IPS </a:t>
            </a:r>
            <a:r>
              <a:rPr dirty="0" sz="2200" i="1" lang="en-GB" smtClean="0"/>
              <a:t>policies</a:t>
            </a:r>
          </a:p>
          <a:p>
            <a:pPr algn="just" lvl="2"/>
            <a:r>
              <a:rPr dirty="0" sz="2200" i="1" lang="en-GB" smtClean="0"/>
              <a:t>Opening </a:t>
            </a:r>
            <a:r>
              <a:rPr dirty="0" sz="2200" i="1" lang="en-GB"/>
              <a:t>full access ensures that packets aren’t blocked between the scanner and its target, which could cause incorrect </a:t>
            </a:r>
            <a:r>
              <a:rPr dirty="0" sz="2200" i="1" lang="en-GB" smtClean="0"/>
              <a:t>results</a:t>
            </a:r>
          </a:p>
          <a:p>
            <a:pPr algn="just" lvl="2"/>
            <a:r>
              <a:rPr dirty="0" sz="2200" i="1" lang="en-GB"/>
              <a:t>Second, you can set up multiple scanners—each local, or close in the network topology, to the network segments to </a:t>
            </a:r>
            <a:r>
              <a:rPr dirty="0" sz="2200" i="1" lang="en-GB" smtClean="0"/>
              <a:t>scan</a:t>
            </a:r>
          </a:p>
          <a:p>
            <a:pPr algn="just" lvl="2"/>
            <a:r>
              <a:rPr dirty="0" sz="2200" i="1" lang="en-GB" smtClean="0"/>
              <a:t>For </a:t>
            </a:r>
            <a:r>
              <a:rPr dirty="0" sz="2200" i="1" lang="en-GB"/>
              <a:t>instance, if you want to scan a firewall demilitarized zone (DMZ), place a scanner within the DMZ so it has direct access to the systems it’s trying to </a:t>
            </a:r>
            <a:r>
              <a:rPr dirty="0" sz="2200" i="1" lang="en-GB" smtClean="0"/>
              <a:t>scan</a:t>
            </a:r>
          </a:p>
          <a:p>
            <a:pPr algn="just" lvl="2"/>
            <a:r>
              <a:rPr dirty="0" sz="2200" i="1" lang="en-GB" smtClean="0"/>
              <a:t>Both </a:t>
            </a:r>
            <a:r>
              <a:rPr dirty="0" sz="2200" i="1" lang="en-GB"/>
              <a:t>approaches have strengths and </a:t>
            </a:r>
            <a:r>
              <a:rPr dirty="0" sz="2200" i="1" lang="en-GB" smtClean="0"/>
              <a:t>weaknesses</a:t>
            </a:r>
          </a:p>
          <a:p>
            <a:pPr algn="just" lvl="1"/>
            <a:endParaRPr dirty="0" sz="2400" i="1"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02" name=""/>
        <p:cNvGrpSpPr/>
        <p:nvPr/>
      </p:nvGrpSpPr>
      <p:grpSpPr>
        <a:xfrm>
          <a:off x="0" y="0"/>
          <a:ext cx="0" cy="0"/>
          <a:chOff x="0" y="0"/>
          <a:chExt cx="0" cy="0"/>
        </a:xfrm>
      </p:grpSpPr>
      <p:sp>
        <p:nvSpPr>
          <p:cNvPr id="1048766" name="Title 1"/>
          <p:cNvSpPr>
            <a:spLocks noGrp="1"/>
          </p:cNvSpPr>
          <p:nvPr>
            <p:ph type="title"/>
          </p:nvPr>
        </p:nvSpPr>
        <p:spPr>
          <a:xfrm>
            <a:off x="107505" y="39688"/>
            <a:ext cx="9036495" cy="1412875"/>
          </a:xfrm>
        </p:spPr>
        <p:txBody>
          <a:bodyPr/>
          <a:p>
            <a:r>
              <a:rPr dirty="0" lang="en-GB" smtClean="0"/>
              <a:t>How </a:t>
            </a:r>
            <a:r>
              <a:rPr dirty="0" lang="en-GB"/>
              <a:t>to Deploy Vulnerability Scanners</a:t>
            </a:r>
            <a:endParaRPr dirty="0" lang="en-US"/>
          </a:p>
        </p:txBody>
      </p:sp>
      <p:sp>
        <p:nvSpPr>
          <p:cNvPr id="1048767" name="Content Placeholder 2"/>
          <p:cNvSpPr>
            <a:spLocks noGrp="1"/>
          </p:cNvSpPr>
          <p:nvPr>
            <p:ph idx="1"/>
          </p:nvPr>
        </p:nvSpPr>
        <p:spPr>
          <a:xfrm>
            <a:off x="107505" y="1452563"/>
            <a:ext cx="9036496" cy="5360814"/>
          </a:xfrm>
        </p:spPr>
        <p:txBody>
          <a:bodyPr>
            <a:normAutofit/>
          </a:bodyPr>
          <a:p>
            <a:pPr algn="just" lvl="1"/>
            <a:r>
              <a:rPr dirty="0" sz="2400" i="1" lang="en-GB" smtClean="0"/>
              <a:t>.</a:t>
            </a:r>
            <a:endParaRPr dirty="0" sz="2200" i="1" lang="en-GB" smtClean="0"/>
          </a:p>
          <a:p>
            <a:pPr algn="just" lvl="1"/>
            <a:endParaRPr dirty="0" sz="2400" i="1" lang="en-US"/>
          </a:p>
        </p:txBody>
      </p:sp>
      <p:pic>
        <p:nvPicPr>
          <p:cNvPr id="2097157" name="Picture 3"/>
          <p:cNvPicPr>
            <a:picLocks noChangeAspect="1"/>
          </p:cNvPicPr>
          <p:nvPr/>
        </p:nvPicPr>
        <p:blipFill>
          <a:blip xmlns:r="http://schemas.openxmlformats.org/officeDocument/2006/relationships" r:embed="rId1"/>
          <a:stretch>
            <a:fillRect/>
          </a:stretch>
        </p:blipFill>
        <p:spPr>
          <a:xfrm>
            <a:off x="683568" y="1918252"/>
            <a:ext cx="7704856" cy="3887012"/>
          </a:xfrm>
          <a:prstGeom prst="rect"/>
        </p:spPr>
      </p:pic>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05" name=""/>
        <p:cNvGrpSpPr/>
        <p:nvPr/>
      </p:nvGrpSpPr>
      <p:grpSpPr>
        <a:xfrm>
          <a:off x="0" y="0"/>
          <a:ext cx="0" cy="0"/>
          <a:chOff x="0" y="0"/>
          <a:chExt cx="0" cy="0"/>
        </a:xfrm>
      </p:grpSpPr>
      <p:sp>
        <p:nvSpPr>
          <p:cNvPr id="1048770" name="Title 1"/>
          <p:cNvSpPr>
            <a:spLocks noGrp="1"/>
          </p:cNvSpPr>
          <p:nvPr>
            <p:ph type="title"/>
          </p:nvPr>
        </p:nvSpPr>
        <p:spPr>
          <a:xfrm>
            <a:off x="107505" y="39688"/>
            <a:ext cx="9036495" cy="1412875"/>
          </a:xfrm>
        </p:spPr>
        <p:txBody>
          <a:bodyPr/>
          <a:p>
            <a:r>
              <a:rPr dirty="0" lang="en-GB"/>
              <a:t>Opening Full Access to Your Scanner</a:t>
            </a:r>
            <a:endParaRPr dirty="0" lang="en-US"/>
          </a:p>
        </p:txBody>
      </p:sp>
      <p:sp>
        <p:nvSpPr>
          <p:cNvPr id="1048771" name="Content Placeholder 2"/>
          <p:cNvSpPr>
            <a:spLocks noGrp="1"/>
          </p:cNvSpPr>
          <p:nvPr>
            <p:ph idx="1"/>
          </p:nvPr>
        </p:nvSpPr>
        <p:spPr>
          <a:xfrm>
            <a:off x="107505" y="1452563"/>
            <a:ext cx="9036496" cy="5360814"/>
          </a:xfrm>
        </p:spPr>
        <p:txBody>
          <a:bodyPr>
            <a:normAutofit/>
          </a:bodyPr>
          <a:p>
            <a:pPr algn="just" lvl="1"/>
            <a:r>
              <a:rPr dirty="0" sz="2400" i="1" lang="en-GB" smtClean="0"/>
              <a:t>By </a:t>
            </a:r>
            <a:r>
              <a:rPr dirty="0" sz="2400" i="1" lang="en-GB"/>
              <a:t>configuring the network to accept and pass all scanner traffic and </a:t>
            </a:r>
            <a:r>
              <a:rPr dirty="0" sz="2400" i="1" lang="en-GB" smtClean="0"/>
              <a:t>responses</a:t>
            </a:r>
          </a:p>
          <a:p>
            <a:pPr algn="just" lvl="1"/>
            <a:r>
              <a:rPr dirty="0" sz="2400" i="1" lang="en-GB"/>
              <a:t>C</a:t>
            </a:r>
            <a:r>
              <a:rPr dirty="0" sz="2400" i="1" lang="en-GB" smtClean="0"/>
              <a:t>an </a:t>
            </a:r>
            <a:r>
              <a:rPr dirty="0" sz="2400" i="1" lang="en-GB"/>
              <a:t>locate the scanner anywhere in </a:t>
            </a:r>
            <a:r>
              <a:rPr dirty="0" sz="2400" i="1" lang="en-GB" smtClean="0"/>
              <a:t>the network</a:t>
            </a:r>
          </a:p>
          <a:p>
            <a:pPr algn="just" lvl="1"/>
            <a:r>
              <a:rPr dirty="0" sz="2400" i="1" lang="en-GB" smtClean="0"/>
              <a:t>Also </a:t>
            </a:r>
            <a:r>
              <a:rPr dirty="0" sz="2400" i="1" lang="en-GB"/>
              <a:t>use a single scanner for multiple network segments, which reduces the cost of setting up a scanning </a:t>
            </a:r>
            <a:r>
              <a:rPr dirty="0" sz="2400" i="1" lang="en-GB" smtClean="0"/>
              <a:t>environment</a:t>
            </a:r>
          </a:p>
          <a:p>
            <a:pPr algn="just" lvl="1"/>
            <a:r>
              <a:rPr dirty="0" sz="2400" i="1" lang="en-GB"/>
              <a:t>But opening full access from the scanner can also be </a:t>
            </a:r>
            <a:r>
              <a:rPr dirty="0" sz="2400" i="1" lang="en-GB" smtClean="0"/>
              <a:t>dangerous;</a:t>
            </a:r>
          </a:p>
          <a:p>
            <a:pPr algn="just" lvl="1"/>
            <a:r>
              <a:rPr dirty="0" sz="2400" i="1" lang="en-GB"/>
              <a:t>A</a:t>
            </a:r>
            <a:r>
              <a:rPr dirty="0" sz="2400" i="1" lang="en-GB" smtClean="0"/>
              <a:t>ttackers </a:t>
            </a:r>
            <a:r>
              <a:rPr dirty="0" sz="2400" i="1" lang="en-GB"/>
              <a:t>can leverage holes in </a:t>
            </a:r>
            <a:r>
              <a:rPr dirty="0" sz="2400" i="1" lang="en-GB" smtClean="0"/>
              <a:t>the </a:t>
            </a:r>
            <a:r>
              <a:rPr dirty="0" sz="2400" i="1" lang="en-GB"/>
              <a:t>router and firewall </a:t>
            </a:r>
            <a:r>
              <a:rPr dirty="0" sz="2400" i="1" lang="en-GB" smtClean="0"/>
              <a:t>infrastructure</a:t>
            </a:r>
          </a:p>
          <a:p>
            <a:pPr algn="just" lvl="1"/>
            <a:r>
              <a:rPr dirty="0" sz="2400" i="1" lang="en-GB" smtClean="0"/>
              <a:t>If </a:t>
            </a:r>
            <a:r>
              <a:rPr dirty="0" sz="2400" i="1" lang="en-GB"/>
              <a:t>an attacker compromises the scanner system, they could use its access to the rest of the network to compromise other systems more </a:t>
            </a:r>
            <a:r>
              <a:rPr dirty="0" sz="2400" i="1" lang="en-GB" smtClean="0"/>
              <a:t>easily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sp>
        <p:nvSpPr>
          <p:cNvPr id="1048774" name="Title 1"/>
          <p:cNvSpPr>
            <a:spLocks noGrp="1"/>
          </p:cNvSpPr>
          <p:nvPr>
            <p:ph type="title"/>
          </p:nvPr>
        </p:nvSpPr>
        <p:spPr>
          <a:xfrm>
            <a:off x="107505" y="39688"/>
            <a:ext cx="9036495" cy="1412875"/>
          </a:xfrm>
        </p:spPr>
        <p:txBody>
          <a:bodyPr/>
          <a:p>
            <a:r>
              <a:rPr dirty="0" lang="en-GB" smtClean="0"/>
              <a:t>Setting </a:t>
            </a:r>
            <a:r>
              <a:rPr dirty="0" lang="en-GB"/>
              <a:t>Up Multiple Scanners</a:t>
            </a:r>
            <a:endParaRPr dirty="0" lang="en-US"/>
          </a:p>
        </p:txBody>
      </p:sp>
      <p:sp>
        <p:nvSpPr>
          <p:cNvPr id="1048775" name="Content Placeholder 2"/>
          <p:cNvSpPr>
            <a:spLocks noGrp="1"/>
          </p:cNvSpPr>
          <p:nvPr>
            <p:ph idx="1"/>
          </p:nvPr>
        </p:nvSpPr>
        <p:spPr>
          <a:xfrm>
            <a:off x="107505" y="1452563"/>
            <a:ext cx="9036496" cy="5360814"/>
          </a:xfrm>
        </p:spPr>
        <p:txBody>
          <a:bodyPr>
            <a:normAutofit/>
          </a:bodyPr>
          <a:p>
            <a:pPr algn="just" lvl="1"/>
            <a:r>
              <a:rPr dirty="0" sz="2400" i="1" lang="en-GB" smtClean="0"/>
              <a:t>By </a:t>
            </a:r>
            <a:r>
              <a:rPr dirty="0" sz="2400" i="1" lang="en-GB"/>
              <a:t>configuring the network to accept and pass all scanner traffic and </a:t>
            </a:r>
            <a:r>
              <a:rPr dirty="0" sz="2400" i="1" lang="en-GB" smtClean="0"/>
              <a:t>responses</a:t>
            </a:r>
          </a:p>
          <a:p>
            <a:pPr algn="just" lvl="1"/>
            <a:r>
              <a:rPr dirty="0" sz="2400" i="1" lang="en-GB"/>
              <a:t>C</a:t>
            </a:r>
            <a:r>
              <a:rPr dirty="0" sz="2400" i="1" lang="en-GB" smtClean="0"/>
              <a:t>an </a:t>
            </a:r>
            <a:r>
              <a:rPr dirty="0" sz="2400" i="1" lang="en-GB"/>
              <a:t>locate the scanner anywhere in </a:t>
            </a:r>
            <a:r>
              <a:rPr dirty="0" sz="2400" i="1" lang="en-GB" smtClean="0"/>
              <a:t>the network</a:t>
            </a:r>
          </a:p>
          <a:p>
            <a:pPr algn="just" lvl="1"/>
            <a:r>
              <a:rPr dirty="0" sz="2400" i="1" lang="en-GB" smtClean="0"/>
              <a:t>Also </a:t>
            </a:r>
            <a:r>
              <a:rPr dirty="0" sz="2400" i="1" lang="en-GB"/>
              <a:t>use a single scanner for multiple network segments, which reduces the cost of setting up a scanning </a:t>
            </a:r>
            <a:r>
              <a:rPr dirty="0" sz="2400" i="1" lang="en-GB" smtClean="0"/>
              <a:t>environment</a:t>
            </a:r>
          </a:p>
          <a:p>
            <a:pPr algn="just" lvl="1"/>
            <a:r>
              <a:rPr dirty="0" sz="2400" i="1" lang="en-GB"/>
              <a:t>But opening full access from the scanner can also be </a:t>
            </a:r>
            <a:r>
              <a:rPr dirty="0" sz="2400" i="1" lang="en-GB" smtClean="0"/>
              <a:t>dangerous;</a:t>
            </a:r>
          </a:p>
          <a:p>
            <a:pPr algn="just" lvl="1"/>
            <a:r>
              <a:rPr dirty="0" sz="2400" i="1" lang="en-GB"/>
              <a:t>A</a:t>
            </a:r>
            <a:r>
              <a:rPr dirty="0" sz="2400" i="1" lang="en-GB" smtClean="0"/>
              <a:t>ttackers </a:t>
            </a:r>
            <a:r>
              <a:rPr dirty="0" sz="2400" i="1" lang="en-GB"/>
              <a:t>can leverage holes in </a:t>
            </a:r>
            <a:r>
              <a:rPr dirty="0" sz="2400" i="1" lang="en-GB" smtClean="0"/>
              <a:t>the </a:t>
            </a:r>
            <a:r>
              <a:rPr dirty="0" sz="2400" i="1" lang="en-GB"/>
              <a:t>router and firewall </a:t>
            </a:r>
            <a:r>
              <a:rPr dirty="0" sz="2400" i="1" lang="en-GB" smtClean="0"/>
              <a:t>infrastructure</a:t>
            </a:r>
          </a:p>
          <a:p>
            <a:pPr algn="just" lvl="1"/>
            <a:r>
              <a:rPr dirty="0" sz="2400" i="1" lang="en-GB" smtClean="0"/>
              <a:t>If </a:t>
            </a:r>
            <a:r>
              <a:rPr dirty="0" sz="2400" i="1" lang="en-GB"/>
              <a:t>an attacker compromises the scanner system, they could use its access to the rest of the network to compromise other systems more </a:t>
            </a:r>
            <a:r>
              <a:rPr dirty="0" sz="2400" i="1" lang="en-GB" smtClean="0"/>
              <a:t>easily</a:t>
            </a: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2000"/>
    </mc:Choice>
    <mc:Fallback>
      <p:transition spd="slow">
        <p:fade/>
      </p:transition>
    </mc:Fallback>
  </mc:AlternateContent>
  <p:timing/>
</p:sld>
</file>

<file path=ppt/theme/_rels/theme1.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jpeg"/></Relationships>
</file>

<file path=ppt/theme/theme1.xml><?xml version="1.0" encoding="utf-8"?>
<a:theme xmlns:a="http://schemas.openxmlformats.org/drawingml/2006/main" name="Infusion">
  <a:themeElements>
    <a:clrScheme name="Infusion">
      <a:dk1>
        <a:sysClr lastClr="000000" val="windowText"/>
      </a:dk1>
      <a:lt1>
        <a:sysClr lastClr="FFFFFF" val="window"/>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algn="tl" flip="none" sx="50000" sy="50000" tx="0" ty="0"/>
        </a:blipFill>
        <a:blipFill rotWithShape="1">
          <a:blip xmlns:r="http://schemas.openxmlformats.org/officeDocument/2006/relationships" r:embed="rId2">
            <a:duotone>
              <a:schemeClr val="phClr">
                <a:shade val="70000"/>
                <a:satMod val="120000"/>
              </a:schemeClr>
              <a:schemeClr val="phClr">
                <a:tint val="70000"/>
                <a:satMod val="135000"/>
              </a:schemeClr>
            </a:duotone>
          </a:blip>
          <a:tile algn="tl" flip="none" sx="40000" sy="40000" tx="0" ty="0"/>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r="5400000" dist="25400" rotWithShape="0">
              <a:srgbClr val="000000">
                <a:alpha val="50000"/>
              </a:srgbClr>
            </a:outerShdw>
          </a:effectLst>
        </a:effectStyle>
        <a:effectStyle>
          <a:effectLst>
            <a:innerShdw blurRad="190500" dir="13500000">
              <a:srgbClr val="000000">
                <a:alpha val="50000"/>
              </a:srgbClr>
            </a:innerShdw>
            <a:outerShdw blurRad="38100" dir="5400000" dist="254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fillRect/>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fillRect/>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fillRect/>
          </a:stretch>
        </a:blipFill>
      </a:bgFillStyleLst>
    </a:fmtScheme>
  </a:themeElements>
  <a:objectDefaults>
    <a:spDef>
      <a:spPr/>
      <a:bodyPr anchor="ctr" rtlCol="0"/>
      <a:lstStyle>
        <a:defPPr algn="ct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School of Eng &amp; IT, UNSW@ADFA</Company>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William Stallings, Cryptography and Network Security 5/e</dc:title>
  <dc:creator>Dr Lawrie Brown</dc:creator>
  <cp:lastModifiedBy>Mr.Laptop point</cp:lastModifiedBy>
  <dcterms:created xsi:type="dcterms:W3CDTF">2013-03-10T10:50:05Z</dcterms:created>
  <dcterms:modified xsi:type="dcterms:W3CDTF">2024-03-29T15:55:59Z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b38d0cdd028a4df8befff45e93c19cd5</vt:lpwstr>
  </property>
</Properties>
</file>