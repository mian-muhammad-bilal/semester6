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537" autoAdjust="0"/>
  </p:normalViewPr>
  <p:slideViewPr>
    <p:cSldViewPr snapToGrid="0">
      <p:cViewPr varScale="1">
        <p:scale>
          <a:sx n="84" d="100"/>
          <a:sy n="84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1A4C0-90F6-47D3-BF81-04CE1479F5D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05F4D-AD90-4C54-886B-252517105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93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B05F4D-AD90-4C54-886B-252517105F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2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8427" y="4339113"/>
            <a:ext cx="8825658" cy="1700213"/>
          </a:xfrm>
        </p:spPr>
        <p:txBody>
          <a:bodyPr/>
          <a:lstStyle/>
          <a:p>
            <a:pPr algn="ctr"/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Secure Software Design and Development </a:t>
            </a:r>
            <a:br>
              <a:rPr lang="en-US" sz="4800" dirty="0"/>
            </a:br>
            <a:r>
              <a:rPr lang="en-US" sz="4000" dirty="0"/>
              <a:t> </a:t>
            </a:r>
            <a:r>
              <a:rPr lang="en-US" sz="4800" dirty="0"/>
              <a:t>(Part II:  Seven Touchpoints for Software Security) </a:t>
            </a: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3171" y="4091940"/>
            <a:ext cx="8825658" cy="2967037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2600" b="1" dirty="0">
                <a:solidFill>
                  <a:schemeClr val="bg1"/>
                </a:solidFill>
              </a:rPr>
              <a:t>Chapter 5. </a:t>
            </a:r>
            <a:r>
              <a:rPr lang="en-US" altLang="en-US" sz="2600" b="1" dirty="0">
                <a:solidFill>
                  <a:schemeClr val="bg1"/>
                </a:solidFill>
              </a:rPr>
              <a:t>Introduction to Software Security Touchpoints</a:t>
            </a:r>
            <a:endParaRPr lang="en-AU" altLang="en-US" sz="2600" b="1" dirty="0">
              <a:solidFill>
                <a:schemeClr val="bg1"/>
              </a:solidFill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1200" b="1" dirty="0">
                <a:solidFill>
                  <a:schemeClr val="bg1"/>
                </a:solidFill>
              </a:rPr>
              <a:t>Book: </a:t>
            </a:r>
            <a:r>
              <a:rPr lang="en-US" sz="1200" dirty="0"/>
              <a:t>Software Security: Building Security In, 1st Edition by Gary McGraw</a:t>
            </a:r>
            <a:endParaRPr lang="en-AU" altLang="en-US" sz="1200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A4019-0812-A269-F7B8-247C0089E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09774"/>
            <a:ext cx="10949940" cy="46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0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BC447-7B00-C245-5350-1DC56DB6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1" y="1829752"/>
            <a:ext cx="1118997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8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8F2D8E-510B-3F2D-5C26-7E2336FB9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864995"/>
            <a:ext cx="1129284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5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8ADE6-DC74-C856-FA37-EB6D500F2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1936432"/>
            <a:ext cx="1114425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37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C48CB-16F6-CBA3-D46F-79816882A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1799272"/>
            <a:ext cx="1128141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88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C3CE82-C297-23C0-EB9B-C3A77D42C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962150"/>
            <a:ext cx="1116901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5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B13DF-BB09-7EAA-7591-66C27C74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" y="2038350"/>
            <a:ext cx="1136142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7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F1F93-437B-9A6B-4A63-E39DE9BE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" y="1863090"/>
            <a:ext cx="1140714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1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975D0-8FAB-BDB3-9D30-F7ED428E8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" y="2096452"/>
            <a:ext cx="1115568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65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2BE3F2-973C-08A9-A842-5E268767D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1849755"/>
            <a:ext cx="1123569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01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CFE77B4-833B-1F8F-7D3A-2E73D87F5B85}"/>
              </a:ext>
            </a:extLst>
          </p:cNvPr>
          <p:cNvSpPr txBox="1"/>
          <p:nvPr/>
        </p:nvSpPr>
        <p:spPr>
          <a:xfrm>
            <a:off x="1197292" y="844034"/>
            <a:ext cx="66322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Architectural risk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C2601-AFD6-7698-6805-70C1D8658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1990725"/>
            <a:ext cx="11418569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742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1672</TotalTime>
  <Words>80</Words>
  <Application>Microsoft Office PowerPoint</Application>
  <PresentationFormat>Widescreen</PresentationFormat>
  <Paragraphs>15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 Boardroom</vt:lpstr>
      <vt:lpstr>    Secure Software Design and Development   (Part II:  Seven Touchpoints for Software Security)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Cryptography I IS-842 Fall Semester 2019</dc:title>
  <dc:creator>Dr. Shahzad Saleem</dc:creator>
  <cp:lastModifiedBy>Naveed Husain</cp:lastModifiedBy>
  <cp:revision>135</cp:revision>
  <dcterms:created xsi:type="dcterms:W3CDTF">2019-09-02T01:59:48Z</dcterms:created>
  <dcterms:modified xsi:type="dcterms:W3CDTF">2024-03-29T06:08:20Z</dcterms:modified>
</cp:coreProperties>
</file>